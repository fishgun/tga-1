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5" r:id="rId4"/>
    <p:sldMasterId id="2147483732" r:id="rId5"/>
  </p:sldMasterIdLst>
  <p:notesMasterIdLst>
    <p:notesMasterId r:id="rId84"/>
  </p:notesMasterIdLst>
  <p:sldIdLst>
    <p:sldId id="256" r:id="rId6"/>
    <p:sldId id="731" r:id="rId7"/>
    <p:sldId id="878" r:id="rId8"/>
    <p:sldId id="686" r:id="rId9"/>
    <p:sldId id="268" r:id="rId10"/>
    <p:sldId id="816" r:id="rId11"/>
    <p:sldId id="817" r:id="rId12"/>
    <p:sldId id="882" r:id="rId13"/>
    <p:sldId id="819" r:id="rId14"/>
    <p:sldId id="820" r:id="rId15"/>
    <p:sldId id="883" r:id="rId16"/>
    <p:sldId id="714" r:id="rId17"/>
    <p:sldId id="821" r:id="rId18"/>
    <p:sldId id="822" r:id="rId19"/>
    <p:sldId id="823" r:id="rId20"/>
    <p:sldId id="824" r:id="rId21"/>
    <p:sldId id="825" r:id="rId22"/>
    <p:sldId id="826" r:id="rId23"/>
    <p:sldId id="827" r:id="rId24"/>
    <p:sldId id="828" r:id="rId25"/>
    <p:sldId id="829" r:id="rId26"/>
    <p:sldId id="830" r:id="rId27"/>
    <p:sldId id="831" r:id="rId28"/>
    <p:sldId id="832" r:id="rId29"/>
    <p:sldId id="833" r:id="rId30"/>
    <p:sldId id="884" r:id="rId31"/>
    <p:sldId id="835" r:id="rId32"/>
    <p:sldId id="836" r:id="rId33"/>
    <p:sldId id="837" r:id="rId34"/>
    <p:sldId id="838" r:id="rId35"/>
    <p:sldId id="885" r:id="rId36"/>
    <p:sldId id="879" r:id="rId37"/>
    <p:sldId id="840" r:id="rId38"/>
    <p:sldId id="841" r:id="rId39"/>
    <p:sldId id="842" r:id="rId40"/>
    <p:sldId id="843" r:id="rId41"/>
    <p:sldId id="844" r:id="rId42"/>
    <p:sldId id="845" r:id="rId43"/>
    <p:sldId id="846" r:id="rId44"/>
    <p:sldId id="847" r:id="rId45"/>
    <p:sldId id="848" r:id="rId46"/>
    <p:sldId id="886" r:id="rId47"/>
    <p:sldId id="851" r:id="rId48"/>
    <p:sldId id="852" r:id="rId49"/>
    <p:sldId id="853" r:id="rId50"/>
    <p:sldId id="854" r:id="rId51"/>
    <p:sldId id="855" r:id="rId52"/>
    <p:sldId id="856" r:id="rId53"/>
    <p:sldId id="857" r:id="rId54"/>
    <p:sldId id="858" r:id="rId55"/>
    <p:sldId id="859" r:id="rId56"/>
    <p:sldId id="860" r:id="rId57"/>
    <p:sldId id="861" r:id="rId58"/>
    <p:sldId id="887" r:id="rId59"/>
    <p:sldId id="863" r:id="rId60"/>
    <p:sldId id="864" r:id="rId61"/>
    <p:sldId id="865" r:id="rId62"/>
    <p:sldId id="866" r:id="rId63"/>
    <p:sldId id="889" r:id="rId64"/>
    <p:sldId id="534" r:id="rId65"/>
    <p:sldId id="880" r:id="rId66"/>
    <p:sldId id="813" r:id="rId67"/>
    <p:sldId id="814" r:id="rId68"/>
    <p:sldId id="815" r:id="rId69"/>
    <p:sldId id="881" r:id="rId70"/>
    <p:sldId id="888" r:id="rId71"/>
    <p:sldId id="869" r:id="rId72"/>
    <p:sldId id="870" r:id="rId73"/>
    <p:sldId id="872" r:id="rId74"/>
    <p:sldId id="871" r:id="rId75"/>
    <p:sldId id="873" r:id="rId76"/>
    <p:sldId id="874" r:id="rId77"/>
    <p:sldId id="875" r:id="rId78"/>
    <p:sldId id="876" r:id="rId79"/>
    <p:sldId id="877" r:id="rId80"/>
    <p:sldId id="890" r:id="rId81"/>
    <p:sldId id="629" r:id="rId82"/>
    <p:sldId id="264" r:id="rId83"/>
  </p:sldIdLst>
  <p:sldSz cx="12192000" cy="6858000"/>
  <p:notesSz cx="6858000" cy="9144000"/>
  <p:embeddedFontLst>
    <p:embeddedFont>
      <p:font typeface="Barlow Semi Condensed" panose="00000506000000000000" pitchFamily="2" charset="0"/>
      <p:regular r:id="rId85"/>
      <p:bold r:id="rId86"/>
      <p:italic r:id="rId87"/>
      <p:boldItalic r:id="rId88"/>
    </p:embeddedFont>
    <p:embeddedFont>
      <p:font typeface="Barlow Semi Condensed Light" panose="00000406000000000000" pitchFamily="2" charset="0"/>
      <p:regular r:id="rId89"/>
      <p:italic r:id="rId90"/>
    </p:embeddedFont>
    <p:embeddedFont>
      <p:font typeface="Barlow Semi Condensed Medium" panose="00000606000000000000" pitchFamily="2" charset="0"/>
      <p:regular r:id="rId91"/>
      <p:italic r:id="rId92"/>
    </p:embeddedFont>
    <p:embeddedFont>
      <p:font typeface="Consolas" panose="020B0609020204030204" pitchFamily="49" charset="0"/>
      <p:regular r:id="rId93"/>
      <p:bold r:id="rId94"/>
      <p:italic r:id="rId95"/>
      <p:boldItalic r:id="rId96"/>
    </p:embeddedFont>
    <p:embeddedFont>
      <p:font typeface="Montserrat" panose="00000500000000000000" pitchFamily="2" charset="0"/>
      <p:regular r:id="rId97"/>
      <p:bold r:id="rId98"/>
      <p:italic r:id="rId99"/>
      <p:boldItalic r:id="rId100"/>
    </p:embeddedFont>
    <p:embeddedFont>
      <p:font typeface="Montserrat Light" panose="00000400000000000000" pitchFamily="2" charset="0"/>
      <p:regular r:id="rId101"/>
      <p:italic r:id="rId102"/>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vsnitt" id="{9A7850B0-4C5E-46FD-A3F4-AF17FF976F02}">
          <p14:sldIdLst>
            <p14:sldId id="256"/>
            <p14:sldId id="731"/>
            <p14:sldId id="878"/>
          </p14:sldIdLst>
        </p14:section>
        <p14:section name="Bibliotek" id="{7AC4130B-7760-43F5-8326-2DC37E5BB113}">
          <p14:sldIdLst>
            <p14:sldId id="686"/>
            <p14:sldId id="268"/>
            <p14:sldId id="816"/>
            <p14:sldId id="817"/>
            <p14:sldId id="882"/>
            <p14:sldId id="819"/>
            <p14:sldId id="820"/>
          </p14:sldIdLst>
        </p14:section>
        <p14:section name="Projektinställningar" id="{B30E7D2B-C35D-411C-9410-B89FAD615EA9}">
          <p14:sldIdLst>
            <p14:sldId id="883"/>
            <p14:sldId id="714"/>
            <p14:sldId id="821"/>
            <p14:sldId id="822"/>
            <p14:sldId id="823"/>
            <p14:sldId id="824"/>
            <p14:sldId id="825"/>
            <p14:sldId id="826"/>
            <p14:sldId id="827"/>
            <p14:sldId id="828"/>
            <p14:sldId id="829"/>
            <p14:sldId id="830"/>
            <p14:sldId id="831"/>
            <p14:sldId id="832"/>
            <p14:sldId id="833"/>
          </p14:sldIdLst>
        </p14:section>
        <p14:section name="Konfigurationer" id="{37E40EB1-AE71-4B6B-B66D-6186A7406F8D}">
          <p14:sldIdLst>
            <p14:sldId id="884"/>
            <p14:sldId id="835"/>
            <p14:sldId id="836"/>
            <p14:sldId id="837"/>
            <p14:sldId id="838"/>
          </p14:sldIdLst>
        </p14:section>
        <p14:section name="Länka in bibliotek" id="{12CE2D5F-46AD-4104-9ACF-0AA80A097342}">
          <p14:sldIdLst>
            <p14:sldId id="885"/>
            <p14:sldId id="879"/>
            <p14:sldId id="840"/>
            <p14:sldId id="841"/>
            <p14:sldId id="842"/>
            <p14:sldId id="843"/>
            <p14:sldId id="844"/>
            <p14:sldId id="845"/>
            <p14:sldId id="846"/>
            <p14:sldId id="847"/>
            <p14:sldId id="848"/>
          </p14:sldIdLst>
        </p14:section>
        <p14:section name="Skapa eget bibliotek" id="{6372223B-CD15-480A-8F31-B4CBE1EC1B3A}">
          <p14:sldIdLst>
            <p14:sldId id="886"/>
            <p14:sldId id="851"/>
            <p14:sldId id="852"/>
            <p14:sldId id="853"/>
            <p14:sldId id="854"/>
            <p14:sldId id="855"/>
            <p14:sldId id="856"/>
            <p14:sldId id="857"/>
            <p14:sldId id="858"/>
            <p14:sldId id="859"/>
            <p14:sldId id="860"/>
            <p14:sldId id="861"/>
          </p14:sldIdLst>
        </p14:section>
        <p14:section name="Cleaning up the mess" id="{BB96898B-1D45-40C1-98E5-AD3D8A0C623C}">
          <p14:sldIdLst>
            <p14:sldId id="887"/>
            <p14:sldId id="863"/>
            <p14:sldId id="864"/>
            <p14:sldId id="865"/>
            <p14:sldId id="866"/>
          </p14:sldIdLst>
        </p14:section>
        <p14:section name="Timer" id="{85DDEA9E-909D-4858-BED4-3B222297AE6B}">
          <p14:sldIdLst>
            <p14:sldId id="889"/>
            <p14:sldId id="534"/>
            <p14:sldId id="880"/>
            <p14:sldId id="813"/>
            <p14:sldId id="814"/>
            <p14:sldId id="815"/>
            <p14:sldId id="881"/>
          </p14:sldIdLst>
        </p14:section>
        <p14:section name="Länka in ett eget bibliotek" id="{6BD880BD-4AEC-47DE-BF4D-36ECA5CA9140}">
          <p14:sldIdLst>
            <p14:sldId id="888"/>
            <p14:sldId id="869"/>
            <p14:sldId id="870"/>
            <p14:sldId id="872"/>
            <p14:sldId id="871"/>
            <p14:sldId id="873"/>
            <p14:sldId id="874"/>
            <p14:sldId id="875"/>
            <p14:sldId id="876"/>
            <p14:sldId id="877"/>
          </p14:sldIdLst>
        </p14:section>
        <p14:section name="Avlutningsvis" id="{D44CA5E5-1DFF-43F8-9F7F-D16C05CC8A25}">
          <p14:sldIdLst>
            <p14:sldId id="890"/>
            <p14:sldId id="629"/>
            <p14:sldId id="264"/>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mmie Hansmar" initials="TH" lastIdx="5" clrIdx="0">
    <p:extLst>
      <p:ext uri="{19B8F6BF-5375-455C-9EA6-DF929625EA0E}">
        <p15:presenceInfo xmlns:p15="http://schemas.microsoft.com/office/powerpoint/2012/main" userId="S::tommie.hansmar@learnet.se::01915321-cb3a-44dc-b970-f46dd923822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FFFF"/>
    <a:srgbClr val="933C80"/>
    <a:srgbClr val="0066FF"/>
    <a:srgbClr val="70AD47"/>
    <a:srgbClr val="222020"/>
    <a:srgbClr val="1C1C1C"/>
    <a:srgbClr val="652958"/>
    <a:srgbClr val="702E62"/>
    <a:srgbClr val="000000"/>
    <a:srgbClr val="FFC9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009E9-7D30-3547-56EA-FB16C04F9064}" v="1" dt="2026-10-19T20:37:52.9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notesMaster" Target="notesMasters/notesMaster1.xml"/><Relationship Id="rId89" Type="http://schemas.openxmlformats.org/officeDocument/2006/relationships/font" Target="fonts/font5.fntdata"/><Relationship Id="rId16" Type="http://schemas.openxmlformats.org/officeDocument/2006/relationships/slide" Target="slides/slide11.xml"/><Relationship Id="rId107" Type="http://schemas.openxmlformats.org/officeDocument/2006/relationships/tableStyles" Target="tableStyles.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font" Target="fonts/font18.fntdata"/><Relationship Id="rId5" Type="http://schemas.openxmlformats.org/officeDocument/2006/relationships/slideMaster" Target="slideMasters/slideMaster2.xml"/><Relationship Id="rId90" Type="http://schemas.openxmlformats.org/officeDocument/2006/relationships/font" Target="fonts/font6.fntdata"/><Relationship Id="rId95" Type="http://schemas.openxmlformats.org/officeDocument/2006/relationships/font" Target="fonts/font11.fntdata"/><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font" Target="fonts/font1.fntdata"/><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commentAuthors" Target="commentAuthors.xml"/><Relationship Id="rId108"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font" Target="fonts/font4.fntdata"/><Relationship Id="rId91" Type="http://schemas.openxmlformats.org/officeDocument/2006/relationships/font" Target="fonts/font7.fntdata"/><Relationship Id="rId96"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font" Target="fonts/font2.fntdata"/><Relationship Id="rId94" Type="http://schemas.openxmlformats.org/officeDocument/2006/relationships/font" Target="fonts/font10.fntdata"/><Relationship Id="rId99" Type="http://schemas.openxmlformats.org/officeDocument/2006/relationships/font" Target="fonts/font15.fntdata"/><Relationship Id="rId101" Type="http://schemas.openxmlformats.org/officeDocument/2006/relationships/font" Target="fonts/font17.fntdata"/><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font" Target="fonts/font13.fntdata"/><Relationship Id="rId104"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font" Target="fonts/font8.fnt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font" Target="fonts/font3.fntdata"/><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font" Target="fonts/font16.fntdata"/><Relationship Id="rId105"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font" Target="fonts/font9.fntdata"/><Relationship Id="rId98" Type="http://schemas.openxmlformats.org/officeDocument/2006/relationships/font" Target="fonts/font14.fntdata"/><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8C9C20-B1DE-490C-8FC7-3C106D29E3A9}" type="datetimeFigureOut">
              <a:rPr lang="sv-SE" smtClean="0"/>
              <a:t>2026-10-20</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D66A65-33CF-4152-9936-08500F05AF20}" type="slidenum">
              <a:rPr lang="sv-SE" smtClean="0"/>
              <a:t>‹#›</a:t>
            </a:fld>
            <a:endParaRPr lang="sv-SE"/>
          </a:p>
        </p:txBody>
      </p:sp>
    </p:spTree>
    <p:extLst>
      <p:ext uri="{BB962C8B-B14F-4D97-AF65-F5344CB8AC3E}">
        <p14:creationId xmlns:p14="http://schemas.microsoft.com/office/powerpoint/2010/main" val="2212465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en.wikipedia.org/wiki/Integrated_development_environment"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err="1">
                <a:cs typeface="Calibri"/>
              </a:rPr>
              <a:t>Förhoppningsvis</a:t>
            </a:r>
            <a:r>
              <a:rPr lang="en-US">
                <a:cs typeface="Calibri"/>
              </a:rPr>
              <a:t> med </a:t>
            </a:r>
            <a:r>
              <a:rPr lang="en-US" err="1">
                <a:cs typeface="Calibri"/>
              </a:rPr>
              <a:t>dagens</a:t>
            </a:r>
            <a:r>
              <a:rPr lang="en-US">
                <a:cs typeface="Calibri"/>
              </a:rPr>
              <a:t> </a:t>
            </a:r>
            <a:r>
              <a:rPr lang="en-US" err="1">
                <a:cs typeface="Calibri"/>
              </a:rPr>
              <a:t>föreläsning</a:t>
            </a:r>
            <a:r>
              <a:rPr lang="en-US">
                <a:cs typeface="Calibri"/>
              </a:rPr>
              <a:t> </a:t>
            </a:r>
            <a:r>
              <a:rPr lang="en-US" err="1">
                <a:cs typeface="Calibri"/>
              </a:rPr>
              <a:t>så</a:t>
            </a:r>
            <a:r>
              <a:rPr lang="en-US">
                <a:cs typeface="Calibri"/>
              </a:rPr>
              <a:t> </a:t>
            </a:r>
            <a:r>
              <a:rPr lang="en-US" err="1">
                <a:cs typeface="Calibri"/>
              </a:rPr>
              <a:t>kommer</a:t>
            </a:r>
            <a:r>
              <a:rPr lang="en-US">
                <a:cs typeface="Calibri"/>
              </a:rPr>
              <a:t> </a:t>
            </a:r>
            <a:r>
              <a:rPr lang="en-US" err="1">
                <a:cs typeface="Calibri"/>
              </a:rPr>
              <a:t>ni</a:t>
            </a:r>
            <a:r>
              <a:rPr lang="en-US">
                <a:cs typeface="Calibri"/>
              </a:rPr>
              <a:t> </a:t>
            </a:r>
            <a:r>
              <a:rPr lang="en-US" err="1">
                <a:cs typeface="Calibri"/>
              </a:rPr>
              <a:t>veta</a:t>
            </a:r>
            <a:r>
              <a:rPr lang="en-US">
                <a:cs typeface="Calibri"/>
              </a:rPr>
              <a:t> var </a:t>
            </a:r>
            <a:r>
              <a:rPr lang="en-US" err="1">
                <a:cs typeface="Calibri"/>
              </a:rPr>
              <a:t>ni</a:t>
            </a:r>
            <a:r>
              <a:rPr lang="en-US">
                <a:cs typeface="Calibri"/>
              </a:rPr>
              <a:t> </a:t>
            </a:r>
            <a:r>
              <a:rPr lang="en-US" err="1">
                <a:cs typeface="Calibri"/>
              </a:rPr>
              <a:t>kan</a:t>
            </a:r>
            <a:r>
              <a:rPr lang="en-US">
                <a:cs typeface="Calibri"/>
              </a:rPr>
              <a:t> </a:t>
            </a:r>
            <a:r>
              <a:rPr lang="en-US" err="1">
                <a:cs typeface="Calibri"/>
              </a:rPr>
              <a:t>hitta</a:t>
            </a:r>
            <a:r>
              <a:rPr lang="en-US">
                <a:cs typeface="Calibri"/>
              </a:rPr>
              <a:t> </a:t>
            </a:r>
            <a:r>
              <a:rPr lang="en-US" err="1">
                <a:cs typeface="Calibri"/>
              </a:rPr>
              <a:t>informationen</a:t>
            </a:r>
            <a:r>
              <a:rPr lang="en-US">
                <a:cs typeface="Calibri"/>
              </a:rPr>
              <a:t>. </a:t>
            </a:r>
            <a:r>
              <a:rPr lang="en-US" err="1">
                <a:cs typeface="Calibri"/>
              </a:rPr>
              <a:t>Att</a:t>
            </a:r>
            <a:r>
              <a:rPr lang="en-US">
                <a:cs typeface="Calibri"/>
              </a:rPr>
              <a:t> </a:t>
            </a:r>
            <a:r>
              <a:rPr lang="en-US" err="1">
                <a:cs typeface="Calibri"/>
              </a:rPr>
              <a:t>ni</a:t>
            </a:r>
            <a:r>
              <a:rPr lang="en-US">
                <a:cs typeface="Calibri"/>
              </a:rPr>
              <a:t> </a:t>
            </a:r>
            <a:r>
              <a:rPr lang="en-US" err="1">
                <a:cs typeface="Calibri"/>
              </a:rPr>
              <a:t>kan</a:t>
            </a:r>
            <a:r>
              <a:rPr lang="en-US">
                <a:cs typeface="Calibri"/>
              </a:rPr>
              <a:t> </a:t>
            </a:r>
            <a:r>
              <a:rPr lang="en-US" err="1">
                <a:cs typeface="Calibri"/>
              </a:rPr>
              <a:t>gå</a:t>
            </a:r>
            <a:r>
              <a:rPr lang="en-US">
                <a:cs typeface="Calibri"/>
              </a:rPr>
              <a:t> </a:t>
            </a:r>
            <a:r>
              <a:rPr lang="en-US" err="1">
                <a:cs typeface="Calibri"/>
              </a:rPr>
              <a:t>tillbaka</a:t>
            </a:r>
            <a:r>
              <a:rPr lang="en-US">
                <a:cs typeface="Calibri"/>
              </a:rPr>
              <a:t> till </a:t>
            </a:r>
            <a:r>
              <a:rPr lang="en-US" err="1">
                <a:cs typeface="Calibri"/>
              </a:rPr>
              <a:t>denna</a:t>
            </a:r>
            <a:r>
              <a:rPr lang="en-US">
                <a:cs typeface="Calibri"/>
              </a:rPr>
              <a:t> </a:t>
            </a:r>
            <a:r>
              <a:rPr lang="en-US" err="1">
                <a:cs typeface="Calibri"/>
              </a:rPr>
              <a:t>föreläsning</a:t>
            </a:r>
            <a:r>
              <a:rPr lang="en-US">
                <a:cs typeface="Calibri"/>
              </a:rPr>
              <a:t>. </a:t>
            </a:r>
            <a:r>
              <a:rPr lang="en-US" err="1">
                <a:cs typeface="Calibri"/>
              </a:rPr>
              <a:t>Att</a:t>
            </a:r>
            <a:r>
              <a:rPr lang="en-US">
                <a:cs typeface="Calibri"/>
              </a:rPr>
              <a:t> </a:t>
            </a:r>
            <a:r>
              <a:rPr lang="en-US" err="1">
                <a:cs typeface="Calibri"/>
              </a:rPr>
              <a:t>ni</a:t>
            </a:r>
            <a:r>
              <a:rPr lang="en-US">
                <a:cs typeface="Calibri"/>
              </a:rPr>
              <a:t> </a:t>
            </a:r>
            <a:r>
              <a:rPr lang="en-US" err="1">
                <a:cs typeface="Calibri"/>
              </a:rPr>
              <a:t>kan</a:t>
            </a:r>
            <a:r>
              <a:rPr lang="en-US">
                <a:cs typeface="Calibri"/>
              </a:rPr>
              <a:t> se inspelningen. </a:t>
            </a:r>
          </a:p>
        </p:txBody>
      </p:sp>
      <p:sp>
        <p:nvSpPr>
          <p:cNvPr id="4" name="Platshållare för bildnummer 3"/>
          <p:cNvSpPr>
            <a:spLocks noGrp="1"/>
          </p:cNvSpPr>
          <p:nvPr>
            <p:ph type="sldNum" sz="quarter" idx="5"/>
          </p:nvPr>
        </p:nvSpPr>
        <p:spPr/>
        <p:txBody>
          <a:bodyPr/>
          <a:lstStyle/>
          <a:p>
            <a:fld id="{4FD66A65-33CF-4152-9936-08500F05AF20}" type="slidenum">
              <a:rPr lang="sv-SE" smtClean="0"/>
              <a:t>1</a:t>
            </a:fld>
            <a:endParaRPr lang="sv-SE"/>
          </a:p>
        </p:txBody>
      </p:sp>
    </p:spTree>
    <p:extLst>
      <p:ext uri="{BB962C8B-B14F-4D97-AF65-F5344CB8AC3E}">
        <p14:creationId xmlns:p14="http://schemas.microsoft.com/office/powerpoint/2010/main" val="889646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cs typeface="Calibri"/>
              </a:rPr>
              <a:t>Vad och hur man använder programbibliotek är den enkla biten, att koppla ihop dom till vårt program kan vara det som blir lite tröttsamt. Föreläsningen kommer gå igenom massa inställningar hur man gör det flera gånger</a:t>
            </a:r>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5</a:t>
            </a:fld>
            <a:endParaRPr lang="sv-SE"/>
          </a:p>
        </p:txBody>
      </p:sp>
    </p:spTree>
    <p:extLst>
      <p:ext uri="{BB962C8B-B14F-4D97-AF65-F5344CB8AC3E}">
        <p14:creationId xmlns:p14="http://schemas.microsoft.com/office/powerpoint/2010/main" val="2652643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6</a:t>
            </a:fld>
            <a:endParaRPr lang="sv-SE"/>
          </a:p>
        </p:txBody>
      </p:sp>
    </p:spTree>
    <p:extLst>
      <p:ext uri="{BB962C8B-B14F-4D97-AF65-F5344CB8AC3E}">
        <p14:creationId xmlns:p14="http://schemas.microsoft.com/office/powerpoint/2010/main" val="1062642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7</a:t>
            </a:fld>
            <a:endParaRPr lang="sv-SE"/>
          </a:p>
        </p:txBody>
      </p:sp>
    </p:spTree>
    <p:extLst>
      <p:ext uri="{BB962C8B-B14F-4D97-AF65-F5344CB8AC3E}">
        <p14:creationId xmlns:p14="http://schemas.microsoft.com/office/powerpoint/2010/main" val="4223411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01A3E-BDCB-D378-9123-4A5186571CA4}"/>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BDED160F-F5B3-76A4-6107-9CA45CE32BA7}"/>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A0869F19-13F6-89A4-CB2F-8E52C2C0DE43}"/>
              </a:ext>
            </a:extLst>
          </p:cNvPr>
          <p:cNvSpPr>
            <a:spLocks noGrp="1"/>
          </p:cNvSpPr>
          <p:nvPr>
            <p:ph type="body" idx="1"/>
          </p:nvPr>
        </p:nvSpPr>
        <p:spPr/>
        <p:txBody>
          <a:bodyPr/>
          <a:lstStyle/>
          <a:p>
            <a:endParaRPr lang="sv-SE"/>
          </a:p>
        </p:txBody>
      </p:sp>
      <p:sp>
        <p:nvSpPr>
          <p:cNvPr id="4" name="Platshållare för bildnummer 3">
            <a:extLst>
              <a:ext uri="{FF2B5EF4-FFF2-40B4-BE49-F238E27FC236}">
                <a16:creationId xmlns:a16="http://schemas.microsoft.com/office/drawing/2014/main" id="{314DB624-8737-D06F-CD74-C858DD6E66B2}"/>
              </a:ext>
            </a:extLst>
          </p:cNvPr>
          <p:cNvSpPr>
            <a:spLocks noGrp="1"/>
          </p:cNvSpPr>
          <p:nvPr>
            <p:ph type="sldNum" sz="quarter" idx="5"/>
          </p:nvPr>
        </p:nvSpPr>
        <p:spPr/>
        <p:txBody>
          <a:bodyPr/>
          <a:lstStyle/>
          <a:p>
            <a:fld id="{4FD66A65-33CF-4152-9936-08500F05AF20}" type="slidenum">
              <a:rPr lang="sv-SE" smtClean="0"/>
              <a:t>8</a:t>
            </a:fld>
            <a:endParaRPr lang="sv-SE"/>
          </a:p>
        </p:txBody>
      </p:sp>
    </p:spTree>
    <p:extLst>
      <p:ext uri="{BB962C8B-B14F-4D97-AF65-F5344CB8AC3E}">
        <p14:creationId xmlns:p14="http://schemas.microsoft.com/office/powerpoint/2010/main" val="4103346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9</a:t>
            </a:fld>
            <a:endParaRPr lang="sv-SE"/>
          </a:p>
        </p:txBody>
      </p:sp>
    </p:spTree>
    <p:extLst>
      <p:ext uri="{BB962C8B-B14F-4D97-AF65-F5344CB8AC3E}">
        <p14:creationId xmlns:p14="http://schemas.microsoft.com/office/powerpoint/2010/main" val="361172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Statiska bibliotek finns enskilt till varje applikation medans dynamiska bibliotek delas av båda applikationerna. </a:t>
            </a:r>
          </a:p>
        </p:txBody>
      </p:sp>
      <p:sp>
        <p:nvSpPr>
          <p:cNvPr id="4" name="Platshållare för bildnummer 3"/>
          <p:cNvSpPr>
            <a:spLocks noGrp="1"/>
          </p:cNvSpPr>
          <p:nvPr>
            <p:ph type="sldNum" sz="quarter" idx="5"/>
          </p:nvPr>
        </p:nvSpPr>
        <p:spPr/>
        <p:txBody>
          <a:bodyPr/>
          <a:lstStyle/>
          <a:p>
            <a:fld id="{4FD66A65-33CF-4152-9936-08500F05AF20}" type="slidenum">
              <a:rPr lang="sv-SE" smtClean="0"/>
              <a:t>10</a:t>
            </a:fld>
            <a:endParaRPr lang="sv-SE"/>
          </a:p>
        </p:txBody>
      </p:sp>
    </p:spTree>
    <p:extLst>
      <p:ext uri="{BB962C8B-B14F-4D97-AF65-F5344CB8AC3E}">
        <p14:creationId xmlns:p14="http://schemas.microsoft.com/office/powerpoint/2010/main" val="4011840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3619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5381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7964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2736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3259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a:t>$(</a:t>
            </a:r>
            <a:r>
              <a:rPr lang="sv-SE" err="1"/>
              <a:t>SolutionDir</a:t>
            </a:r>
            <a:r>
              <a:rPr lang="sv-SE"/>
              <a:t>) = C:\Users\tommie.hansmar\Desktop\C++Tester\PP_Exemples\</a:t>
            </a:r>
            <a:br>
              <a:rPr lang="sv-SE"/>
            </a:br>
            <a:r>
              <a:rPr lang="sv-SE"/>
              <a:t>$(</a:t>
            </a:r>
            <a:r>
              <a:rPr lang="sv-SE" err="1"/>
              <a:t>Configuration</a:t>
            </a:r>
            <a:r>
              <a:rPr lang="sv-SE"/>
              <a:t>) = </a:t>
            </a:r>
            <a:r>
              <a:rPr lang="sv-SE" err="1"/>
              <a:t>Debug</a:t>
            </a:r>
            <a:r>
              <a:rPr lang="sv-SE"/>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3724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indent="0">
              <a:buFont typeface="Arial" panose="020B0604020202020204" pitchFamily="34" charset="0"/>
              <a:buNone/>
            </a:pPr>
            <a:r>
              <a:rPr lang="sv-SE"/>
              <a:t>$(</a:t>
            </a:r>
            <a:r>
              <a:rPr lang="sv-SE" err="1"/>
              <a:t>SolutionDir</a:t>
            </a:r>
            <a:r>
              <a:rPr lang="sv-SE"/>
              <a:t>) – sökvägen till den mapp där vår .</a:t>
            </a:r>
            <a:r>
              <a:rPr lang="sv-SE" err="1"/>
              <a:t>sln</a:t>
            </a:r>
            <a:r>
              <a:rPr lang="sv-SE"/>
              <a:t>-fil ligger</a:t>
            </a:r>
          </a:p>
          <a:p>
            <a:pPr marL="0" indent="0">
              <a:buFont typeface="Arial" panose="020B0604020202020204" pitchFamily="34" charset="0"/>
              <a:buNone/>
            </a:pPr>
            <a:r>
              <a:rPr lang="sv-SE"/>
              <a:t>$(</a:t>
            </a:r>
            <a:r>
              <a:rPr lang="sv-SE" err="1"/>
              <a:t>SolutionName</a:t>
            </a:r>
            <a:r>
              <a:rPr lang="sv-SE"/>
              <a:t>) – namnet på vår .</a:t>
            </a:r>
            <a:r>
              <a:rPr lang="sv-SE" err="1"/>
              <a:t>sln</a:t>
            </a:r>
            <a:r>
              <a:rPr lang="sv-SE"/>
              <a:t>-fil (utan filtillägg)</a:t>
            </a:r>
          </a:p>
          <a:p>
            <a:pPr marL="0" indent="0">
              <a:buFont typeface="Arial" panose="020B0604020202020204" pitchFamily="34" charset="0"/>
              <a:buNone/>
            </a:pPr>
            <a:r>
              <a:rPr lang="sv-SE"/>
              <a:t>$(</a:t>
            </a:r>
            <a:r>
              <a:rPr lang="sv-SE" err="1"/>
              <a:t>ProjectDir</a:t>
            </a:r>
            <a:r>
              <a:rPr lang="sv-SE"/>
              <a:t>) – sökvägen till den mapp där vår .</a:t>
            </a:r>
            <a:r>
              <a:rPr lang="sv-SE" err="1"/>
              <a:t>vcxproj</a:t>
            </a:r>
            <a:r>
              <a:rPr lang="sv-SE"/>
              <a:t>-fil ligger</a:t>
            </a:r>
          </a:p>
          <a:p>
            <a:pPr marL="0" indent="0">
              <a:buFont typeface="Arial" panose="020B0604020202020204" pitchFamily="34" charset="0"/>
              <a:buNone/>
            </a:pPr>
            <a:r>
              <a:rPr lang="sv-SE"/>
              <a:t>$(</a:t>
            </a:r>
            <a:r>
              <a:rPr lang="sv-SE" err="1"/>
              <a:t>TargetName</a:t>
            </a:r>
            <a:r>
              <a:rPr lang="sv-SE"/>
              <a:t>) – det namn vi ställer in för egenskapen Target </a:t>
            </a:r>
            <a:r>
              <a:rPr lang="sv-SE" err="1"/>
              <a:t>Name</a:t>
            </a:r>
            <a:endParaRPr lang="sv-SE"/>
          </a:p>
          <a:p>
            <a:pPr marL="0" indent="0">
              <a:buFont typeface="Arial" panose="020B0604020202020204" pitchFamily="34" charset="0"/>
              <a:buNone/>
            </a:pPr>
            <a:r>
              <a:rPr lang="sv-SE"/>
              <a:t>$(</a:t>
            </a:r>
            <a:r>
              <a:rPr lang="sv-SE" err="1"/>
              <a:t>PlatformTarget</a:t>
            </a:r>
            <a:r>
              <a:rPr lang="sv-SE"/>
              <a:t>) – vilken plattform vi kompilerar för (x86/x64)</a:t>
            </a:r>
          </a:p>
          <a:p>
            <a:pPr marL="0" indent="0">
              <a:buFont typeface="Arial" panose="020B0604020202020204" pitchFamily="34" charset="0"/>
              <a:buNone/>
            </a:pPr>
            <a:r>
              <a:rPr lang="sv-SE"/>
              <a:t>$(</a:t>
            </a:r>
            <a:r>
              <a:rPr lang="sv-SE" err="1"/>
              <a:t>PlatformName</a:t>
            </a:r>
            <a:r>
              <a:rPr lang="sv-SE"/>
              <a:t>) – samma som ovan, fast namnet på den (Win32/x64)</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sv-SE"/>
              <a:t>$(</a:t>
            </a:r>
            <a:r>
              <a:rPr lang="sv-SE" err="1"/>
              <a:t>Configuration</a:t>
            </a:r>
            <a:r>
              <a:rPr lang="sv-SE"/>
              <a:t>) – vilken konfiguration vi kompilerar för (</a:t>
            </a:r>
            <a:r>
              <a:rPr lang="sv-SE" err="1"/>
              <a:t>Debug</a:t>
            </a:r>
            <a:r>
              <a:rPr lang="sv-SE"/>
              <a:t>/Release)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0957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65639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defRPr/>
            </a:pPr>
            <a:endParaRPr lang="sv-SE">
              <a:cs typeface="Calibri"/>
            </a:endParaRPr>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350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6149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defRPr/>
            </a:pPr>
            <a:r>
              <a:rPr lang="sv-SE">
                <a:cs typeface="Calibri"/>
              </a:rPr>
              <a:t>Inte förvirras av </a:t>
            </a:r>
            <a:r>
              <a:rPr lang="sv-SE" i="1" err="1"/>
              <a:t>Additional</a:t>
            </a:r>
            <a:r>
              <a:rPr lang="sv-SE" i="1"/>
              <a:t> </a:t>
            </a:r>
            <a:r>
              <a:rPr lang="sv-SE" i="1" err="1"/>
              <a:t>Library</a:t>
            </a:r>
            <a:r>
              <a:rPr lang="sv-SE" i="1"/>
              <a:t> </a:t>
            </a:r>
            <a:r>
              <a:rPr lang="sv-SE" i="1" err="1"/>
              <a:t>Directories</a:t>
            </a:r>
            <a:endParaRPr lang="sv-SE" err="1"/>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9017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8895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a:cs typeface="Calibri"/>
              </a:rPr>
              <a:t>Repetition:</a:t>
            </a:r>
          </a:p>
          <a:p>
            <a:pPr>
              <a:defRPr/>
            </a:pPr>
            <a:r>
              <a:rPr lang="sv-SE" i="1" err="1"/>
              <a:t>Additional</a:t>
            </a:r>
            <a:r>
              <a:rPr lang="sv-SE" i="1"/>
              <a:t> </a:t>
            </a:r>
            <a:r>
              <a:rPr lang="sv-SE" i="1" err="1"/>
              <a:t>Library</a:t>
            </a:r>
            <a:r>
              <a:rPr lang="sv-SE" i="1"/>
              <a:t> </a:t>
            </a:r>
            <a:r>
              <a:rPr lang="sv-SE" i="1" err="1"/>
              <a:t>Directories</a:t>
            </a:r>
            <a:r>
              <a:rPr lang="sv-SE" i="1"/>
              <a:t> – letar </a:t>
            </a:r>
            <a:r>
              <a:rPr lang="sv-SE" i="1" err="1"/>
              <a:t>lib</a:t>
            </a:r>
            <a:r>
              <a:rPr lang="sv-SE" i="1"/>
              <a:t> </a:t>
            </a:r>
            <a:endParaRPr lang="sv-SE">
              <a:cs typeface="Calibri" panose="020F0502020204030204"/>
            </a:endParaRPr>
          </a:p>
          <a:p>
            <a:pPr>
              <a:defRPr/>
            </a:pPr>
            <a:r>
              <a:rPr lang="sv-SE" i="1" err="1"/>
              <a:t>Additional</a:t>
            </a:r>
            <a:r>
              <a:rPr lang="sv-SE" i="1"/>
              <a:t> </a:t>
            </a:r>
            <a:r>
              <a:rPr lang="sv-SE" i="1" err="1"/>
              <a:t>Include</a:t>
            </a:r>
            <a:r>
              <a:rPr lang="sv-SE" i="1"/>
              <a:t> </a:t>
            </a:r>
            <a:r>
              <a:rPr lang="sv-SE" i="1" err="1"/>
              <a:t>Directories</a:t>
            </a:r>
            <a:r>
              <a:rPr lang="sv-SE" i="1"/>
              <a:t> – letar </a:t>
            </a:r>
            <a:r>
              <a:rPr lang="sv-SE" i="1" err="1"/>
              <a:t>headers</a:t>
            </a:r>
            <a:endParaRPr lang="sv-SE" err="1"/>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63809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a:defRPr/>
            </a:pPr>
            <a:r>
              <a:rPr lang="sv-SE">
                <a:cs typeface="Calibri"/>
              </a:rPr>
              <a:t>Först måste ni säga var dom är, sen måste ni säga vilka vi ska använda</a:t>
            </a:r>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6256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27</a:t>
            </a:fld>
            <a:endParaRPr lang="sv-SE"/>
          </a:p>
        </p:txBody>
      </p:sp>
    </p:spTree>
    <p:extLst>
      <p:ext uri="{BB962C8B-B14F-4D97-AF65-F5344CB8AC3E}">
        <p14:creationId xmlns:p14="http://schemas.microsoft.com/office/powerpoint/2010/main" val="2317256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28</a:t>
            </a:fld>
            <a:endParaRPr lang="sv-SE"/>
          </a:p>
        </p:txBody>
      </p:sp>
    </p:spTree>
    <p:extLst>
      <p:ext uri="{BB962C8B-B14F-4D97-AF65-F5344CB8AC3E}">
        <p14:creationId xmlns:p14="http://schemas.microsoft.com/office/powerpoint/2010/main" val="13798695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29</a:t>
            </a:fld>
            <a:endParaRPr lang="sv-SE"/>
          </a:p>
        </p:txBody>
      </p:sp>
    </p:spTree>
    <p:extLst>
      <p:ext uri="{BB962C8B-B14F-4D97-AF65-F5344CB8AC3E}">
        <p14:creationId xmlns:p14="http://schemas.microsoft.com/office/powerpoint/2010/main" val="3914079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cs typeface="Calibri"/>
              </a:rPr>
              <a:t>Det heter x86 </a:t>
            </a:r>
            <a:r>
              <a:rPr lang="sv-SE" err="1">
                <a:cs typeface="Calibri"/>
              </a:rPr>
              <a:t>pga</a:t>
            </a:r>
            <a:r>
              <a:rPr lang="sv-SE">
                <a:cs typeface="Calibri"/>
              </a:rPr>
              <a:t> arkitekturen den bygger och körs på. </a:t>
            </a:r>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30</a:t>
            </a:fld>
            <a:endParaRPr lang="sv-SE"/>
          </a:p>
        </p:txBody>
      </p:sp>
    </p:spTree>
    <p:extLst>
      <p:ext uri="{BB962C8B-B14F-4D97-AF65-F5344CB8AC3E}">
        <p14:creationId xmlns:p14="http://schemas.microsoft.com/office/powerpoint/2010/main" val="35446006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cs typeface="Calibri"/>
              </a:rPr>
              <a:t>IDE -</a:t>
            </a:r>
            <a:r>
              <a:rPr lang="sv-SE">
                <a:hlinkClick r:id="rId3"/>
              </a:rPr>
              <a:t>Integrated development environment</a:t>
            </a:r>
            <a:endParaRPr lang="sv-SE">
              <a:cs typeface="Calibri"/>
            </a:endParaRPr>
          </a:p>
          <a:p>
            <a:endParaRPr lang="sv-SE">
              <a:cs typeface="Calibri"/>
            </a:endParaRPr>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0859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40837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19975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20380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37857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84520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88967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60382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14114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43</a:t>
            </a:fld>
            <a:endParaRPr lang="sv-SE"/>
          </a:p>
        </p:txBody>
      </p:sp>
    </p:spTree>
    <p:extLst>
      <p:ext uri="{BB962C8B-B14F-4D97-AF65-F5344CB8AC3E}">
        <p14:creationId xmlns:p14="http://schemas.microsoft.com/office/powerpoint/2010/main" val="3272760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44</a:t>
            </a:fld>
            <a:endParaRPr lang="sv-SE"/>
          </a:p>
        </p:txBody>
      </p:sp>
    </p:spTree>
    <p:extLst>
      <p:ext uri="{BB962C8B-B14F-4D97-AF65-F5344CB8AC3E}">
        <p14:creationId xmlns:p14="http://schemas.microsoft.com/office/powerpoint/2010/main" val="23436746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45</a:t>
            </a:fld>
            <a:endParaRPr lang="sv-SE"/>
          </a:p>
        </p:txBody>
      </p:sp>
    </p:spTree>
    <p:extLst>
      <p:ext uri="{BB962C8B-B14F-4D97-AF65-F5344CB8AC3E}">
        <p14:creationId xmlns:p14="http://schemas.microsoft.com/office/powerpoint/2010/main" val="27269131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46</a:t>
            </a:fld>
            <a:endParaRPr lang="sv-SE"/>
          </a:p>
        </p:txBody>
      </p:sp>
    </p:spTree>
    <p:extLst>
      <p:ext uri="{BB962C8B-B14F-4D97-AF65-F5344CB8AC3E}">
        <p14:creationId xmlns:p14="http://schemas.microsoft.com/office/powerpoint/2010/main" val="30490960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47</a:t>
            </a:fld>
            <a:endParaRPr lang="sv-SE"/>
          </a:p>
        </p:txBody>
      </p:sp>
    </p:spTree>
    <p:extLst>
      <p:ext uri="{BB962C8B-B14F-4D97-AF65-F5344CB8AC3E}">
        <p14:creationId xmlns:p14="http://schemas.microsoft.com/office/powerpoint/2010/main" val="39428597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48</a:t>
            </a:fld>
            <a:endParaRPr lang="sv-SE"/>
          </a:p>
        </p:txBody>
      </p:sp>
    </p:spTree>
    <p:extLst>
      <p:ext uri="{BB962C8B-B14F-4D97-AF65-F5344CB8AC3E}">
        <p14:creationId xmlns:p14="http://schemas.microsoft.com/office/powerpoint/2010/main" val="20420413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49</a:t>
            </a:fld>
            <a:endParaRPr lang="sv-SE"/>
          </a:p>
        </p:txBody>
      </p:sp>
    </p:spTree>
    <p:extLst>
      <p:ext uri="{BB962C8B-B14F-4D97-AF65-F5344CB8AC3E}">
        <p14:creationId xmlns:p14="http://schemas.microsoft.com/office/powerpoint/2010/main" val="16526948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50</a:t>
            </a:fld>
            <a:endParaRPr lang="sv-SE"/>
          </a:p>
        </p:txBody>
      </p:sp>
    </p:spTree>
    <p:extLst>
      <p:ext uri="{BB962C8B-B14F-4D97-AF65-F5344CB8AC3E}">
        <p14:creationId xmlns:p14="http://schemas.microsoft.com/office/powerpoint/2010/main" val="14533980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51</a:t>
            </a:fld>
            <a:endParaRPr lang="sv-SE"/>
          </a:p>
        </p:txBody>
      </p:sp>
    </p:spTree>
    <p:extLst>
      <p:ext uri="{BB962C8B-B14F-4D97-AF65-F5344CB8AC3E}">
        <p14:creationId xmlns:p14="http://schemas.microsoft.com/office/powerpoint/2010/main" val="22950164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52</a:t>
            </a:fld>
            <a:endParaRPr lang="sv-SE"/>
          </a:p>
        </p:txBody>
      </p:sp>
    </p:spTree>
    <p:extLst>
      <p:ext uri="{BB962C8B-B14F-4D97-AF65-F5344CB8AC3E}">
        <p14:creationId xmlns:p14="http://schemas.microsoft.com/office/powerpoint/2010/main" val="37429205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53</a:t>
            </a:fld>
            <a:endParaRPr lang="sv-SE"/>
          </a:p>
        </p:txBody>
      </p:sp>
    </p:spTree>
    <p:extLst>
      <p:ext uri="{BB962C8B-B14F-4D97-AF65-F5344CB8AC3E}">
        <p14:creationId xmlns:p14="http://schemas.microsoft.com/office/powerpoint/2010/main" val="23514089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08447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70074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24606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85288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60</a:t>
            </a:fld>
            <a:endParaRPr lang="sv-SE"/>
          </a:p>
        </p:txBody>
      </p:sp>
    </p:spTree>
    <p:extLst>
      <p:ext uri="{BB962C8B-B14F-4D97-AF65-F5344CB8AC3E}">
        <p14:creationId xmlns:p14="http://schemas.microsoft.com/office/powerpoint/2010/main" val="12013559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62</a:t>
            </a:fld>
            <a:endParaRPr lang="sv-SE"/>
          </a:p>
        </p:txBody>
      </p:sp>
    </p:spTree>
    <p:extLst>
      <p:ext uri="{BB962C8B-B14F-4D97-AF65-F5344CB8AC3E}">
        <p14:creationId xmlns:p14="http://schemas.microsoft.com/office/powerpoint/2010/main" val="19158687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63</a:t>
            </a:fld>
            <a:endParaRPr lang="sv-SE"/>
          </a:p>
        </p:txBody>
      </p:sp>
    </p:spTree>
    <p:extLst>
      <p:ext uri="{BB962C8B-B14F-4D97-AF65-F5344CB8AC3E}">
        <p14:creationId xmlns:p14="http://schemas.microsoft.com/office/powerpoint/2010/main" val="28606284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64</a:t>
            </a:fld>
            <a:endParaRPr lang="sv-SE"/>
          </a:p>
        </p:txBody>
      </p:sp>
    </p:spTree>
    <p:extLst>
      <p:ext uri="{BB962C8B-B14F-4D97-AF65-F5344CB8AC3E}">
        <p14:creationId xmlns:p14="http://schemas.microsoft.com/office/powerpoint/2010/main" val="1256065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67</a:t>
            </a:fld>
            <a:endParaRPr lang="sv-SE"/>
          </a:p>
        </p:txBody>
      </p:sp>
    </p:spTree>
    <p:extLst>
      <p:ext uri="{BB962C8B-B14F-4D97-AF65-F5344CB8AC3E}">
        <p14:creationId xmlns:p14="http://schemas.microsoft.com/office/powerpoint/2010/main" val="7164228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68</a:t>
            </a:fld>
            <a:endParaRPr lang="sv-SE"/>
          </a:p>
        </p:txBody>
      </p:sp>
    </p:spTree>
    <p:extLst>
      <p:ext uri="{BB962C8B-B14F-4D97-AF65-F5344CB8AC3E}">
        <p14:creationId xmlns:p14="http://schemas.microsoft.com/office/powerpoint/2010/main" val="13383917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69</a:t>
            </a:fld>
            <a:endParaRPr lang="sv-SE"/>
          </a:p>
        </p:txBody>
      </p:sp>
    </p:spTree>
    <p:extLst>
      <p:ext uri="{BB962C8B-B14F-4D97-AF65-F5344CB8AC3E}">
        <p14:creationId xmlns:p14="http://schemas.microsoft.com/office/powerpoint/2010/main" val="21419760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70</a:t>
            </a:fld>
            <a:endParaRPr lang="sv-SE"/>
          </a:p>
        </p:txBody>
      </p:sp>
    </p:spTree>
    <p:extLst>
      <p:ext uri="{BB962C8B-B14F-4D97-AF65-F5344CB8AC3E}">
        <p14:creationId xmlns:p14="http://schemas.microsoft.com/office/powerpoint/2010/main" val="6749585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71</a:t>
            </a:fld>
            <a:endParaRPr lang="sv-SE"/>
          </a:p>
        </p:txBody>
      </p:sp>
    </p:spTree>
    <p:extLst>
      <p:ext uri="{BB962C8B-B14F-4D97-AF65-F5344CB8AC3E}">
        <p14:creationId xmlns:p14="http://schemas.microsoft.com/office/powerpoint/2010/main" val="231197763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72</a:t>
            </a:fld>
            <a:endParaRPr lang="sv-SE"/>
          </a:p>
        </p:txBody>
      </p:sp>
    </p:spTree>
    <p:extLst>
      <p:ext uri="{BB962C8B-B14F-4D97-AF65-F5344CB8AC3E}">
        <p14:creationId xmlns:p14="http://schemas.microsoft.com/office/powerpoint/2010/main" val="31432056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4FD66A65-33CF-4152-9936-08500F05AF20}" type="slidenum">
              <a:rPr lang="sv-SE" smtClean="0"/>
              <a:t>73</a:t>
            </a:fld>
            <a:endParaRPr lang="sv-SE"/>
          </a:p>
        </p:txBody>
      </p:sp>
    </p:spTree>
    <p:extLst>
      <p:ext uri="{BB962C8B-B14F-4D97-AF65-F5344CB8AC3E}">
        <p14:creationId xmlns:p14="http://schemas.microsoft.com/office/powerpoint/2010/main" val="117601022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445339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58292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D66A65-33CF-4152-9936-08500F05AF20}"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18686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Logo">
    <p:spTree>
      <p:nvGrpSpPr>
        <p:cNvPr id="1" name=""/>
        <p:cNvGrpSpPr/>
        <p:nvPr/>
      </p:nvGrpSpPr>
      <p:grpSpPr>
        <a:xfrm>
          <a:off x="0" y="0"/>
          <a:ext cx="0" cy="0"/>
          <a:chOff x="0" y="0"/>
          <a:chExt cx="0" cy="0"/>
        </a:xfrm>
      </p:grpSpPr>
      <p:pic>
        <p:nvPicPr>
          <p:cNvPr id="6" name="Google Shape;111;p21">
            <a:extLst>
              <a:ext uri="{FF2B5EF4-FFF2-40B4-BE49-F238E27FC236}">
                <a16:creationId xmlns:a16="http://schemas.microsoft.com/office/drawing/2014/main" id="{ED3B80BA-C750-2424-4A8E-0B2EC88954C3}"/>
              </a:ext>
            </a:extLst>
          </p:cNvPr>
          <p:cNvPicPr preferRelativeResize="0"/>
          <p:nvPr/>
        </p:nvPicPr>
        <p:blipFill>
          <a:blip>
            <a:extLst>
              <a:ext uri="{96DAC541-7B7A-43D3-8B79-37D633B846F1}">
                <asvg:svgBlip xmlns:asvg="http://schemas.microsoft.com/office/drawing/2016/SVG/main" r:embed="rId2"/>
              </a:ext>
            </a:extLst>
          </a:blip>
          <a:srcRect/>
          <a:stretch/>
        </p:blipFill>
        <p:spPr>
          <a:xfrm>
            <a:off x="1745024" y="2071224"/>
            <a:ext cx="8269510" cy="1975494"/>
          </a:xfrm>
          <a:prstGeom prst="rect">
            <a:avLst/>
          </a:prstGeom>
          <a:noFill/>
          <a:ln>
            <a:noFill/>
          </a:ln>
        </p:spPr>
      </p:pic>
      <p:cxnSp>
        <p:nvCxnSpPr>
          <p:cNvPr id="2" name="Rak 9">
            <a:extLst>
              <a:ext uri="{FF2B5EF4-FFF2-40B4-BE49-F238E27FC236}">
                <a16:creationId xmlns:a16="http://schemas.microsoft.com/office/drawing/2014/main" id="{21493EF2-83BB-61F0-F806-BC59365A2F76}"/>
              </a:ext>
            </a:extLst>
          </p:cNvPr>
          <p:cNvCxnSpPr>
            <a:cxnSpLocks/>
          </p:cNvCxnSpPr>
          <p:nvPr/>
        </p:nvCxnSpPr>
        <p:spPr>
          <a:xfrm>
            <a:off x="479425" y="6086793"/>
            <a:ext cx="1123315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35601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op Title and preambl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04F903F-CACD-24DD-8501-2EAC5E192A17}"/>
              </a:ext>
            </a:extLst>
          </p:cNvPr>
          <p:cNvSpPr>
            <a:spLocks noGrp="1"/>
          </p:cNvSpPr>
          <p:nvPr>
            <p:ph type="ctrTitle" hasCustomPrompt="1"/>
          </p:nvPr>
        </p:nvSpPr>
        <p:spPr>
          <a:xfrm>
            <a:off x="423669" y="380364"/>
            <a:ext cx="11288905" cy="3300095"/>
          </a:xfrm>
        </p:spPr>
        <p:txBody>
          <a:bodyPr anchor="t"/>
          <a:lstStyle>
            <a:lvl1pPr algn="l">
              <a:defRPr sz="8000"/>
            </a:lvl1pPr>
          </a:lstStyle>
          <a:p>
            <a:r>
              <a:rPr lang="sv-SE"/>
              <a:t>KLICKA HÄR FÖR ATT ÄNDRA MALL FÖR RUBRIKFORMAT</a:t>
            </a:r>
          </a:p>
        </p:txBody>
      </p:sp>
      <p:sp>
        <p:nvSpPr>
          <p:cNvPr id="3" name="Underrubrik 2">
            <a:extLst>
              <a:ext uri="{FF2B5EF4-FFF2-40B4-BE49-F238E27FC236}">
                <a16:creationId xmlns:a16="http://schemas.microsoft.com/office/drawing/2014/main" id="{62970DAE-9769-4BF7-8D4E-B24B82F7F6A1}"/>
              </a:ext>
            </a:extLst>
          </p:cNvPr>
          <p:cNvSpPr>
            <a:spLocks noGrp="1"/>
          </p:cNvSpPr>
          <p:nvPr>
            <p:ph type="subTitle" idx="1"/>
          </p:nvPr>
        </p:nvSpPr>
        <p:spPr>
          <a:xfrm>
            <a:off x="479425" y="4152900"/>
            <a:ext cx="11233150" cy="1544638"/>
          </a:xfrm>
        </p:spPr>
        <p:txBody>
          <a:bodyPr anchor="b">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10" name="Platshållare för datum 9">
            <a:extLst>
              <a:ext uri="{FF2B5EF4-FFF2-40B4-BE49-F238E27FC236}">
                <a16:creationId xmlns:a16="http://schemas.microsoft.com/office/drawing/2014/main" id="{FC85C157-7B83-8B4E-0213-76E40B4D211A}"/>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11" name="Platshållare för sidfot 10">
            <a:extLst>
              <a:ext uri="{FF2B5EF4-FFF2-40B4-BE49-F238E27FC236}">
                <a16:creationId xmlns:a16="http://schemas.microsoft.com/office/drawing/2014/main" id="{F06C98C4-F43F-66F0-7096-A38660F4C901}"/>
              </a:ext>
            </a:extLst>
          </p:cNvPr>
          <p:cNvSpPr>
            <a:spLocks noGrp="1"/>
          </p:cNvSpPr>
          <p:nvPr>
            <p:ph type="ftr" sz="quarter" idx="11"/>
          </p:nvPr>
        </p:nvSpPr>
        <p:spPr/>
        <p:txBody>
          <a:bodyPr/>
          <a:lstStyle/>
          <a:p>
            <a:endParaRPr lang="sv-SE"/>
          </a:p>
        </p:txBody>
      </p:sp>
      <p:sp>
        <p:nvSpPr>
          <p:cNvPr id="12" name="Platshållare för bildnummer 11">
            <a:extLst>
              <a:ext uri="{FF2B5EF4-FFF2-40B4-BE49-F238E27FC236}">
                <a16:creationId xmlns:a16="http://schemas.microsoft.com/office/drawing/2014/main" id="{1347F4F0-67DF-060F-E99F-02415948C35A}"/>
              </a:ext>
            </a:extLst>
          </p:cNvPr>
          <p:cNvSpPr>
            <a:spLocks noGrp="1"/>
          </p:cNvSpPr>
          <p:nvPr>
            <p:ph type="sldNum" sz="quarter" idx="12"/>
          </p:nvPr>
        </p:nvSpPr>
        <p:spPr/>
        <p:txBody>
          <a:bodyPr/>
          <a:lstStyle/>
          <a:p>
            <a:fld id="{F298AEA3-A0C8-4229-8ADF-074BA8110CC4}" type="slidenum">
              <a:rPr lang="sv-SE" smtClean="0"/>
              <a:t>‹#›</a:t>
            </a:fld>
            <a:endParaRPr lang="sv-SE"/>
          </a:p>
        </p:txBody>
      </p:sp>
      <p:cxnSp>
        <p:nvCxnSpPr>
          <p:cNvPr id="4" name="Rak 9">
            <a:extLst>
              <a:ext uri="{FF2B5EF4-FFF2-40B4-BE49-F238E27FC236}">
                <a16:creationId xmlns:a16="http://schemas.microsoft.com/office/drawing/2014/main" id="{E63D88D7-D588-6C0B-10DC-F3319A2634E6}"/>
              </a:ext>
            </a:extLst>
          </p:cNvPr>
          <p:cNvCxnSpPr>
            <a:cxnSpLocks/>
          </p:cNvCxnSpPr>
          <p:nvPr/>
        </p:nvCxnSpPr>
        <p:spPr>
          <a:xfrm>
            <a:off x="479425" y="6086793"/>
            <a:ext cx="1123315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973361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op Title and preamble + Image">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076CF2EF-A1C6-8C59-66DE-B3E11EE2DD5E}"/>
              </a:ext>
            </a:extLst>
          </p:cNvPr>
          <p:cNvSpPr/>
          <p:nvPr/>
        </p:nvSpPr>
        <p:spPr>
          <a:xfrm>
            <a:off x="185057" y="5965371"/>
            <a:ext cx="11702143" cy="816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Platshållare för bild 9">
            <a:extLst>
              <a:ext uri="{FF2B5EF4-FFF2-40B4-BE49-F238E27FC236}">
                <a16:creationId xmlns:a16="http://schemas.microsoft.com/office/drawing/2014/main" id="{D67109BD-CE4B-0D5B-6378-342D8787A564}"/>
              </a:ext>
            </a:extLst>
          </p:cNvPr>
          <p:cNvSpPr>
            <a:spLocks noGrp="1"/>
          </p:cNvSpPr>
          <p:nvPr>
            <p:ph type="pic" sz="quarter" idx="10"/>
          </p:nvPr>
        </p:nvSpPr>
        <p:spPr>
          <a:xfrm>
            <a:off x="0" y="0"/>
            <a:ext cx="12192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p>
            <a:r>
              <a:rPr lang="sv-SE"/>
              <a:t>Klicka på ikonen för att lägga till en bild</a:t>
            </a:r>
          </a:p>
        </p:txBody>
      </p:sp>
      <p:sp>
        <p:nvSpPr>
          <p:cNvPr id="7" name="Underrubrik 2">
            <a:extLst>
              <a:ext uri="{FF2B5EF4-FFF2-40B4-BE49-F238E27FC236}">
                <a16:creationId xmlns:a16="http://schemas.microsoft.com/office/drawing/2014/main" id="{7F0DA28F-8D8B-1BEA-9E05-E3693CC3E563}"/>
              </a:ext>
            </a:extLst>
          </p:cNvPr>
          <p:cNvSpPr>
            <a:spLocks noGrp="1"/>
          </p:cNvSpPr>
          <p:nvPr>
            <p:ph type="subTitle" idx="1"/>
          </p:nvPr>
        </p:nvSpPr>
        <p:spPr>
          <a:xfrm>
            <a:off x="479425" y="4653643"/>
            <a:ext cx="11233150" cy="1544638"/>
          </a:xfrm>
        </p:spPr>
        <p:txBody>
          <a:bodyPr anchor="b">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12" name="Rubrik 1">
            <a:extLst>
              <a:ext uri="{FF2B5EF4-FFF2-40B4-BE49-F238E27FC236}">
                <a16:creationId xmlns:a16="http://schemas.microsoft.com/office/drawing/2014/main" id="{D97054B2-6F4F-2930-7D80-C5810DB03427}"/>
              </a:ext>
            </a:extLst>
          </p:cNvPr>
          <p:cNvSpPr>
            <a:spLocks noGrp="1"/>
          </p:cNvSpPr>
          <p:nvPr>
            <p:ph type="ctrTitle" hasCustomPrompt="1"/>
          </p:nvPr>
        </p:nvSpPr>
        <p:spPr>
          <a:xfrm>
            <a:off x="423669" y="380364"/>
            <a:ext cx="11288905" cy="3300095"/>
          </a:xfrm>
        </p:spPr>
        <p:txBody>
          <a:bodyPr anchor="t"/>
          <a:lstStyle>
            <a:lvl1pPr algn="l">
              <a:defRPr sz="8000"/>
            </a:lvl1pPr>
          </a:lstStyle>
          <a:p>
            <a:r>
              <a:rPr lang="sv-SE"/>
              <a:t>KLICKA HÄR FÖR ATT ÄNDRA MALL FÖR RUBRIKFORMAT</a:t>
            </a:r>
          </a:p>
        </p:txBody>
      </p:sp>
    </p:spTree>
    <p:extLst>
      <p:ext uri="{BB962C8B-B14F-4D97-AF65-F5344CB8AC3E}">
        <p14:creationId xmlns:p14="http://schemas.microsoft.com/office/powerpoint/2010/main" val="3938224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ottom Title and preambl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0000827-8CB6-F7D2-2DC5-6F898CC800E7}"/>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3833A91F-F24B-031E-19E8-393CCDFB0669}"/>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BBF5AB70-874D-2E29-53D9-F08DF5315848}"/>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7" name="Underrubrik 2">
            <a:extLst>
              <a:ext uri="{FF2B5EF4-FFF2-40B4-BE49-F238E27FC236}">
                <a16:creationId xmlns:a16="http://schemas.microsoft.com/office/drawing/2014/main" id="{53B53751-00F6-35E1-BB57-26D6A666E835}"/>
              </a:ext>
            </a:extLst>
          </p:cNvPr>
          <p:cNvSpPr>
            <a:spLocks noGrp="1"/>
          </p:cNvSpPr>
          <p:nvPr>
            <p:ph type="subTitle" idx="1"/>
          </p:nvPr>
        </p:nvSpPr>
        <p:spPr>
          <a:xfrm>
            <a:off x="479425" y="425813"/>
            <a:ext cx="11233150" cy="1544638"/>
          </a:xfrm>
        </p:spPr>
        <p:txBody>
          <a:bodyPr anchor="t">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8" name="Rubrik 1">
            <a:extLst>
              <a:ext uri="{FF2B5EF4-FFF2-40B4-BE49-F238E27FC236}">
                <a16:creationId xmlns:a16="http://schemas.microsoft.com/office/drawing/2014/main" id="{9A81336E-4DB4-3DC1-B9ED-FE88BE619282}"/>
              </a:ext>
            </a:extLst>
          </p:cNvPr>
          <p:cNvSpPr>
            <a:spLocks noGrp="1"/>
          </p:cNvSpPr>
          <p:nvPr>
            <p:ph type="ctrTitle" hasCustomPrompt="1"/>
          </p:nvPr>
        </p:nvSpPr>
        <p:spPr>
          <a:xfrm>
            <a:off x="423669" y="2644061"/>
            <a:ext cx="11288905" cy="3300095"/>
          </a:xfrm>
        </p:spPr>
        <p:txBody>
          <a:bodyPr anchor="b"/>
          <a:lstStyle>
            <a:lvl1pPr algn="l">
              <a:defRPr sz="8000"/>
            </a:lvl1pPr>
          </a:lstStyle>
          <a:p>
            <a:r>
              <a:rPr lang="sv-SE"/>
              <a:t>KLICKA HÄR FÖR ATT ÄNDRA MALL FÖR RUBRIKFORMAT</a:t>
            </a:r>
          </a:p>
        </p:txBody>
      </p:sp>
      <p:cxnSp>
        <p:nvCxnSpPr>
          <p:cNvPr id="2" name="Rak 9">
            <a:extLst>
              <a:ext uri="{FF2B5EF4-FFF2-40B4-BE49-F238E27FC236}">
                <a16:creationId xmlns:a16="http://schemas.microsoft.com/office/drawing/2014/main" id="{9EB18CD4-475C-7CDF-1169-411464C435B2}"/>
              </a:ext>
            </a:extLst>
          </p:cNvPr>
          <p:cNvCxnSpPr>
            <a:cxnSpLocks/>
          </p:cNvCxnSpPr>
          <p:nvPr/>
        </p:nvCxnSpPr>
        <p:spPr>
          <a:xfrm>
            <a:off x="479425" y="6086793"/>
            <a:ext cx="1123315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05922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ottom Title and preamble + Image">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F69279DF-4BC5-362C-CFE6-497022EF6CDB}"/>
              </a:ext>
            </a:extLst>
          </p:cNvPr>
          <p:cNvSpPr/>
          <p:nvPr/>
        </p:nvSpPr>
        <p:spPr>
          <a:xfrm>
            <a:off x="185057" y="5965371"/>
            <a:ext cx="11702143" cy="816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Platshållare för bild 9">
            <a:extLst>
              <a:ext uri="{FF2B5EF4-FFF2-40B4-BE49-F238E27FC236}">
                <a16:creationId xmlns:a16="http://schemas.microsoft.com/office/drawing/2014/main" id="{D1AC29A3-0925-073F-A3BF-7412C204F7B0}"/>
              </a:ext>
            </a:extLst>
          </p:cNvPr>
          <p:cNvSpPr>
            <a:spLocks noGrp="1"/>
          </p:cNvSpPr>
          <p:nvPr>
            <p:ph type="pic" sz="quarter" idx="13"/>
          </p:nvPr>
        </p:nvSpPr>
        <p:spPr>
          <a:xfrm>
            <a:off x="0" y="0"/>
            <a:ext cx="12192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p>
            <a:r>
              <a:rPr lang="sv-SE"/>
              <a:t>Klicka på ikonen för att lägga till en bild</a:t>
            </a:r>
          </a:p>
        </p:txBody>
      </p:sp>
      <p:sp>
        <p:nvSpPr>
          <p:cNvPr id="7" name="Underrubrik 2">
            <a:extLst>
              <a:ext uri="{FF2B5EF4-FFF2-40B4-BE49-F238E27FC236}">
                <a16:creationId xmlns:a16="http://schemas.microsoft.com/office/drawing/2014/main" id="{E19978B8-97A3-1F83-5EC1-70E03DD634D9}"/>
              </a:ext>
            </a:extLst>
          </p:cNvPr>
          <p:cNvSpPr>
            <a:spLocks noGrp="1"/>
          </p:cNvSpPr>
          <p:nvPr>
            <p:ph type="subTitle" idx="1"/>
          </p:nvPr>
        </p:nvSpPr>
        <p:spPr>
          <a:xfrm>
            <a:off x="479425" y="425813"/>
            <a:ext cx="11233150" cy="1544638"/>
          </a:xfrm>
        </p:spPr>
        <p:txBody>
          <a:bodyPr anchor="t">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10" name="Rubrik 1">
            <a:extLst>
              <a:ext uri="{FF2B5EF4-FFF2-40B4-BE49-F238E27FC236}">
                <a16:creationId xmlns:a16="http://schemas.microsoft.com/office/drawing/2014/main" id="{48865797-99C1-0FA1-2B5D-0A781341948C}"/>
              </a:ext>
            </a:extLst>
          </p:cNvPr>
          <p:cNvSpPr>
            <a:spLocks noGrp="1"/>
          </p:cNvSpPr>
          <p:nvPr>
            <p:ph type="ctrTitle" hasCustomPrompt="1"/>
          </p:nvPr>
        </p:nvSpPr>
        <p:spPr>
          <a:xfrm>
            <a:off x="423669" y="3040037"/>
            <a:ext cx="11288905" cy="3300095"/>
          </a:xfrm>
        </p:spPr>
        <p:txBody>
          <a:bodyPr anchor="b"/>
          <a:lstStyle>
            <a:lvl1pPr algn="l">
              <a:defRPr sz="8000"/>
            </a:lvl1pPr>
          </a:lstStyle>
          <a:p>
            <a:r>
              <a:rPr lang="sv-SE"/>
              <a:t>KLICKA HÄR FÖR ATT ÄNDRA MALL FÖR RUBRIKFORMAT</a:t>
            </a:r>
          </a:p>
        </p:txBody>
      </p:sp>
    </p:spTree>
    <p:extLst>
      <p:ext uri="{BB962C8B-B14F-4D97-AF65-F5344CB8AC3E}">
        <p14:creationId xmlns:p14="http://schemas.microsoft.com/office/powerpoint/2010/main" val="469473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op Title and preamble + Pattern 1">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EA561FD-2849-857A-5E59-87544E014FE0}"/>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001D2234-62B1-561A-E743-963E9F263C96}"/>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C76C1071-D53F-4687-91DC-FACFC0294334}"/>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7" name="Underrubrik 2">
            <a:extLst>
              <a:ext uri="{FF2B5EF4-FFF2-40B4-BE49-F238E27FC236}">
                <a16:creationId xmlns:a16="http://schemas.microsoft.com/office/drawing/2014/main" id="{B28F49CF-12F5-9E2A-7D57-F12ACA39F765}"/>
              </a:ext>
            </a:extLst>
          </p:cNvPr>
          <p:cNvSpPr>
            <a:spLocks noGrp="1"/>
          </p:cNvSpPr>
          <p:nvPr>
            <p:ph type="subTitle" idx="1"/>
          </p:nvPr>
        </p:nvSpPr>
        <p:spPr>
          <a:xfrm>
            <a:off x="479425" y="4152900"/>
            <a:ext cx="8517091" cy="1544638"/>
          </a:xfrm>
        </p:spPr>
        <p:txBody>
          <a:bodyPr anchor="b">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11" name="Rubrik 1">
            <a:extLst>
              <a:ext uri="{FF2B5EF4-FFF2-40B4-BE49-F238E27FC236}">
                <a16:creationId xmlns:a16="http://schemas.microsoft.com/office/drawing/2014/main" id="{A5EE91C2-2F59-EBB9-5972-59CC4CF0A955}"/>
              </a:ext>
            </a:extLst>
          </p:cNvPr>
          <p:cNvSpPr>
            <a:spLocks noGrp="1"/>
          </p:cNvSpPr>
          <p:nvPr>
            <p:ph type="ctrTitle" hasCustomPrompt="1"/>
          </p:nvPr>
        </p:nvSpPr>
        <p:spPr>
          <a:xfrm>
            <a:off x="423669" y="380364"/>
            <a:ext cx="8572847" cy="3300095"/>
          </a:xfrm>
        </p:spPr>
        <p:txBody>
          <a:bodyPr anchor="t"/>
          <a:lstStyle>
            <a:lvl1pPr algn="l">
              <a:defRPr sz="8000"/>
            </a:lvl1pPr>
          </a:lstStyle>
          <a:p>
            <a:r>
              <a:rPr lang="sv-SE"/>
              <a:t>KLICKA HÄR FÖR ATT ÄNDRA MALL FÖR RUBRIKFORMAT</a:t>
            </a:r>
          </a:p>
        </p:txBody>
      </p:sp>
      <p:grpSp>
        <p:nvGrpSpPr>
          <p:cNvPr id="2" name="Grupp 1">
            <a:extLst>
              <a:ext uri="{FF2B5EF4-FFF2-40B4-BE49-F238E27FC236}">
                <a16:creationId xmlns:a16="http://schemas.microsoft.com/office/drawing/2014/main" id="{99CE05FC-A456-8311-5F35-8110250B828C}"/>
              </a:ext>
            </a:extLst>
          </p:cNvPr>
          <p:cNvGrpSpPr/>
          <p:nvPr/>
        </p:nvGrpSpPr>
        <p:grpSpPr>
          <a:xfrm>
            <a:off x="8782185" y="0"/>
            <a:ext cx="3409815" cy="6858000"/>
            <a:chOff x="8782185" y="0"/>
            <a:chExt cx="3409815" cy="6858000"/>
          </a:xfrm>
        </p:grpSpPr>
        <p:pic>
          <p:nvPicPr>
            <p:cNvPr id="6" name="Bild 5">
              <a:extLst>
                <a:ext uri="{FF2B5EF4-FFF2-40B4-BE49-F238E27FC236}">
                  <a16:creationId xmlns:a16="http://schemas.microsoft.com/office/drawing/2014/main" id="{B69E5D26-B30A-41F8-9C05-39C72F8C862C}"/>
                </a:ext>
              </a:extLst>
            </p:cNvPr>
            <p:cNvPicPr>
              <a:picLocks noChangeAspect="1"/>
            </p:cNvPicPr>
            <p:nvPr userDrawn="1"/>
          </p:nvPicPr>
          <p:blipFill>
            <a:blip>
              <a:extLst>
                <a:ext uri="{96DAC541-7B7A-43D3-8B79-37D633B846F1}">
                  <asvg:svgBlip xmlns:asvg="http://schemas.microsoft.com/office/drawing/2016/SVG/main" r:embed="rId2"/>
                </a:ext>
              </a:extLst>
            </a:blip>
            <a:srcRect t="16941" r="60974"/>
            <a:stretch>
              <a:fillRect/>
            </a:stretch>
          </p:blipFill>
          <p:spPr>
            <a:xfrm>
              <a:off x="8782185" y="0"/>
              <a:ext cx="3409815" cy="3316460"/>
            </a:xfrm>
            <a:prstGeom prst="rect">
              <a:avLst/>
            </a:prstGeom>
          </p:spPr>
        </p:pic>
        <p:pic>
          <p:nvPicPr>
            <p:cNvPr id="8" name="Bild 7">
              <a:extLst>
                <a:ext uri="{FF2B5EF4-FFF2-40B4-BE49-F238E27FC236}">
                  <a16:creationId xmlns:a16="http://schemas.microsoft.com/office/drawing/2014/main" id="{14EE7369-D16C-8EDA-DCF6-D7EC26AE1DC0}"/>
                </a:ext>
              </a:extLst>
            </p:cNvPr>
            <p:cNvPicPr>
              <a:picLocks noChangeAspect="1"/>
            </p:cNvPicPr>
            <p:nvPr userDrawn="1"/>
          </p:nvPicPr>
          <p:blipFill>
            <a:blip>
              <a:extLst>
                <a:ext uri="{96DAC541-7B7A-43D3-8B79-37D633B846F1}">
                  <asvg:svgBlip xmlns:asvg="http://schemas.microsoft.com/office/drawing/2016/SVG/main" r:embed="rId2"/>
                </a:ext>
              </a:extLst>
            </a:blip>
            <a:srcRect r="60974" b="12145"/>
            <a:stretch>
              <a:fillRect/>
            </a:stretch>
          </p:blipFill>
          <p:spPr>
            <a:xfrm>
              <a:off x="8782185" y="3350074"/>
              <a:ext cx="3409815" cy="3507926"/>
            </a:xfrm>
            <a:prstGeom prst="rect">
              <a:avLst/>
            </a:prstGeom>
          </p:spPr>
        </p:pic>
      </p:grpSp>
      <p:cxnSp>
        <p:nvCxnSpPr>
          <p:cNvPr id="10" name="Rak 9">
            <a:extLst>
              <a:ext uri="{FF2B5EF4-FFF2-40B4-BE49-F238E27FC236}">
                <a16:creationId xmlns:a16="http://schemas.microsoft.com/office/drawing/2014/main" id="{A00B38AE-18A4-A88F-6D73-EDC068AE0DFE}"/>
              </a:ext>
            </a:extLst>
          </p:cNvPr>
          <p:cNvCxnSpPr>
            <a:cxnSpLocks/>
          </p:cNvCxnSpPr>
          <p:nvPr/>
        </p:nvCxnSpPr>
        <p:spPr>
          <a:xfrm>
            <a:off x="479425" y="6086793"/>
            <a:ext cx="8192135" cy="0"/>
          </a:xfrm>
          <a:prstGeom prst="line">
            <a:avLst/>
          </a:prstGeom>
          <a:ln w="158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92836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op Title and preamble + Pattern 2">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2BD5ACF8-19E3-8F13-19C7-805A11627A35}"/>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97E7131A-71CD-6749-4C20-831519AD68C8}"/>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BBB36E08-C3CA-9B68-4598-DA3942A1C73D}"/>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7" name="Underrubrik 2">
            <a:extLst>
              <a:ext uri="{FF2B5EF4-FFF2-40B4-BE49-F238E27FC236}">
                <a16:creationId xmlns:a16="http://schemas.microsoft.com/office/drawing/2014/main" id="{EDF1C6A1-4294-8B01-8850-E7F6A85C80D1}"/>
              </a:ext>
            </a:extLst>
          </p:cNvPr>
          <p:cNvSpPr>
            <a:spLocks noGrp="1"/>
          </p:cNvSpPr>
          <p:nvPr>
            <p:ph type="subTitle" idx="1"/>
          </p:nvPr>
        </p:nvSpPr>
        <p:spPr>
          <a:xfrm>
            <a:off x="479425" y="4152900"/>
            <a:ext cx="8517091" cy="1544638"/>
          </a:xfrm>
        </p:spPr>
        <p:txBody>
          <a:bodyPr anchor="b">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9" name="Rubrik 1">
            <a:extLst>
              <a:ext uri="{FF2B5EF4-FFF2-40B4-BE49-F238E27FC236}">
                <a16:creationId xmlns:a16="http://schemas.microsoft.com/office/drawing/2014/main" id="{E24579F3-7B3C-71BD-B5A1-FC7D83E11EC5}"/>
              </a:ext>
            </a:extLst>
          </p:cNvPr>
          <p:cNvSpPr>
            <a:spLocks noGrp="1"/>
          </p:cNvSpPr>
          <p:nvPr>
            <p:ph type="ctrTitle" hasCustomPrompt="1"/>
          </p:nvPr>
        </p:nvSpPr>
        <p:spPr>
          <a:xfrm>
            <a:off x="423669" y="380364"/>
            <a:ext cx="8572847" cy="3300095"/>
          </a:xfrm>
        </p:spPr>
        <p:txBody>
          <a:bodyPr anchor="t"/>
          <a:lstStyle>
            <a:lvl1pPr algn="l">
              <a:defRPr sz="8000"/>
            </a:lvl1pPr>
          </a:lstStyle>
          <a:p>
            <a:r>
              <a:rPr lang="sv-SE"/>
              <a:t>KLICKA HÄR FÖR ATT ÄNDRA MALL FÖR RUBRIKFORMAT</a:t>
            </a:r>
          </a:p>
        </p:txBody>
      </p:sp>
      <p:pic>
        <p:nvPicPr>
          <p:cNvPr id="2" name="Bild 1">
            <a:extLst>
              <a:ext uri="{FF2B5EF4-FFF2-40B4-BE49-F238E27FC236}">
                <a16:creationId xmlns:a16="http://schemas.microsoft.com/office/drawing/2014/main" id="{FB28A033-3195-A739-29EA-F0CA7155BE88}"/>
              </a:ext>
            </a:extLst>
          </p:cNvPr>
          <p:cNvPicPr>
            <a:picLocks noChangeAspect="1"/>
          </p:cNvPicPr>
          <p:nvPr/>
        </p:nvPicPr>
        <p:blipFill>
          <a:blip>
            <a:extLst>
              <a:ext uri="{96DAC541-7B7A-43D3-8B79-37D633B846F1}">
                <asvg:svgBlip xmlns:asvg="http://schemas.microsoft.com/office/drawing/2016/SVG/main" r:embed="rId2"/>
              </a:ext>
            </a:extLst>
          </a:blip>
          <a:srcRect r="53937"/>
          <a:stretch>
            <a:fillRect/>
          </a:stretch>
        </p:blipFill>
        <p:spPr>
          <a:xfrm>
            <a:off x="8782185" y="-1"/>
            <a:ext cx="3409815" cy="6862699"/>
          </a:xfrm>
          <a:prstGeom prst="rect">
            <a:avLst/>
          </a:prstGeom>
        </p:spPr>
      </p:pic>
      <p:cxnSp>
        <p:nvCxnSpPr>
          <p:cNvPr id="10" name="Rak 9">
            <a:extLst>
              <a:ext uri="{FF2B5EF4-FFF2-40B4-BE49-F238E27FC236}">
                <a16:creationId xmlns:a16="http://schemas.microsoft.com/office/drawing/2014/main" id="{FC52CE6A-D8F8-83E4-E8F5-920941CE4DA8}"/>
              </a:ext>
            </a:extLst>
          </p:cNvPr>
          <p:cNvCxnSpPr>
            <a:cxnSpLocks/>
          </p:cNvCxnSpPr>
          <p:nvPr/>
        </p:nvCxnSpPr>
        <p:spPr>
          <a:xfrm>
            <a:off x="479425" y="6086793"/>
            <a:ext cx="8192135" cy="0"/>
          </a:xfrm>
          <a:prstGeom prst="line">
            <a:avLst/>
          </a:prstGeom>
          <a:ln w="158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05823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5B66D1DE-B4D7-D5C2-D62D-EE882A2A872C}"/>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9B87733A-9B5E-1981-D919-C77D94386A2A}"/>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5075A07D-2287-FF61-5D6C-2678319CDDFD}"/>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7" name="Rubrik 1">
            <a:extLst>
              <a:ext uri="{FF2B5EF4-FFF2-40B4-BE49-F238E27FC236}">
                <a16:creationId xmlns:a16="http://schemas.microsoft.com/office/drawing/2014/main" id="{208FBC27-C4CD-2545-89C6-8829ACB673DF}"/>
              </a:ext>
            </a:extLst>
          </p:cNvPr>
          <p:cNvSpPr>
            <a:spLocks noGrp="1"/>
          </p:cNvSpPr>
          <p:nvPr>
            <p:ph type="ctrTitle" hasCustomPrompt="1"/>
          </p:nvPr>
        </p:nvSpPr>
        <p:spPr>
          <a:xfrm>
            <a:off x="423669" y="549274"/>
            <a:ext cx="11288905" cy="5148263"/>
          </a:xfrm>
        </p:spPr>
        <p:txBody>
          <a:bodyPr anchor="ctr"/>
          <a:lstStyle>
            <a:lvl1pPr algn="l">
              <a:defRPr sz="8000"/>
            </a:lvl1pPr>
          </a:lstStyle>
          <a:p>
            <a:r>
              <a:rPr lang="sv-SE"/>
              <a:t>KLICKA HÄR FÖR ATT ÄNDRA MALL FÖR RUBRIKFORMAT</a:t>
            </a:r>
          </a:p>
        </p:txBody>
      </p:sp>
      <p:cxnSp>
        <p:nvCxnSpPr>
          <p:cNvPr id="2" name="Rak 9">
            <a:extLst>
              <a:ext uri="{FF2B5EF4-FFF2-40B4-BE49-F238E27FC236}">
                <a16:creationId xmlns:a16="http://schemas.microsoft.com/office/drawing/2014/main" id="{4DDD69AD-9569-485B-5D3D-D20C9DA833E3}"/>
              </a:ext>
            </a:extLst>
          </p:cNvPr>
          <p:cNvCxnSpPr>
            <a:cxnSpLocks/>
          </p:cNvCxnSpPr>
          <p:nvPr/>
        </p:nvCxnSpPr>
        <p:spPr>
          <a:xfrm>
            <a:off x="479425" y="6086793"/>
            <a:ext cx="1123315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07160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ullet lis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FC69325E-E06D-9BF3-4A3E-8C4C82359286}"/>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56118687-4A16-BA55-C6AB-3EB71131165D}"/>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663FA246-DEAB-156E-6415-7BFE48D831B2}"/>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6" name="Underrubrik 2">
            <a:extLst>
              <a:ext uri="{FF2B5EF4-FFF2-40B4-BE49-F238E27FC236}">
                <a16:creationId xmlns:a16="http://schemas.microsoft.com/office/drawing/2014/main" id="{50A963AD-5CAC-A5EB-52E3-DC666F6E09BE}"/>
              </a:ext>
            </a:extLst>
          </p:cNvPr>
          <p:cNvSpPr>
            <a:spLocks noGrp="1"/>
          </p:cNvSpPr>
          <p:nvPr>
            <p:ph type="subTitle" idx="1"/>
          </p:nvPr>
        </p:nvSpPr>
        <p:spPr>
          <a:xfrm>
            <a:off x="479425" y="549275"/>
            <a:ext cx="11233150" cy="5148263"/>
          </a:xfrm>
        </p:spPr>
        <p:txBody>
          <a:bodyPr anchor="ctr">
            <a:normAutofit/>
          </a:bodyPr>
          <a:lstStyle>
            <a:lvl1pPr marL="288000" indent="-288000" algn="l">
              <a:buFont typeface="Wingdings" pitchFamily="2" charset="2"/>
              <a:buChar char="§"/>
              <a:defRPr sz="28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cxnSp>
        <p:nvCxnSpPr>
          <p:cNvPr id="2" name="Rak 9">
            <a:extLst>
              <a:ext uri="{FF2B5EF4-FFF2-40B4-BE49-F238E27FC236}">
                <a16:creationId xmlns:a16="http://schemas.microsoft.com/office/drawing/2014/main" id="{0ABC007B-A65F-FEDC-B9E5-7A54724E8FEC}"/>
              </a:ext>
            </a:extLst>
          </p:cNvPr>
          <p:cNvCxnSpPr>
            <a:cxnSpLocks/>
          </p:cNvCxnSpPr>
          <p:nvPr/>
        </p:nvCxnSpPr>
        <p:spPr>
          <a:xfrm>
            <a:off x="479425" y="6086793"/>
            <a:ext cx="1123315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56680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mall title">
    <p:spTree>
      <p:nvGrpSpPr>
        <p:cNvPr id="1" name=""/>
        <p:cNvGrpSpPr/>
        <p:nvPr/>
      </p:nvGrpSpPr>
      <p:grpSpPr>
        <a:xfrm>
          <a:off x="0" y="0"/>
          <a:ext cx="0" cy="0"/>
          <a:chOff x="0" y="0"/>
          <a:chExt cx="0" cy="0"/>
        </a:xfrm>
      </p:grpSpPr>
      <p:sp>
        <p:nvSpPr>
          <p:cNvPr id="9" name="Rubrik 8">
            <a:extLst>
              <a:ext uri="{FF2B5EF4-FFF2-40B4-BE49-F238E27FC236}">
                <a16:creationId xmlns:a16="http://schemas.microsoft.com/office/drawing/2014/main" id="{D9355F84-4024-834E-FC30-84CD06B3CEBC}"/>
              </a:ext>
            </a:extLst>
          </p:cNvPr>
          <p:cNvSpPr>
            <a:spLocks noGrp="1"/>
          </p:cNvSpPr>
          <p:nvPr>
            <p:ph type="title" hasCustomPrompt="1"/>
          </p:nvPr>
        </p:nvSpPr>
        <p:spPr/>
        <p:txBody>
          <a:bodyPr/>
          <a:lstStyle/>
          <a:p>
            <a:r>
              <a:rPr lang="sv-SE"/>
              <a:t>KLICKA HÄR FÖR ATT ÄNDRA MALL FÖR RUBRIKFORMAT</a:t>
            </a:r>
          </a:p>
        </p:txBody>
      </p:sp>
      <p:sp>
        <p:nvSpPr>
          <p:cNvPr id="10" name="Platshållare för datum 9">
            <a:extLst>
              <a:ext uri="{FF2B5EF4-FFF2-40B4-BE49-F238E27FC236}">
                <a16:creationId xmlns:a16="http://schemas.microsoft.com/office/drawing/2014/main" id="{A7DFB35B-8444-FC8C-FAE9-1DC537405B1C}"/>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11" name="Platshållare för sidfot 10">
            <a:extLst>
              <a:ext uri="{FF2B5EF4-FFF2-40B4-BE49-F238E27FC236}">
                <a16:creationId xmlns:a16="http://schemas.microsoft.com/office/drawing/2014/main" id="{7276C3D4-25B8-5578-4452-3C816818B570}"/>
              </a:ext>
            </a:extLst>
          </p:cNvPr>
          <p:cNvSpPr>
            <a:spLocks noGrp="1"/>
          </p:cNvSpPr>
          <p:nvPr>
            <p:ph type="ftr" sz="quarter" idx="11"/>
          </p:nvPr>
        </p:nvSpPr>
        <p:spPr/>
        <p:txBody>
          <a:bodyPr/>
          <a:lstStyle/>
          <a:p>
            <a:endParaRPr lang="sv-SE"/>
          </a:p>
        </p:txBody>
      </p:sp>
      <p:sp>
        <p:nvSpPr>
          <p:cNvPr id="12" name="Platshållare för bildnummer 11">
            <a:extLst>
              <a:ext uri="{FF2B5EF4-FFF2-40B4-BE49-F238E27FC236}">
                <a16:creationId xmlns:a16="http://schemas.microsoft.com/office/drawing/2014/main" id="{C297EA4D-CDC5-7F59-2941-FBF1C2B88D2D}"/>
              </a:ext>
            </a:extLst>
          </p:cNvPr>
          <p:cNvSpPr>
            <a:spLocks noGrp="1"/>
          </p:cNvSpPr>
          <p:nvPr>
            <p:ph type="sldNum" sz="quarter" idx="12"/>
          </p:nvPr>
        </p:nvSpPr>
        <p:spPr/>
        <p:txBody>
          <a:bodyPr/>
          <a:lstStyle/>
          <a:p>
            <a:fld id="{F298AEA3-A0C8-4229-8ADF-074BA8110CC4}" type="slidenum">
              <a:rPr lang="sv-SE" smtClean="0"/>
              <a:t>‹#›</a:t>
            </a:fld>
            <a:endParaRPr lang="sv-SE"/>
          </a:p>
        </p:txBody>
      </p:sp>
      <p:cxnSp>
        <p:nvCxnSpPr>
          <p:cNvPr id="2" name="Rak 9">
            <a:extLst>
              <a:ext uri="{FF2B5EF4-FFF2-40B4-BE49-F238E27FC236}">
                <a16:creationId xmlns:a16="http://schemas.microsoft.com/office/drawing/2014/main" id="{D182D79A-AD01-7B41-AEA8-7071BD2F4473}"/>
              </a:ext>
            </a:extLst>
          </p:cNvPr>
          <p:cNvCxnSpPr>
            <a:cxnSpLocks/>
          </p:cNvCxnSpPr>
          <p:nvPr/>
        </p:nvCxnSpPr>
        <p:spPr>
          <a:xfrm>
            <a:off x="479425" y="6086793"/>
            <a:ext cx="1123315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2853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8C3EDF05-4702-F52C-38F9-A13DF82753F9}"/>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1" name="Rubrik 10">
            <a:extLst>
              <a:ext uri="{FF2B5EF4-FFF2-40B4-BE49-F238E27FC236}">
                <a16:creationId xmlns:a16="http://schemas.microsoft.com/office/drawing/2014/main" id="{534EDFF3-5FC7-A53A-9FB6-16D8096D61CB}"/>
              </a:ext>
            </a:extLst>
          </p:cNvPr>
          <p:cNvSpPr>
            <a:spLocks noGrp="1"/>
          </p:cNvSpPr>
          <p:nvPr>
            <p:ph type="title" hasCustomPrompt="1"/>
          </p:nvPr>
        </p:nvSpPr>
        <p:spPr/>
        <p:txBody>
          <a:bodyPr/>
          <a:lstStyle/>
          <a:p>
            <a:r>
              <a:rPr lang="sv-SE"/>
              <a:t>KLICKA HÄR FÖR ATT ÄNDRA MALL FÖR RUBRIKFORMAT</a:t>
            </a:r>
          </a:p>
        </p:txBody>
      </p:sp>
      <p:sp>
        <p:nvSpPr>
          <p:cNvPr id="12" name="Platshållare för datum 11">
            <a:extLst>
              <a:ext uri="{FF2B5EF4-FFF2-40B4-BE49-F238E27FC236}">
                <a16:creationId xmlns:a16="http://schemas.microsoft.com/office/drawing/2014/main" id="{AD685D3C-82CF-F810-A458-789837ED8C45}"/>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13" name="Platshållare för sidfot 12">
            <a:extLst>
              <a:ext uri="{FF2B5EF4-FFF2-40B4-BE49-F238E27FC236}">
                <a16:creationId xmlns:a16="http://schemas.microsoft.com/office/drawing/2014/main" id="{F571C0A2-72A8-3244-912D-00FB45362ECA}"/>
              </a:ext>
            </a:extLst>
          </p:cNvPr>
          <p:cNvSpPr>
            <a:spLocks noGrp="1"/>
          </p:cNvSpPr>
          <p:nvPr>
            <p:ph type="ftr" sz="quarter" idx="11"/>
          </p:nvPr>
        </p:nvSpPr>
        <p:spPr/>
        <p:txBody>
          <a:bodyPr/>
          <a:lstStyle/>
          <a:p>
            <a:endParaRPr lang="sv-SE"/>
          </a:p>
        </p:txBody>
      </p:sp>
      <p:sp>
        <p:nvSpPr>
          <p:cNvPr id="14" name="Platshållare för bildnummer 13">
            <a:extLst>
              <a:ext uri="{FF2B5EF4-FFF2-40B4-BE49-F238E27FC236}">
                <a16:creationId xmlns:a16="http://schemas.microsoft.com/office/drawing/2014/main" id="{EDF6EEEF-7840-2645-E156-D0F21E1BB497}"/>
              </a:ext>
            </a:extLst>
          </p:cNvPr>
          <p:cNvSpPr>
            <a:spLocks noGrp="1"/>
          </p:cNvSpPr>
          <p:nvPr>
            <p:ph type="sldNum" sz="quarter" idx="12"/>
          </p:nvPr>
        </p:nvSpPr>
        <p:spPr/>
        <p:txBody>
          <a:bodyPr/>
          <a:lstStyle/>
          <a:p>
            <a:fld id="{F298AEA3-A0C8-4229-8ADF-074BA8110CC4}" type="slidenum">
              <a:rPr lang="sv-SE" smtClean="0"/>
              <a:t>‹#›</a:t>
            </a:fld>
            <a:endParaRPr lang="sv-SE"/>
          </a:p>
        </p:txBody>
      </p:sp>
    </p:spTree>
    <p:extLst>
      <p:ext uri="{BB962C8B-B14F-4D97-AF65-F5344CB8AC3E}">
        <p14:creationId xmlns:p14="http://schemas.microsoft.com/office/powerpoint/2010/main" val="3248265722"/>
      </p:ext>
    </p:extLst>
  </p:cSld>
  <p:clrMapOvr>
    <a:masterClrMapping/>
  </p:clrMapOvr>
  <p:extLst>
    <p:ext uri="{DCECCB84-F9BA-43D5-87BE-67443E8EF086}">
      <p15:sldGuideLst xmlns:p15="http://schemas.microsoft.com/office/powerpoint/2012/main">
        <p15:guide id="1" orient="horz" pos="218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ext">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8C3EDF05-4702-F52C-38F9-A13DF82753F9}"/>
              </a:ext>
            </a:extLst>
          </p:cNvPr>
          <p:cNvSpPr>
            <a:spLocks noGrp="1"/>
          </p:cNvSpPr>
          <p:nvPr>
            <p:ph idx="1"/>
          </p:nvPr>
        </p:nvSpPr>
        <p:spPr>
          <a:xfrm>
            <a:off x="413629" y="1505666"/>
            <a:ext cx="11298946" cy="4191871"/>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1" name="Rubrik 10">
            <a:extLst>
              <a:ext uri="{FF2B5EF4-FFF2-40B4-BE49-F238E27FC236}">
                <a16:creationId xmlns:a16="http://schemas.microsoft.com/office/drawing/2014/main" id="{534EDFF3-5FC7-A53A-9FB6-16D8096D61CB}"/>
              </a:ext>
            </a:extLst>
          </p:cNvPr>
          <p:cNvSpPr>
            <a:spLocks noGrp="1"/>
          </p:cNvSpPr>
          <p:nvPr>
            <p:ph type="title" hasCustomPrompt="1"/>
          </p:nvPr>
        </p:nvSpPr>
        <p:spPr>
          <a:xfrm>
            <a:off x="447919" y="441326"/>
            <a:ext cx="11264656" cy="782458"/>
          </a:xfrm>
        </p:spPr>
        <p:txBody>
          <a:bodyPr/>
          <a:lstStyle/>
          <a:p>
            <a:r>
              <a:rPr lang="sv-SE"/>
              <a:t>KLICKA HÄR FÖR ATT ÄNDRA MALL FÖR RUBRIKFORMAT</a:t>
            </a:r>
          </a:p>
        </p:txBody>
      </p:sp>
      <p:sp>
        <p:nvSpPr>
          <p:cNvPr id="12" name="Platshållare för datum 11">
            <a:extLst>
              <a:ext uri="{FF2B5EF4-FFF2-40B4-BE49-F238E27FC236}">
                <a16:creationId xmlns:a16="http://schemas.microsoft.com/office/drawing/2014/main" id="{AD685D3C-82CF-F810-A458-789837ED8C45}"/>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13" name="Platshållare för sidfot 12">
            <a:extLst>
              <a:ext uri="{FF2B5EF4-FFF2-40B4-BE49-F238E27FC236}">
                <a16:creationId xmlns:a16="http://schemas.microsoft.com/office/drawing/2014/main" id="{F571C0A2-72A8-3244-912D-00FB45362ECA}"/>
              </a:ext>
            </a:extLst>
          </p:cNvPr>
          <p:cNvSpPr>
            <a:spLocks noGrp="1"/>
          </p:cNvSpPr>
          <p:nvPr>
            <p:ph type="ftr" sz="quarter" idx="11"/>
          </p:nvPr>
        </p:nvSpPr>
        <p:spPr/>
        <p:txBody>
          <a:bodyPr/>
          <a:lstStyle/>
          <a:p>
            <a:endParaRPr lang="sv-SE"/>
          </a:p>
        </p:txBody>
      </p:sp>
      <p:sp>
        <p:nvSpPr>
          <p:cNvPr id="14" name="Platshållare för bildnummer 13">
            <a:extLst>
              <a:ext uri="{FF2B5EF4-FFF2-40B4-BE49-F238E27FC236}">
                <a16:creationId xmlns:a16="http://schemas.microsoft.com/office/drawing/2014/main" id="{EDF6EEEF-7840-2645-E156-D0F21E1BB497}"/>
              </a:ext>
            </a:extLst>
          </p:cNvPr>
          <p:cNvSpPr>
            <a:spLocks noGrp="1"/>
          </p:cNvSpPr>
          <p:nvPr>
            <p:ph type="sldNum" sz="quarter" idx="12"/>
          </p:nvPr>
        </p:nvSpPr>
        <p:spPr/>
        <p:txBody>
          <a:bodyPr/>
          <a:lstStyle/>
          <a:p>
            <a:fld id="{F298AEA3-A0C8-4229-8ADF-074BA8110CC4}" type="slidenum">
              <a:rPr lang="sv-SE" smtClean="0"/>
              <a:t>‹#›</a:t>
            </a:fld>
            <a:endParaRPr lang="sv-SE"/>
          </a:p>
        </p:txBody>
      </p:sp>
    </p:spTree>
    <p:extLst>
      <p:ext uri="{BB962C8B-B14F-4D97-AF65-F5344CB8AC3E}">
        <p14:creationId xmlns:p14="http://schemas.microsoft.com/office/powerpoint/2010/main" val="4287349882"/>
      </p:ext>
    </p:extLst>
  </p:cSld>
  <p:clrMapOvr>
    <a:masterClrMapping/>
  </p:clrMapOvr>
  <p:extLst>
    <p:ext uri="{DCECCB84-F9BA-43D5-87BE-67443E8EF086}">
      <p15:sldGuideLst xmlns:p15="http://schemas.microsoft.com/office/powerpoint/2012/main">
        <p15:guide id="1" orient="horz" pos="218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94832A1-73E5-AE88-9FDA-06DC321ED6F7}"/>
              </a:ext>
            </a:extLst>
          </p:cNvPr>
          <p:cNvSpPr>
            <a:spLocks noGrp="1"/>
          </p:cNvSpPr>
          <p:nvPr>
            <p:ph type="title" hasCustomPrompt="1"/>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49184BBA-67D8-17C4-32A6-15FA40143D13}"/>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4773E1B9-54BF-127A-064C-65E1F37EB5AC}"/>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09E6397D-6C44-CBF1-68BE-849F880D03D3}"/>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6" name="Platshållare för text 4">
            <a:extLst>
              <a:ext uri="{FF2B5EF4-FFF2-40B4-BE49-F238E27FC236}">
                <a16:creationId xmlns:a16="http://schemas.microsoft.com/office/drawing/2014/main" id="{40BF78CC-7B9E-325A-DE3A-446BB0989943}"/>
              </a:ext>
            </a:extLst>
          </p:cNvPr>
          <p:cNvSpPr>
            <a:spLocks noGrp="1"/>
          </p:cNvSpPr>
          <p:nvPr>
            <p:ph type="body" sz="quarter" idx="15"/>
          </p:nvPr>
        </p:nvSpPr>
        <p:spPr>
          <a:xfrm>
            <a:off x="466944" y="2020956"/>
            <a:ext cx="5395051" cy="658872"/>
          </a:xfrm>
        </p:spPr>
        <p:txBody>
          <a:bodyPr anchor="b">
            <a:normAutofit/>
          </a:bodyPr>
          <a:lstStyle>
            <a:lvl1pPr marL="0" indent="0">
              <a:buNone/>
              <a:defRPr sz="1600" b="1" i="0">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7" name="Platshållare för innehåll 5">
            <a:extLst>
              <a:ext uri="{FF2B5EF4-FFF2-40B4-BE49-F238E27FC236}">
                <a16:creationId xmlns:a16="http://schemas.microsoft.com/office/drawing/2014/main" id="{20C24AA2-F83D-BA05-7F85-F0966EF5EDDF}"/>
              </a:ext>
            </a:extLst>
          </p:cNvPr>
          <p:cNvSpPr>
            <a:spLocks noGrp="1"/>
          </p:cNvSpPr>
          <p:nvPr>
            <p:ph sz="quarter" idx="16"/>
          </p:nvPr>
        </p:nvSpPr>
        <p:spPr>
          <a:xfrm>
            <a:off x="398364" y="2963846"/>
            <a:ext cx="5468525" cy="2736000"/>
          </a:xfrm>
        </p:spPr>
        <p:txBody>
          <a:bodyPr>
            <a:normAutofit/>
          </a:bodyPr>
          <a:lstStyle>
            <a:lvl1pPr>
              <a:defRPr sz="1400"/>
            </a:lvl1pPr>
            <a:lvl2pPr>
              <a:defRPr sz="1400"/>
            </a:lvl2pPr>
            <a:lvl3pPr>
              <a:defRPr sz="1200"/>
            </a:lvl3pPr>
            <a:lvl4pPr>
              <a:defRPr sz="1100"/>
            </a:lvl4pPr>
            <a:lvl5pPr>
              <a:defRPr sz="105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cxnSp>
        <p:nvCxnSpPr>
          <p:cNvPr id="8" name="Rak 7">
            <a:extLst>
              <a:ext uri="{FF2B5EF4-FFF2-40B4-BE49-F238E27FC236}">
                <a16:creationId xmlns:a16="http://schemas.microsoft.com/office/drawing/2014/main" id="{054A8A58-8361-9BA6-F9FE-93F3968B7D5B}"/>
              </a:ext>
            </a:extLst>
          </p:cNvPr>
          <p:cNvCxnSpPr>
            <a:cxnSpLocks/>
          </p:cNvCxnSpPr>
          <p:nvPr/>
        </p:nvCxnSpPr>
        <p:spPr>
          <a:xfrm>
            <a:off x="482704" y="2854363"/>
            <a:ext cx="5384185"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
        <p:nvSpPr>
          <p:cNvPr id="9" name="Platshållare för text 4">
            <a:extLst>
              <a:ext uri="{FF2B5EF4-FFF2-40B4-BE49-F238E27FC236}">
                <a16:creationId xmlns:a16="http://schemas.microsoft.com/office/drawing/2014/main" id="{A42DF433-1144-F1AC-4A9B-5063DCECD92E}"/>
              </a:ext>
            </a:extLst>
          </p:cNvPr>
          <p:cNvSpPr>
            <a:spLocks noGrp="1"/>
          </p:cNvSpPr>
          <p:nvPr>
            <p:ph type="body" sz="quarter" idx="17"/>
          </p:nvPr>
        </p:nvSpPr>
        <p:spPr>
          <a:xfrm>
            <a:off x="6312587" y="2020956"/>
            <a:ext cx="5395051" cy="658872"/>
          </a:xfrm>
        </p:spPr>
        <p:txBody>
          <a:bodyPr anchor="b">
            <a:normAutofit/>
          </a:bodyPr>
          <a:lstStyle>
            <a:lvl1pPr marL="0" indent="0">
              <a:buNone/>
              <a:defRPr sz="1600" b="1" i="0">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10" name="Platshållare för innehåll 5">
            <a:extLst>
              <a:ext uri="{FF2B5EF4-FFF2-40B4-BE49-F238E27FC236}">
                <a16:creationId xmlns:a16="http://schemas.microsoft.com/office/drawing/2014/main" id="{0B0FB16F-165D-0E00-C31F-588DCBF2E1EB}"/>
              </a:ext>
            </a:extLst>
          </p:cNvPr>
          <p:cNvSpPr>
            <a:spLocks noGrp="1"/>
          </p:cNvSpPr>
          <p:nvPr>
            <p:ph sz="quarter" idx="18"/>
          </p:nvPr>
        </p:nvSpPr>
        <p:spPr>
          <a:xfrm>
            <a:off x="6244007" y="2963846"/>
            <a:ext cx="5468568" cy="2736000"/>
          </a:xfrm>
        </p:spPr>
        <p:txBody>
          <a:bodyPr>
            <a:normAutofit/>
          </a:bodyPr>
          <a:lstStyle>
            <a:lvl1pPr>
              <a:defRPr sz="1400"/>
            </a:lvl1pPr>
            <a:lvl2pPr>
              <a:defRPr sz="1400"/>
            </a:lvl2pPr>
            <a:lvl3pPr>
              <a:defRPr sz="1200"/>
            </a:lvl3pPr>
            <a:lvl4pPr>
              <a:defRPr sz="1100"/>
            </a:lvl4pPr>
            <a:lvl5pPr>
              <a:defRPr sz="105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cxnSp>
        <p:nvCxnSpPr>
          <p:cNvPr id="11" name="Rak 10">
            <a:extLst>
              <a:ext uri="{FF2B5EF4-FFF2-40B4-BE49-F238E27FC236}">
                <a16:creationId xmlns:a16="http://schemas.microsoft.com/office/drawing/2014/main" id="{1C45F27E-079E-E248-5C34-A7C42CB81E13}"/>
              </a:ext>
            </a:extLst>
          </p:cNvPr>
          <p:cNvCxnSpPr>
            <a:cxnSpLocks/>
          </p:cNvCxnSpPr>
          <p:nvPr/>
        </p:nvCxnSpPr>
        <p:spPr>
          <a:xfrm>
            <a:off x="6328347" y="2854363"/>
            <a:ext cx="5384228"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189827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A1469D3-62AB-539A-9108-07B261C9B66F}"/>
              </a:ext>
            </a:extLst>
          </p:cNvPr>
          <p:cNvSpPr>
            <a:spLocks noGrp="1"/>
          </p:cNvSpPr>
          <p:nvPr>
            <p:ph type="title" hasCustomPrompt="1"/>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57ACE8A2-612A-37A5-9F79-E645D902C05A}"/>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596F78B3-F75E-9083-A5B1-0C7BD6621970}"/>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27C1EFEF-71E7-A037-A66A-40B0BCED04C0}"/>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47" name="Platshållare för text 4">
            <a:extLst>
              <a:ext uri="{FF2B5EF4-FFF2-40B4-BE49-F238E27FC236}">
                <a16:creationId xmlns:a16="http://schemas.microsoft.com/office/drawing/2014/main" id="{45F6638C-B9FB-64CE-F243-7745E6E6727A}"/>
              </a:ext>
            </a:extLst>
          </p:cNvPr>
          <p:cNvSpPr>
            <a:spLocks noGrp="1"/>
          </p:cNvSpPr>
          <p:nvPr>
            <p:ph type="body" sz="quarter" idx="15"/>
          </p:nvPr>
        </p:nvSpPr>
        <p:spPr>
          <a:xfrm>
            <a:off x="466944" y="2020956"/>
            <a:ext cx="3491747" cy="658872"/>
          </a:xfrm>
        </p:spPr>
        <p:txBody>
          <a:bodyPr anchor="b">
            <a:normAutofit/>
          </a:bodyPr>
          <a:lstStyle>
            <a:lvl1pPr marL="0" indent="0">
              <a:buNone/>
              <a:defRPr sz="1600" b="1" i="0">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8" name="Platshållare för innehåll 5">
            <a:extLst>
              <a:ext uri="{FF2B5EF4-FFF2-40B4-BE49-F238E27FC236}">
                <a16:creationId xmlns:a16="http://schemas.microsoft.com/office/drawing/2014/main" id="{A73EB068-BE28-3D1B-2F94-5E07042BA8B0}"/>
              </a:ext>
            </a:extLst>
          </p:cNvPr>
          <p:cNvSpPr>
            <a:spLocks noGrp="1"/>
          </p:cNvSpPr>
          <p:nvPr>
            <p:ph sz="quarter" idx="16"/>
          </p:nvPr>
        </p:nvSpPr>
        <p:spPr>
          <a:xfrm>
            <a:off x="398364" y="2963846"/>
            <a:ext cx="3560327" cy="2736000"/>
          </a:xfrm>
        </p:spPr>
        <p:txBody>
          <a:bodyPr>
            <a:normAutofit/>
          </a:bodyPr>
          <a:lstStyle>
            <a:lvl1pPr>
              <a:defRPr sz="1200"/>
            </a:lvl1pPr>
            <a:lvl2pPr>
              <a:defRPr sz="1200"/>
            </a:lvl2pPr>
            <a:lvl3pPr>
              <a:defRPr sz="1100"/>
            </a:lvl3pPr>
            <a:lvl4pPr>
              <a:defRPr sz="1050"/>
            </a:lvl4pPr>
            <a:lvl5pPr>
              <a:defRPr sz="10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cxnSp>
        <p:nvCxnSpPr>
          <p:cNvPr id="49" name="Rak 48">
            <a:extLst>
              <a:ext uri="{FF2B5EF4-FFF2-40B4-BE49-F238E27FC236}">
                <a16:creationId xmlns:a16="http://schemas.microsoft.com/office/drawing/2014/main" id="{014EA7B9-53E8-2C65-9D05-26D51815E16C}"/>
              </a:ext>
            </a:extLst>
          </p:cNvPr>
          <p:cNvCxnSpPr>
            <a:cxnSpLocks/>
          </p:cNvCxnSpPr>
          <p:nvPr/>
        </p:nvCxnSpPr>
        <p:spPr>
          <a:xfrm>
            <a:off x="482704" y="2854363"/>
            <a:ext cx="3475987"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
        <p:nvSpPr>
          <p:cNvPr id="69" name="Platshållare för text 4">
            <a:extLst>
              <a:ext uri="{FF2B5EF4-FFF2-40B4-BE49-F238E27FC236}">
                <a16:creationId xmlns:a16="http://schemas.microsoft.com/office/drawing/2014/main" id="{27E6193D-3403-CC91-56C8-62F8F5263CCB}"/>
              </a:ext>
            </a:extLst>
          </p:cNvPr>
          <p:cNvSpPr>
            <a:spLocks noGrp="1"/>
          </p:cNvSpPr>
          <p:nvPr>
            <p:ph type="body" sz="quarter" idx="17"/>
          </p:nvPr>
        </p:nvSpPr>
        <p:spPr>
          <a:xfrm>
            <a:off x="4339697" y="2020956"/>
            <a:ext cx="3491747" cy="658872"/>
          </a:xfrm>
        </p:spPr>
        <p:txBody>
          <a:bodyPr anchor="b">
            <a:normAutofit/>
          </a:bodyPr>
          <a:lstStyle>
            <a:lvl1pPr marL="0" indent="0">
              <a:buNone/>
              <a:defRPr sz="1600" b="1" i="0">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70" name="Platshållare för innehåll 5">
            <a:extLst>
              <a:ext uri="{FF2B5EF4-FFF2-40B4-BE49-F238E27FC236}">
                <a16:creationId xmlns:a16="http://schemas.microsoft.com/office/drawing/2014/main" id="{9B0364F1-0860-C4F8-99CD-F59E12EF108D}"/>
              </a:ext>
            </a:extLst>
          </p:cNvPr>
          <p:cNvSpPr>
            <a:spLocks noGrp="1"/>
          </p:cNvSpPr>
          <p:nvPr>
            <p:ph sz="quarter" idx="18"/>
          </p:nvPr>
        </p:nvSpPr>
        <p:spPr>
          <a:xfrm>
            <a:off x="4271117" y="2963846"/>
            <a:ext cx="3560327" cy="2736000"/>
          </a:xfrm>
        </p:spPr>
        <p:txBody>
          <a:bodyPr>
            <a:normAutofit/>
          </a:bodyPr>
          <a:lstStyle>
            <a:lvl1pPr>
              <a:defRPr sz="1200"/>
            </a:lvl1pPr>
            <a:lvl2pPr>
              <a:defRPr sz="1200"/>
            </a:lvl2pPr>
            <a:lvl3pPr>
              <a:defRPr sz="1100"/>
            </a:lvl3pPr>
            <a:lvl4pPr>
              <a:defRPr sz="1050"/>
            </a:lvl4pPr>
            <a:lvl5pPr>
              <a:defRPr sz="10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cxnSp>
        <p:nvCxnSpPr>
          <p:cNvPr id="71" name="Rak 70">
            <a:extLst>
              <a:ext uri="{FF2B5EF4-FFF2-40B4-BE49-F238E27FC236}">
                <a16:creationId xmlns:a16="http://schemas.microsoft.com/office/drawing/2014/main" id="{CB93E45B-EC63-6728-BF8D-5E89C334ACA3}"/>
              </a:ext>
            </a:extLst>
          </p:cNvPr>
          <p:cNvCxnSpPr>
            <a:cxnSpLocks/>
          </p:cNvCxnSpPr>
          <p:nvPr/>
        </p:nvCxnSpPr>
        <p:spPr>
          <a:xfrm>
            <a:off x="4355457" y="2854363"/>
            <a:ext cx="3475987"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
        <p:nvSpPr>
          <p:cNvPr id="73" name="Platshållare för text 4">
            <a:extLst>
              <a:ext uri="{FF2B5EF4-FFF2-40B4-BE49-F238E27FC236}">
                <a16:creationId xmlns:a16="http://schemas.microsoft.com/office/drawing/2014/main" id="{BDC3F0BD-303F-3C04-AE95-D0673260EF0E}"/>
              </a:ext>
            </a:extLst>
          </p:cNvPr>
          <p:cNvSpPr>
            <a:spLocks noGrp="1"/>
          </p:cNvSpPr>
          <p:nvPr>
            <p:ph type="body" sz="quarter" idx="19"/>
          </p:nvPr>
        </p:nvSpPr>
        <p:spPr>
          <a:xfrm>
            <a:off x="8203485" y="2020956"/>
            <a:ext cx="3491747" cy="658872"/>
          </a:xfrm>
        </p:spPr>
        <p:txBody>
          <a:bodyPr anchor="b">
            <a:normAutofit/>
          </a:bodyPr>
          <a:lstStyle>
            <a:lvl1pPr marL="0" indent="0">
              <a:buNone/>
              <a:defRPr sz="1600" b="1" i="0">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74" name="Platshållare för innehåll 5">
            <a:extLst>
              <a:ext uri="{FF2B5EF4-FFF2-40B4-BE49-F238E27FC236}">
                <a16:creationId xmlns:a16="http://schemas.microsoft.com/office/drawing/2014/main" id="{61C5970F-07C8-A25D-7B0C-05DB58CACA18}"/>
              </a:ext>
            </a:extLst>
          </p:cNvPr>
          <p:cNvSpPr>
            <a:spLocks noGrp="1"/>
          </p:cNvSpPr>
          <p:nvPr>
            <p:ph sz="quarter" idx="20"/>
          </p:nvPr>
        </p:nvSpPr>
        <p:spPr>
          <a:xfrm>
            <a:off x="8134905" y="2963846"/>
            <a:ext cx="3560327" cy="2736000"/>
          </a:xfrm>
        </p:spPr>
        <p:txBody>
          <a:bodyPr>
            <a:normAutofit/>
          </a:bodyPr>
          <a:lstStyle>
            <a:lvl1pPr>
              <a:defRPr sz="1200"/>
            </a:lvl1pPr>
            <a:lvl2pPr>
              <a:defRPr sz="1200"/>
            </a:lvl2pPr>
            <a:lvl3pPr>
              <a:defRPr sz="1100"/>
            </a:lvl3pPr>
            <a:lvl4pPr>
              <a:defRPr sz="1050"/>
            </a:lvl4pPr>
            <a:lvl5pPr>
              <a:defRPr sz="10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cxnSp>
        <p:nvCxnSpPr>
          <p:cNvPr id="75" name="Rak 74">
            <a:extLst>
              <a:ext uri="{FF2B5EF4-FFF2-40B4-BE49-F238E27FC236}">
                <a16:creationId xmlns:a16="http://schemas.microsoft.com/office/drawing/2014/main" id="{63EED68F-B528-E950-FD0A-8D5FF5C092FE}"/>
              </a:ext>
            </a:extLst>
          </p:cNvPr>
          <p:cNvCxnSpPr>
            <a:cxnSpLocks/>
          </p:cNvCxnSpPr>
          <p:nvPr/>
        </p:nvCxnSpPr>
        <p:spPr>
          <a:xfrm>
            <a:off x="8219245" y="2854363"/>
            <a:ext cx="3475987"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18529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 + Image Right">
    <p:spTree>
      <p:nvGrpSpPr>
        <p:cNvPr id="1" name=""/>
        <p:cNvGrpSpPr/>
        <p:nvPr/>
      </p:nvGrpSpPr>
      <p:grpSpPr>
        <a:xfrm>
          <a:off x="0" y="0"/>
          <a:ext cx="0" cy="0"/>
          <a:chOff x="0" y="0"/>
          <a:chExt cx="0" cy="0"/>
        </a:xfrm>
      </p:grpSpPr>
      <p:sp>
        <p:nvSpPr>
          <p:cNvPr id="3" name="Platshållare för bild 2">
            <a:extLst>
              <a:ext uri="{FF2B5EF4-FFF2-40B4-BE49-F238E27FC236}">
                <a16:creationId xmlns:a16="http://schemas.microsoft.com/office/drawing/2014/main" id="{2C731809-CB3D-A648-041E-5DDC97DA5EC8}"/>
              </a:ext>
            </a:extLst>
          </p:cNvPr>
          <p:cNvSpPr>
            <a:spLocks noGrp="1"/>
          </p:cNvSpPr>
          <p:nvPr>
            <p:ph type="pic" idx="1"/>
          </p:nvPr>
        </p:nvSpPr>
        <p:spPr>
          <a:xfrm>
            <a:off x="6096000" y="1"/>
            <a:ext cx="6096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v-SE"/>
              <a:t>Klicka på ikonen för att lägga till en bild</a:t>
            </a:r>
          </a:p>
        </p:txBody>
      </p:sp>
      <p:sp>
        <p:nvSpPr>
          <p:cNvPr id="18" name="Platshållare för innehåll 2">
            <a:extLst>
              <a:ext uri="{FF2B5EF4-FFF2-40B4-BE49-F238E27FC236}">
                <a16:creationId xmlns:a16="http://schemas.microsoft.com/office/drawing/2014/main" id="{86116100-DC44-2997-0BDE-851CA658BD7B}"/>
              </a:ext>
            </a:extLst>
          </p:cNvPr>
          <p:cNvSpPr>
            <a:spLocks noGrp="1"/>
          </p:cNvSpPr>
          <p:nvPr>
            <p:ph idx="10"/>
          </p:nvPr>
        </p:nvSpPr>
        <p:spPr>
          <a:xfrm>
            <a:off x="422275" y="2240280"/>
            <a:ext cx="5191125" cy="3457257"/>
          </a:xfrm>
        </p:spPr>
        <p:txBody>
          <a:bodyPr>
            <a:normAutofit/>
          </a:bodyPr>
          <a:lstStyle>
            <a:lvl1pPr>
              <a:defRPr sz="1400"/>
            </a:lvl1pPr>
            <a:lvl2pPr>
              <a:defRPr sz="1200"/>
            </a:lvl2pPr>
            <a:lvl3pPr>
              <a:defRPr sz="1100"/>
            </a:lvl3pPr>
            <a:lvl4pPr>
              <a:defRPr sz="1050"/>
            </a:lvl4pPr>
            <a:lvl5pPr>
              <a:defRPr sz="10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9" name="Rubrik 10">
            <a:extLst>
              <a:ext uri="{FF2B5EF4-FFF2-40B4-BE49-F238E27FC236}">
                <a16:creationId xmlns:a16="http://schemas.microsoft.com/office/drawing/2014/main" id="{4498263B-494C-256F-604C-06229565EE3D}"/>
              </a:ext>
            </a:extLst>
          </p:cNvPr>
          <p:cNvSpPr>
            <a:spLocks noGrp="1"/>
          </p:cNvSpPr>
          <p:nvPr>
            <p:ph type="title" hasCustomPrompt="1"/>
          </p:nvPr>
        </p:nvSpPr>
        <p:spPr>
          <a:xfrm>
            <a:off x="447122" y="452476"/>
            <a:ext cx="5166278" cy="1392993"/>
          </a:xfrm>
        </p:spPr>
        <p:txBody>
          <a:bodyPr/>
          <a:lstStyle>
            <a:lvl1pPr>
              <a:defRPr sz="4400"/>
            </a:lvl1pPr>
          </a:lstStyle>
          <a:p>
            <a:r>
              <a:rPr lang="sv-SE"/>
              <a:t>KLICKA HÄR FÖR ATT ÄNDRA MALL FÖR RUBRIKFORMAT</a:t>
            </a:r>
          </a:p>
        </p:txBody>
      </p:sp>
    </p:spTree>
    <p:extLst>
      <p:ext uri="{BB962C8B-B14F-4D97-AF65-F5344CB8AC3E}">
        <p14:creationId xmlns:p14="http://schemas.microsoft.com/office/powerpoint/2010/main" val="822139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 Large image Righ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E80E5B26-867E-709F-07CF-5CA19CB4F573}"/>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E1EC5658-9F8D-2BB9-577F-B93BC46C0482}"/>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7D8B6623-21E5-C4E9-F03C-AE06B2E93D87}"/>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6" name="Platshållare för innehåll 2">
            <a:extLst>
              <a:ext uri="{FF2B5EF4-FFF2-40B4-BE49-F238E27FC236}">
                <a16:creationId xmlns:a16="http://schemas.microsoft.com/office/drawing/2014/main" id="{6ED70594-3D49-24EE-B8E6-48ECADC07D0A}"/>
              </a:ext>
            </a:extLst>
          </p:cNvPr>
          <p:cNvSpPr>
            <a:spLocks noGrp="1"/>
          </p:cNvSpPr>
          <p:nvPr>
            <p:ph idx="13"/>
          </p:nvPr>
        </p:nvSpPr>
        <p:spPr>
          <a:xfrm>
            <a:off x="410845" y="2240280"/>
            <a:ext cx="3353435" cy="3457257"/>
          </a:xfrm>
        </p:spPr>
        <p:txBody>
          <a:bodyPr>
            <a:normAutofit/>
          </a:bodyPr>
          <a:lstStyle>
            <a:lvl1pPr>
              <a:defRPr sz="1200"/>
            </a:lvl1pPr>
            <a:lvl2pPr>
              <a:defRPr sz="1100"/>
            </a:lvl2pPr>
            <a:lvl3pPr>
              <a:defRPr sz="1050"/>
            </a:lvl3pPr>
            <a:lvl4pPr>
              <a:defRPr sz="1000"/>
            </a:lvl4pPr>
            <a:lvl5pPr>
              <a:defRPr sz="9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Rubrik 10">
            <a:extLst>
              <a:ext uri="{FF2B5EF4-FFF2-40B4-BE49-F238E27FC236}">
                <a16:creationId xmlns:a16="http://schemas.microsoft.com/office/drawing/2014/main" id="{CAC80BC8-1779-6331-3E1A-D1B017C34672}"/>
              </a:ext>
            </a:extLst>
          </p:cNvPr>
          <p:cNvSpPr>
            <a:spLocks noGrp="1"/>
          </p:cNvSpPr>
          <p:nvPr>
            <p:ph type="title" hasCustomPrompt="1"/>
          </p:nvPr>
        </p:nvSpPr>
        <p:spPr>
          <a:xfrm>
            <a:off x="458274" y="483530"/>
            <a:ext cx="3306006" cy="1361146"/>
          </a:xfrm>
        </p:spPr>
        <p:txBody>
          <a:bodyPr/>
          <a:lstStyle>
            <a:lvl1pPr>
              <a:defRPr sz="3500"/>
            </a:lvl1pPr>
          </a:lstStyle>
          <a:p>
            <a:r>
              <a:rPr lang="sv-SE"/>
              <a:t>KLICKA HÄR FÖR ATT ÄNDRA MALL FÖR RUBRIKFORMAT</a:t>
            </a:r>
          </a:p>
        </p:txBody>
      </p:sp>
      <p:sp>
        <p:nvSpPr>
          <p:cNvPr id="11" name="Platshållare för bild 10">
            <a:extLst>
              <a:ext uri="{FF2B5EF4-FFF2-40B4-BE49-F238E27FC236}">
                <a16:creationId xmlns:a16="http://schemas.microsoft.com/office/drawing/2014/main" id="{6BCE843E-F532-46C3-E189-579240AC500C}"/>
              </a:ext>
            </a:extLst>
          </p:cNvPr>
          <p:cNvSpPr>
            <a:spLocks noGrp="1"/>
          </p:cNvSpPr>
          <p:nvPr>
            <p:ph type="pic" sz="quarter" idx="14"/>
          </p:nvPr>
        </p:nvSpPr>
        <p:spPr>
          <a:xfrm>
            <a:off x="4262438" y="0"/>
            <a:ext cx="7929562"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p>
            <a:r>
              <a:rPr lang="sv-SE"/>
              <a:t>Klicka på ikonen för att lägga till en bild</a:t>
            </a:r>
          </a:p>
        </p:txBody>
      </p:sp>
    </p:spTree>
    <p:extLst>
      <p:ext uri="{BB962C8B-B14F-4D97-AF65-F5344CB8AC3E}">
        <p14:creationId xmlns:p14="http://schemas.microsoft.com/office/powerpoint/2010/main" val="2334360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 Image Left">
    <p:spTree>
      <p:nvGrpSpPr>
        <p:cNvPr id="1" name=""/>
        <p:cNvGrpSpPr/>
        <p:nvPr/>
      </p:nvGrpSpPr>
      <p:grpSpPr>
        <a:xfrm>
          <a:off x="0" y="0"/>
          <a:ext cx="0" cy="0"/>
          <a:chOff x="0" y="0"/>
          <a:chExt cx="0" cy="0"/>
        </a:xfrm>
      </p:grpSpPr>
      <p:sp>
        <p:nvSpPr>
          <p:cNvPr id="8" name="Platshållare för datum 7">
            <a:extLst>
              <a:ext uri="{FF2B5EF4-FFF2-40B4-BE49-F238E27FC236}">
                <a16:creationId xmlns:a16="http://schemas.microsoft.com/office/drawing/2014/main" id="{81F0A319-F51F-7D08-1F72-4D037CD006EF}"/>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9" name="Platshållare för sidfot 8">
            <a:extLst>
              <a:ext uri="{FF2B5EF4-FFF2-40B4-BE49-F238E27FC236}">
                <a16:creationId xmlns:a16="http://schemas.microsoft.com/office/drawing/2014/main" id="{A697B956-BA1C-7B7C-4BE3-BC8E69481C32}"/>
              </a:ext>
            </a:extLst>
          </p:cNvPr>
          <p:cNvSpPr>
            <a:spLocks noGrp="1"/>
          </p:cNvSpPr>
          <p:nvPr>
            <p:ph type="ftr" sz="quarter" idx="11"/>
          </p:nvPr>
        </p:nvSpPr>
        <p:spPr/>
        <p:txBody>
          <a:bodyPr/>
          <a:lstStyle/>
          <a:p>
            <a:endParaRPr lang="sv-SE"/>
          </a:p>
        </p:txBody>
      </p:sp>
      <p:sp>
        <p:nvSpPr>
          <p:cNvPr id="10" name="Platshållare för bildnummer 9">
            <a:extLst>
              <a:ext uri="{FF2B5EF4-FFF2-40B4-BE49-F238E27FC236}">
                <a16:creationId xmlns:a16="http://schemas.microsoft.com/office/drawing/2014/main" id="{9F374609-7B57-DDFB-68E0-30DC6EA8A04D}"/>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13" name="Platshållare för bild 2">
            <a:extLst>
              <a:ext uri="{FF2B5EF4-FFF2-40B4-BE49-F238E27FC236}">
                <a16:creationId xmlns:a16="http://schemas.microsoft.com/office/drawing/2014/main" id="{89793E56-CC04-D840-4BF6-B51D78F5A871}"/>
              </a:ext>
            </a:extLst>
          </p:cNvPr>
          <p:cNvSpPr>
            <a:spLocks noGrp="1"/>
          </p:cNvSpPr>
          <p:nvPr>
            <p:ph type="pic" idx="1"/>
          </p:nvPr>
        </p:nvSpPr>
        <p:spPr>
          <a:xfrm>
            <a:off x="0" y="1"/>
            <a:ext cx="6096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v-SE"/>
              <a:t>Klicka på ikonen för att lägga till en bild</a:t>
            </a:r>
          </a:p>
        </p:txBody>
      </p:sp>
      <p:pic>
        <p:nvPicPr>
          <p:cNvPr id="15" name="Bild 14">
            <a:extLst>
              <a:ext uri="{FF2B5EF4-FFF2-40B4-BE49-F238E27FC236}">
                <a16:creationId xmlns:a16="http://schemas.microsoft.com/office/drawing/2014/main" id="{476F53B0-E082-2F8D-062D-6B2367E345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3908" y="6386078"/>
            <a:ext cx="872990" cy="208548"/>
          </a:xfrm>
          <a:prstGeom prst="rect">
            <a:avLst/>
          </a:prstGeom>
        </p:spPr>
      </p:pic>
      <p:sp>
        <p:nvSpPr>
          <p:cNvPr id="18" name="Platshållare för innehåll 2">
            <a:extLst>
              <a:ext uri="{FF2B5EF4-FFF2-40B4-BE49-F238E27FC236}">
                <a16:creationId xmlns:a16="http://schemas.microsoft.com/office/drawing/2014/main" id="{AAECC37F-B724-B7F2-2171-5A94BBD137A2}"/>
              </a:ext>
            </a:extLst>
          </p:cNvPr>
          <p:cNvSpPr>
            <a:spLocks noGrp="1"/>
          </p:cNvSpPr>
          <p:nvPr>
            <p:ph idx="13"/>
          </p:nvPr>
        </p:nvSpPr>
        <p:spPr>
          <a:xfrm>
            <a:off x="6521450" y="2240280"/>
            <a:ext cx="5191125" cy="3457257"/>
          </a:xfrm>
        </p:spPr>
        <p:txBody>
          <a:bodyPr>
            <a:normAutofit/>
          </a:bodyPr>
          <a:lstStyle>
            <a:lvl1pPr>
              <a:defRPr sz="1400"/>
            </a:lvl1pPr>
            <a:lvl2pPr>
              <a:defRPr sz="1200"/>
            </a:lvl2pPr>
            <a:lvl3pPr>
              <a:defRPr sz="1100"/>
            </a:lvl3pPr>
            <a:lvl4pPr>
              <a:defRPr sz="1050"/>
            </a:lvl4pPr>
            <a:lvl5pPr>
              <a:defRPr sz="10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9" name="Rubrik 10">
            <a:extLst>
              <a:ext uri="{FF2B5EF4-FFF2-40B4-BE49-F238E27FC236}">
                <a16:creationId xmlns:a16="http://schemas.microsoft.com/office/drawing/2014/main" id="{E6DC3D87-A398-D3C6-FC9D-7102E476216B}"/>
              </a:ext>
            </a:extLst>
          </p:cNvPr>
          <p:cNvSpPr>
            <a:spLocks noGrp="1"/>
          </p:cNvSpPr>
          <p:nvPr>
            <p:ph type="title" hasCustomPrompt="1"/>
          </p:nvPr>
        </p:nvSpPr>
        <p:spPr>
          <a:xfrm>
            <a:off x="6546297" y="452476"/>
            <a:ext cx="5166278" cy="1392993"/>
          </a:xfrm>
        </p:spPr>
        <p:txBody>
          <a:bodyPr/>
          <a:lstStyle>
            <a:lvl1pPr>
              <a:defRPr sz="4400"/>
            </a:lvl1pPr>
          </a:lstStyle>
          <a:p>
            <a:r>
              <a:rPr lang="sv-SE"/>
              <a:t>KLICKA HÄR FÖR ATT ÄNDRA MALL FÖR RUBRIKFORMAT</a:t>
            </a:r>
          </a:p>
        </p:txBody>
      </p:sp>
    </p:spTree>
    <p:extLst>
      <p:ext uri="{BB962C8B-B14F-4D97-AF65-F5344CB8AC3E}">
        <p14:creationId xmlns:p14="http://schemas.microsoft.com/office/powerpoint/2010/main" val="39842131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 Large image Lef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0AC3276-44F3-CCF0-F839-936EC78B1465}"/>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F6127931-E606-C245-FD08-5D4652179C0F}"/>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6A678F48-260B-4A61-AAA5-842F14DA8D2B}"/>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8" name="Platshållare för bild 10">
            <a:extLst>
              <a:ext uri="{FF2B5EF4-FFF2-40B4-BE49-F238E27FC236}">
                <a16:creationId xmlns:a16="http://schemas.microsoft.com/office/drawing/2014/main" id="{0B78F380-7507-DDA8-9E98-731C8C06FFBD}"/>
              </a:ext>
            </a:extLst>
          </p:cNvPr>
          <p:cNvSpPr>
            <a:spLocks noGrp="1"/>
          </p:cNvSpPr>
          <p:nvPr>
            <p:ph type="pic" sz="quarter" idx="14"/>
          </p:nvPr>
        </p:nvSpPr>
        <p:spPr>
          <a:xfrm>
            <a:off x="0" y="0"/>
            <a:ext cx="7929562" cy="6858000"/>
          </a:xfrm>
          <a:blipFill>
            <a:blip r:embed="rId2" cstate="email">
              <a:extLst>
                <a:ext uri="{28A0092B-C50C-407E-A947-70E740481C1C}">
                  <a14:useLocalDpi xmlns:a14="http://schemas.microsoft.com/office/drawing/2010/main"/>
                </a:ext>
              </a:extLst>
            </a:blip>
            <a:stretch>
              <a:fillRect/>
            </a:stretch>
          </a:blipFill>
        </p:spPr>
        <p:txBody>
          <a:bodyPr/>
          <a:lstStyle/>
          <a:p>
            <a:r>
              <a:rPr lang="sv-SE"/>
              <a:t>Klicka på ikonen för att lägga till en bild</a:t>
            </a:r>
          </a:p>
        </p:txBody>
      </p:sp>
      <p:pic>
        <p:nvPicPr>
          <p:cNvPr id="10" name="Bild 9">
            <a:extLst>
              <a:ext uri="{FF2B5EF4-FFF2-40B4-BE49-F238E27FC236}">
                <a16:creationId xmlns:a16="http://schemas.microsoft.com/office/drawing/2014/main" id="{3E566471-A819-98A0-48CD-0F236AAD65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26906" y="6386078"/>
            <a:ext cx="872990" cy="208548"/>
          </a:xfrm>
          <a:prstGeom prst="rect">
            <a:avLst/>
          </a:prstGeom>
        </p:spPr>
      </p:pic>
      <p:sp>
        <p:nvSpPr>
          <p:cNvPr id="13" name="Platshållare för innehåll 2">
            <a:extLst>
              <a:ext uri="{FF2B5EF4-FFF2-40B4-BE49-F238E27FC236}">
                <a16:creationId xmlns:a16="http://schemas.microsoft.com/office/drawing/2014/main" id="{D9205AC7-9E0E-C793-289D-56B48B1D3C90}"/>
              </a:ext>
            </a:extLst>
          </p:cNvPr>
          <p:cNvSpPr>
            <a:spLocks noGrp="1"/>
          </p:cNvSpPr>
          <p:nvPr>
            <p:ph idx="13"/>
          </p:nvPr>
        </p:nvSpPr>
        <p:spPr>
          <a:xfrm>
            <a:off x="8359140" y="2240280"/>
            <a:ext cx="3353435" cy="3457257"/>
          </a:xfrm>
        </p:spPr>
        <p:txBody>
          <a:bodyPr>
            <a:normAutofit/>
          </a:bodyPr>
          <a:lstStyle>
            <a:lvl1pPr>
              <a:defRPr sz="1200"/>
            </a:lvl1pPr>
            <a:lvl2pPr>
              <a:defRPr sz="1100"/>
            </a:lvl2pPr>
            <a:lvl3pPr>
              <a:defRPr sz="1050"/>
            </a:lvl3pPr>
            <a:lvl4pPr>
              <a:defRPr sz="1000"/>
            </a:lvl4pPr>
            <a:lvl5pPr>
              <a:defRPr sz="9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4" name="Rubrik 10">
            <a:extLst>
              <a:ext uri="{FF2B5EF4-FFF2-40B4-BE49-F238E27FC236}">
                <a16:creationId xmlns:a16="http://schemas.microsoft.com/office/drawing/2014/main" id="{B3A8142B-48E9-6F64-A547-3C02E52767C0}"/>
              </a:ext>
            </a:extLst>
          </p:cNvPr>
          <p:cNvSpPr>
            <a:spLocks noGrp="1"/>
          </p:cNvSpPr>
          <p:nvPr>
            <p:ph type="title" hasCustomPrompt="1"/>
          </p:nvPr>
        </p:nvSpPr>
        <p:spPr>
          <a:xfrm>
            <a:off x="8406569" y="483530"/>
            <a:ext cx="3306006" cy="1361146"/>
          </a:xfrm>
        </p:spPr>
        <p:txBody>
          <a:bodyPr/>
          <a:lstStyle>
            <a:lvl1pPr>
              <a:defRPr sz="3500"/>
            </a:lvl1pPr>
          </a:lstStyle>
          <a:p>
            <a:r>
              <a:rPr lang="sv-SE"/>
              <a:t>KLICKA HÄR FÖR ATT ÄNDRA MALL FÖR RUBRIKFORMAT</a:t>
            </a:r>
          </a:p>
        </p:txBody>
      </p:sp>
    </p:spTree>
    <p:extLst>
      <p:ext uri="{BB962C8B-B14F-4D97-AF65-F5344CB8AC3E}">
        <p14:creationId xmlns:p14="http://schemas.microsoft.com/office/powerpoint/2010/main" val="26097463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 Image galler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DDF8839-2559-9962-7C58-0E6C443C79BD}"/>
              </a:ext>
            </a:extLst>
          </p:cNvPr>
          <p:cNvSpPr>
            <a:spLocks noGrp="1"/>
          </p:cNvSpPr>
          <p:nvPr>
            <p:ph type="title" hasCustomPrompt="1"/>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B678AC68-1C43-8E7C-22C7-14467862FAD6}"/>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CFDA4DA8-A8BA-2984-B29E-B3F33C09D643}"/>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8BA0864F-5F6A-E847-0185-3B04B42FB9EB}"/>
              </a:ext>
            </a:extLst>
          </p:cNvPr>
          <p:cNvSpPr>
            <a:spLocks noGrp="1"/>
          </p:cNvSpPr>
          <p:nvPr>
            <p:ph type="sldNum" sz="quarter" idx="12"/>
          </p:nvPr>
        </p:nvSpPr>
        <p:spPr/>
        <p:txBody>
          <a:bodyPr/>
          <a:lstStyle/>
          <a:p>
            <a:fld id="{F298AEA3-A0C8-4229-8ADF-074BA8110CC4}" type="slidenum">
              <a:rPr lang="sv-SE" smtClean="0"/>
              <a:t>‹#›</a:t>
            </a:fld>
            <a:endParaRPr lang="sv-SE"/>
          </a:p>
        </p:txBody>
      </p:sp>
      <p:sp>
        <p:nvSpPr>
          <p:cNvPr id="6" name="Platshållare för bild 50">
            <a:extLst>
              <a:ext uri="{FF2B5EF4-FFF2-40B4-BE49-F238E27FC236}">
                <a16:creationId xmlns:a16="http://schemas.microsoft.com/office/drawing/2014/main" id="{609B2E96-C027-8DD9-CCAA-B2CB642C79C2}"/>
              </a:ext>
            </a:extLst>
          </p:cNvPr>
          <p:cNvSpPr>
            <a:spLocks noGrp="1"/>
          </p:cNvSpPr>
          <p:nvPr>
            <p:ph type="pic" sz="quarter" idx="17"/>
          </p:nvPr>
        </p:nvSpPr>
        <p:spPr>
          <a:xfrm>
            <a:off x="490576" y="2007967"/>
            <a:ext cx="3498850" cy="3703638"/>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p>
            <a:r>
              <a:rPr lang="sv-SE"/>
              <a:t>Klicka på ikonen för att lägga till en bild</a:t>
            </a:r>
          </a:p>
        </p:txBody>
      </p:sp>
      <p:sp>
        <p:nvSpPr>
          <p:cNvPr id="7" name="Platshållare för bild 50">
            <a:extLst>
              <a:ext uri="{FF2B5EF4-FFF2-40B4-BE49-F238E27FC236}">
                <a16:creationId xmlns:a16="http://schemas.microsoft.com/office/drawing/2014/main" id="{6C62D80A-EFCB-73A5-5369-B9CD58E3B877}"/>
              </a:ext>
            </a:extLst>
          </p:cNvPr>
          <p:cNvSpPr>
            <a:spLocks noGrp="1"/>
          </p:cNvSpPr>
          <p:nvPr>
            <p:ph type="pic" sz="quarter" idx="18"/>
          </p:nvPr>
        </p:nvSpPr>
        <p:spPr>
          <a:xfrm>
            <a:off x="4352158" y="2007967"/>
            <a:ext cx="3498850" cy="3703638"/>
          </a:xfrm>
          <a:blipFill>
            <a:blip r:embed="rId3" cstate="email">
              <a:extLst>
                <a:ext uri="{28A0092B-C50C-407E-A947-70E740481C1C}">
                  <a14:useLocalDpi xmlns:a14="http://schemas.microsoft.com/office/drawing/2010/main"/>
                </a:ext>
              </a:extLst>
            </a:blip>
            <a:stretch>
              <a:fillRect/>
            </a:stretch>
          </a:blipFill>
        </p:spPr>
        <p:txBody>
          <a:bodyPr/>
          <a:lstStyle/>
          <a:p>
            <a:r>
              <a:rPr lang="sv-SE"/>
              <a:t>Klicka på ikonen för att lägga till en bild</a:t>
            </a:r>
          </a:p>
        </p:txBody>
      </p:sp>
      <p:sp>
        <p:nvSpPr>
          <p:cNvPr id="8" name="Platshållare för bild 50">
            <a:extLst>
              <a:ext uri="{FF2B5EF4-FFF2-40B4-BE49-F238E27FC236}">
                <a16:creationId xmlns:a16="http://schemas.microsoft.com/office/drawing/2014/main" id="{25D7C2DF-1DBC-84B7-DD61-7A51F896AD08}"/>
              </a:ext>
            </a:extLst>
          </p:cNvPr>
          <p:cNvSpPr>
            <a:spLocks noGrp="1"/>
          </p:cNvSpPr>
          <p:nvPr>
            <p:ph type="pic" sz="quarter" idx="19"/>
          </p:nvPr>
        </p:nvSpPr>
        <p:spPr>
          <a:xfrm>
            <a:off x="8213739" y="2007967"/>
            <a:ext cx="3498850" cy="3703638"/>
          </a:xfrm>
          <a:blipFill>
            <a:blip r:embed="rId4" cstate="email">
              <a:extLst>
                <a:ext uri="{28A0092B-C50C-407E-A947-70E740481C1C}">
                  <a14:useLocalDpi xmlns:a14="http://schemas.microsoft.com/office/drawing/2010/main"/>
                </a:ext>
              </a:extLst>
            </a:blip>
            <a:stretch>
              <a:fillRect/>
            </a:stretch>
          </a:blipFill>
        </p:spPr>
        <p:txBody>
          <a:bodyPr/>
          <a:lstStyle/>
          <a:p>
            <a:r>
              <a:rPr lang="sv-SE"/>
              <a:t>Klicka på ikonen för att lägga till en bild</a:t>
            </a:r>
          </a:p>
        </p:txBody>
      </p:sp>
      <p:cxnSp>
        <p:nvCxnSpPr>
          <p:cNvPr id="9" name="Rak 9">
            <a:extLst>
              <a:ext uri="{FF2B5EF4-FFF2-40B4-BE49-F238E27FC236}">
                <a16:creationId xmlns:a16="http://schemas.microsoft.com/office/drawing/2014/main" id="{4800F964-79C6-846F-6813-1DF8A0CAF688}"/>
              </a:ext>
            </a:extLst>
          </p:cNvPr>
          <p:cNvCxnSpPr>
            <a:cxnSpLocks/>
          </p:cNvCxnSpPr>
          <p:nvPr/>
        </p:nvCxnSpPr>
        <p:spPr>
          <a:xfrm>
            <a:off x="479425" y="6086793"/>
            <a:ext cx="1123315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24738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Innehåll">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ABEED619-D8FF-E561-9437-5BE2FB065C89}"/>
              </a:ext>
            </a:extLst>
          </p:cNvPr>
          <p:cNvSpPr>
            <a:spLocks noGrp="1"/>
          </p:cNvSpPr>
          <p:nvPr>
            <p:ph type="dt" sz="half" idx="10"/>
          </p:nvPr>
        </p:nvSpPr>
        <p:spPr/>
        <p:txBody>
          <a:bodyPr/>
          <a:lstStyle/>
          <a:p>
            <a:fld id="{F5F31C3F-299E-4C64-ABCD-363C653B41BA}" type="datetimeFigureOut">
              <a:rPr lang="sv-SE" smtClean="0"/>
              <a:t>2026-10-20</a:t>
            </a:fld>
            <a:endParaRPr lang="sv-SE"/>
          </a:p>
        </p:txBody>
      </p:sp>
      <p:sp>
        <p:nvSpPr>
          <p:cNvPr id="4" name="Platshållare för sidfot 3">
            <a:extLst>
              <a:ext uri="{FF2B5EF4-FFF2-40B4-BE49-F238E27FC236}">
                <a16:creationId xmlns:a16="http://schemas.microsoft.com/office/drawing/2014/main" id="{2B120164-168B-6D19-1047-F9A31163A405}"/>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B603F6F5-0D06-CEDD-62CE-3F06211D9E5E}"/>
              </a:ext>
            </a:extLst>
          </p:cNvPr>
          <p:cNvSpPr>
            <a:spLocks noGrp="1"/>
          </p:cNvSpPr>
          <p:nvPr>
            <p:ph type="sldNum" sz="quarter" idx="12"/>
          </p:nvPr>
        </p:nvSpPr>
        <p:spPr/>
        <p:txBody>
          <a:bodyPr/>
          <a:lstStyle/>
          <a:p>
            <a:fld id="{F298AEA3-A0C8-4229-8ADF-074BA8110CC4}" type="slidenum">
              <a:rPr lang="sv-SE" smtClean="0"/>
              <a:t>‹#›</a:t>
            </a:fld>
            <a:endParaRPr lang="sv-SE"/>
          </a:p>
        </p:txBody>
      </p:sp>
      <p:cxnSp>
        <p:nvCxnSpPr>
          <p:cNvPr id="2" name="Rak 9">
            <a:extLst>
              <a:ext uri="{FF2B5EF4-FFF2-40B4-BE49-F238E27FC236}">
                <a16:creationId xmlns:a16="http://schemas.microsoft.com/office/drawing/2014/main" id="{B5EEF2C2-1F4C-D8FD-EAE6-EA154EF366A6}"/>
              </a:ext>
            </a:extLst>
          </p:cNvPr>
          <p:cNvCxnSpPr>
            <a:cxnSpLocks/>
          </p:cNvCxnSpPr>
          <p:nvPr/>
        </p:nvCxnSpPr>
        <p:spPr>
          <a:xfrm>
            <a:off x="479425" y="6086793"/>
            <a:ext cx="1123315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853259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3123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mage only">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7100E73A-0205-55D9-B994-66D89FE8591E}"/>
              </a:ext>
            </a:extLst>
          </p:cNvPr>
          <p:cNvSpPr/>
          <p:nvPr/>
        </p:nvSpPr>
        <p:spPr>
          <a:xfrm>
            <a:off x="239151" y="5359791"/>
            <a:ext cx="11690252" cy="14982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Platshållare för bild 7">
            <a:extLst>
              <a:ext uri="{FF2B5EF4-FFF2-40B4-BE49-F238E27FC236}">
                <a16:creationId xmlns:a16="http://schemas.microsoft.com/office/drawing/2014/main" id="{C006EB09-129A-47A5-E6EB-E7E45C40C126}"/>
              </a:ext>
            </a:extLst>
          </p:cNvPr>
          <p:cNvSpPr>
            <a:spLocks noGrp="1"/>
          </p:cNvSpPr>
          <p:nvPr>
            <p:ph type="pic" sz="quarter" idx="10"/>
          </p:nvPr>
        </p:nvSpPr>
        <p:spPr>
          <a:xfrm>
            <a:off x="0" y="0"/>
            <a:ext cx="12192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p>
            <a:r>
              <a:rPr lang="sv-SE"/>
              <a:t>Klicka på ikonen för att lägga till en bild</a:t>
            </a:r>
          </a:p>
        </p:txBody>
      </p:sp>
    </p:spTree>
    <p:extLst>
      <p:ext uri="{BB962C8B-B14F-4D97-AF65-F5344CB8AC3E}">
        <p14:creationId xmlns:p14="http://schemas.microsoft.com/office/powerpoint/2010/main" val="7708835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291D3-3F6C-433D-A15B-CFD919B285BE}"/>
              </a:ext>
            </a:extLst>
          </p:cNvPr>
          <p:cNvSpPr>
            <a:spLocks noGrp="1"/>
          </p:cNvSpPr>
          <p:nvPr>
            <p:ph type="title" hasCustomPrompt="1"/>
          </p:nvPr>
        </p:nvSpPr>
        <p:spPr/>
        <p:txBody>
          <a:bodyPr/>
          <a:lstStyle/>
          <a:p>
            <a:r>
              <a:rPr lang="en-US"/>
              <a:t>CLICK TO EDIT MASTER TITLE STYLE</a:t>
            </a:r>
            <a:endParaRPr lang="sv-SE"/>
          </a:p>
        </p:txBody>
      </p:sp>
      <p:sp>
        <p:nvSpPr>
          <p:cNvPr id="3" name="Content Placeholder 2">
            <a:extLst>
              <a:ext uri="{FF2B5EF4-FFF2-40B4-BE49-F238E27FC236}">
                <a16:creationId xmlns:a16="http://schemas.microsoft.com/office/drawing/2014/main" id="{92EBBD1F-34D8-4B40-8D1E-5C9885E93E34}"/>
              </a:ext>
            </a:extLst>
          </p:cNvPr>
          <p:cNvSpPr>
            <a:spLocks noGrp="1"/>
          </p:cNvSpPr>
          <p:nvPr>
            <p:ph idx="1"/>
          </p:nvPr>
        </p:nvSpPr>
        <p:spPr>
          <a:xfrm>
            <a:off x="234000" y="900000"/>
            <a:ext cx="9325708" cy="52801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04AEC08C-086B-48CD-9DEA-60237D7B53F6}"/>
              </a:ext>
            </a:extLst>
          </p:cNvPr>
          <p:cNvSpPr>
            <a:spLocks noGrp="1"/>
          </p:cNvSpPr>
          <p:nvPr>
            <p:ph type="dt" sz="half" idx="10"/>
          </p:nvPr>
        </p:nvSpPr>
        <p:spPr>
          <a:xfrm>
            <a:off x="838200" y="6356350"/>
            <a:ext cx="2743200" cy="365125"/>
          </a:xfrm>
          <a:prstGeom prst="rect">
            <a:avLst/>
          </a:prstGeom>
        </p:spPr>
        <p:txBody>
          <a:bodyPr/>
          <a:lstStyle/>
          <a:p>
            <a:fld id="{F5F31C3F-299E-4C64-ABCD-363C653B41BA}" type="datetimeFigureOut">
              <a:rPr lang="sv-SE" smtClean="0"/>
              <a:t>2026-10-20</a:t>
            </a:fld>
            <a:endParaRPr lang="sv-SE"/>
          </a:p>
        </p:txBody>
      </p:sp>
      <p:sp>
        <p:nvSpPr>
          <p:cNvPr id="5" name="Footer Placeholder 4">
            <a:extLst>
              <a:ext uri="{FF2B5EF4-FFF2-40B4-BE49-F238E27FC236}">
                <a16:creationId xmlns:a16="http://schemas.microsoft.com/office/drawing/2014/main" id="{909156E8-BF74-4377-81FF-B98A3BCDE1EA}"/>
              </a:ext>
            </a:extLst>
          </p:cNvPr>
          <p:cNvSpPr>
            <a:spLocks noGrp="1"/>
          </p:cNvSpPr>
          <p:nvPr>
            <p:ph type="ftr" sz="quarter" idx="11"/>
          </p:nvPr>
        </p:nvSpPr>
        <p:spPr>
          <a:xfrm>
            <a:off x="4038600" y="6356350"/>
            <a:ext cx="4114800" cy="365125"/>
          </a:xfrm>
          <a:prstGeom prst="rect">
            <a:avLst/>
          </a:prstGeom>
        </p:spPr>
        <p:txBody>
          <a:bodyPr/>
          <a:lstStyle/>
          <a:p>
            <a:endParaRPr lang="sv-SE"/>
          </a:p>
        </p:txBody>
      </p:sp>
      <p:sp>
        <p:nvSpPr>
          <p:cNvPr id="6" name="Slide Number Placeholder 5">
            <a:extLst>
              <a:ext uri="{FF2B5EF4-FFF2-40B4-BE49-F238E27FC236}">
                <a16:creationId xmlns:a16="http://schemas.microsoft.com/office/drawing/2014/main" id="{1B0F456A-E176-4873-9674-8DCB44C793B2}"/>
              </a:ext>
            </a:extLst>
          </p:cNvPr>
          <p:cNvSpPr>
            <a:spLocks noGrp="1"/>
          </p:cNvSpPr>
          <p:nvPr>
            <p:ph type="sldNum" sz="quarter" idx="12"/>
          </p:nvPr>
        </p:nvSpPr>
        <p:spPr>
          <a:xfrm>
            <a:off x="8610600" y="6356350"/>
            <a:ext cx="2743200" cy="365125"/>
          </a:xfrm>
          <a:prstGeom prst="rect">
            <a:avLst/>
          </a:prstGeom>
        </p:spPr>
        <p:txBody>
          <a:bodyPr/>
          <a:lstStyle/>
          <a:p>
            <a:fld id="{F298AEA3-A0C8-4229-8ADF-074BA8110CC4}" type="slidenum">
              <a:rPr lang="sv-SE" smtClean="0"/>
              <a:t>‹#›</a:t>
            </a:fld>
            <a:endParaRPr lang="sv-SE"/>
          </a:p>
        </p:txBody>
      </p:sp>
    </p:spTree>
    <p:extLst>
      <p:ext uri="{BB962C8B-B14F-4D97-AF65-F5344CB8AC3E}">
        <p14:creationId xmlns:p14="http://schemas.microsoft.com/office/powerpoint/2010/main" val="14393341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hree Hexes">
    <p:spTree>
      <p:nvGrpSpPr>
        <p:cNvPr id="1" name=""/>
        <p:cNvGrpSpPr/>
        <p:nvPr/>
      </p:nvGrpSpPr>
      <p:grpSpPr>
        <a:xfrm>
          <a:off x="0" y="0"/>
          <a:ext cx="0" cy="0"/>
          <a:chOff x="0" y="0"/>
          <a:chExt cx="0" cy="0"/>
        </a:xfrm>
      </p:grpSpPr>
      <p:pic>
        <p:nvPicPr>
          <p:cNvPr id="8" name="Picture 7" descr="Shape&#10;&#10;Description automatically generated">
            <a:extLst>
              <a:ext uri="{FF2B5EF4-FFF2-40B4-BE49-F238E27FC236}">
                <a16:creationId xmlns:a16="http://schemas.microsoft.com/office/drawing/2014/main" id="{6907210C-7DFA-4699-B718-297576844B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650" y="1118439"/>
            <a:ext cx="1930820" cy="1930820"/>
          </a:xfrm>
          <a:prstGeom prst="rect">
            <a:avLst/>
          </a:prstGeom>
        </p:spPr>
      </p:pic>
      <p:sp>
        <p:nvSpPr>
          <p:cNvPr id="2" name="Title 1">
            <a:extLst>
              <a:ext uri="{FF2B5EF4-FFF2-40B4-BE49-F238E27FC236}">
                <a16:creationId xmlns:a16="http://schemas.microsoft.com/office/drawing/2014/main" id="{F2F291D3-3F6C-433D-A15B-CFD919B285BE}"/>
              </a:ext>
            </a:extLst>
          </p:cNvPr>
          <p:cNvSpPr>
            <a:spLocks noGrp="1"/>
          </p:cNvSpPr>
          <p:nvPr>
            <p:ph type="title" hasCustomPrompt="1"/>
          </p:nvPr>
        </p:nvSpPr>
        <p:spPr/>
        <p:txBody>
          <a:bodyPr/>
          <a:lstStyle/>
          <a:p>
            <a:r>
              <a:rPr lang="en-US"/>
              <a:t>CLICK TO EDIT MASTER TITLE STYLE</a:t>
            </a:r>
            <a:endParaRPr lang="sv-SE"/>
          </a:p>
        </p:txBody>
      </p:sp>
      <p:sp>
        <p:nvSpPr>
          <p:cNvPr id="3" name="Content Placeholder 2">
            <a:extLst>
              <a:ext uri="{FF2B5EF4-FFF2-40B4-BE49-F238E27FC236}">
                <a16:creationId xmlns:a16="http://schemas.microsoft.com/office/drawing/2014/main" id="{92EBBD1F-34D8-4B40-8D1E-5C9885E93E34}"/>
              </a:ext>
            </a:extLst>
          </p:cNvPr>
          <p:cNvSpPr>
            <a:spLocks noGrp="1"/>
          </p:cNvSpPr>
          <p:nvPr>
            <p:ph idx="1" hasCustomPrompt="1"/>
          </p:nvPr>
        </p:nvSpPr>
        <p:spPr>
          <a:xfrm>
            <a:off x="519426" y="1879903"/>
            <a:ext cx="1371600" cy="407891"/>
          </a:xfrm>
        </p:spPr>
        <p:txBody>
          <a:bodyPr/>
          <a:lstStyle>
            <a:lvl1pPr algn="ctr">
              <a:buNone/>
              <a:defRPr/>
            </a:lvl1pPr>
          </a:lstStyle>
          <a:p>
            <a:pPr lvl="0"/>
            <a:r>
              <a:rPr lang="en-US"/>
              <a:t>Purple</a:t>
            </a:r>
            <a:endParaRPr lang="sv-SE"/>
          </a:p>
        </p:txBody>
      </p:sp>
      <p:sp>
        <p:nvSpPr>
          <p:cNvPr id="4" name="Date Placeholder 3">
            <a:extLst>
              <a:ext uri="{FF2B5EF4-FFF2-40B4-BE49-F238E27FC236}">
                <a16:creationId xmlns:a16="http://schemas.microsoft.com/office/drawing/2014/main" id="{04AEC08C-086B-48CD-9DEA-60237D7B53F6}"/>
              </a:ext>
            </a:extLst>
          </p:cNvPr>
          <p:cNvSpPr>
            <a:spLocks noGrp="1"/>
          </p:cNvSpPr>
          <p:nvPr>
            <p:ph type="dt" sz="half" idx="10"/>
          </p:nvPr>
        </p:nvSpPr>
        <p:spPr>
          <a:xfrm>
            <a:off x="838200" y="6356350"/>
            <a:ext cx="2743200" cy="365125"/>
          </a:xfrm>
          <a:prstGeom prst="rect">
            <a:avLst/>
          </a:prstGeom>
        </p:spPr>
        <p:txBody>
          <a:bodyPr/>
          <a:lstStyle/>
          <a:p>
            <a:fld id="{F5F31C3F-299E-4C64-ABCD-363C653B41BA}" type="datetimeFigureOut">
              <a:rPr lang="sv-SE" smtClean="0"/>
              <a:t>2026-10-20</a:t>
            </a:fld>
            <a:endParaRPr lang="sv-SE"/>
          </a:p>
        </p:txBody>
      </p:sp>
      <p:sp>
        <p:nvSpPr>
          <p:cNvPr id="5" name="Footer Placeholder 4">
            <a:extLst>
              <a:ext uri="{FF2B5EF4-FFF2-40B4-BE49-F238E27FC236}">
                <a16:creationId xmlns:a16="http://schemas.microsoft.com/office/drawing/2014/main" id="{909156E8-BF74-4377-81FF-B98A3BCDE1EA}"/>
              </a:ext>
            </a:extLst>
          </p:cNvPr>
          <p:cNvSpPr>
            <a:spLocks noGrp="1"/>
          </p:cNvSpPr>
          <p:nvPr>
            <p:ph type="ftr" sz="quarter" idx="11"/>
          </p:nvPr>
        </p:nvSpPr>
        <p:spPr>
          <a:xfrm>
            <a:off x="4038600" y="6356350"/>
            <a:ext cx="4114800" cy="365125"/>
          </a:xfrm>
          <a:prstGeom prst="rect">
            <a:avLst/>
          </a:prstGeom>
        </p:spPr>
        <p:txBody>
          <a:bodyPr/>
          <a:lstStyle/>
          <a:p>
            <a:endParaRPr lang="sv-SE"/>
          </a:p>
        </p:txBody>
      </p:sp>
      <p:sp>
        <p:nvSpPr>
          <p:cNvPr id="6" name="Slide Number Placeholder 5">
            <a:extLst>
              <a:ext uri="{FF2B5EF4-FFF2-40B4-BE49-F238E27FC236}">
                <a16:creationId xmlns:a16="http://schemas.microsoft.com/office/drawing/2014/main" id="{1B0F456A-E176-4873-9674-8DCB44C793B2}"/>
              </a:ext>
            </a:extLst>
          </p:cNvPr>
          <p:cNvSpPr>
            <a:spLocks noGrp="1"/>
          </p:cNvSpPr>
          <p:nvPr>
            <p:ph type="sldNum" sz="quarter" idx="12"/>
          </p:nvPr>
        </p:nvSpPr>
        <p:spPr>
          <a:xfrm>
            <a:off x="8610600" y="6356350"/>
            <a:ext cx="2743200" cy="365125"/>
          </a:xfrm>
          <a:prstGeom prst="rect">
            <a:avLst/>
          </a:prstGeom>
        </p:spPr>
        <p:txBody>
          <a:bodyPr/>
          <a:lstStyle/>
          <a:p>
            <a:fld id="{F298AEA3-A0C8-4229-8ADF-074BA8110CC4}" type="slidenum">
              <a:rPr lang="sv-SE" smtClean="0"/>
              <a:t>‹#›</a:t>
            </a:fld>
            <a:endParaRPr lang="sv-SE"/>
          </a:p>
        </p:txBody>
      </p:sp>
      <p:pic>
        <p:nvPicPr>
          <p:cNvPr id="11" name="Picture 10" descr="Shape&#10;&#10;Description automatically generated">
            <a:extLst>
              <a:ext uri="{FF2B5EF4-FFF2-40B4-BE49-F238E27FC236}">
                <a16:creationId xmlns:a16="http://schemas.microsoft.com/office/drawing/2014/main" id="{6647A0C7-368D-4A78-A01E-A2B23B16BE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060" y="2705549"/>
            <a:ext cx="1930820" cy="1930820"/>
          </a:xfrm>
          <a:prstGeom prst="rect">
            <a:avLst/>
          </a:prstGeom>
        </p:spPr>
      </p:pic>
      <p:pic>
        <p:nvPicPr>
          <p:cNvPr id="14" name="Picture 13" descr="Shape, polygon&#10;&#10;Description automatically generated">
            <a:extLst>
              <a:ext uri="{FF2B5EF4-FFF2-40B4-BE49-F238E27FC236}">
                <a16:creationId xmlns:a16="http://schemas.microsoft.com/office/drawing/2014/main" id="{1D11FF95-F4D8-4BEE-BCDF-D57670627C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650" y="4260974"/>
            <a:ext cx="1930820" cy="1930820"/>
          </a:xfrm>
          <a:prstGeom prst="rect">
            <a:avLst/>
          </a:prstGeom>
        </p:spPr>
      </p:pic>
      <p:sp>
        <p:nvSpPr>
          <p:cNvPr id="16" name="Content Placeholder 2">
            <a:extLst>
              <a:ext uri="{FF2B5EF4-FFF2-40B4-BE49-F238E27FC236}">
                <a16:creationId xmlns:a16="http://schemas.microsoft.com/office/drawing/2014/main" id="{A8DBA759-5641-4A71-9DE9-49664E3A31C2}"/>
              </a:ext>
            </a:extLst>
          </p:cNvPr>
          <p:cNvSpPr>
            <a:spLocks noGrp="1"/>
          </p:cNvSpPr>
          <p:nvPr>
            <p:ph idx="13"/>
          </p:nvPr>
        </p:nvSpPr>
        <p:spPr>
          <a:xfrm>
            <a:off x="3138879" y="3171305"/>
            <a:ext cx="7149136" cy="999308"/>
          </a:xfrm>
        </p:spPr>
        <p:txBody>
          <a:bodyPr/>
          <a:lstStyle>
            <a:lvl1pPr>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17" name="Content Placeholder 2">
            <a:extLst>
              <a:ext uri="{FF2B5EF4-FFF2-40B4-BE49-F238E27FC236}">
                <a16:creationId xmlns:a16="http://schemas.microsoft.com/office/drawing/2014/main" id="{10FFAA87-3032-4266-A9C1-639351A2E43C}"/>
              </a:ext>
            </a:extLst>
          </p:cNvPr>
          <p:cNvSpPr>
            <a:spLocks noGrp="1"/>
          </p:cNvSpPr>
          <p:nvPr>
            <p:ph idx="14"/>
          </p:nvPr>
        </p:nvSpPr>
        <p:spPr>
          <a:xfrm>
            <a:off x="2209800" y="4724517"/>
            <a:ext cx="7149136" cy="999308"/>
          </a:xfrm>
        </p:spPr>
        <p:txBody>
          <a:bodyPr/>
          <a:lstStyle>
            <a:lvl1pPr>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18" name="Content Placeholder 2">
            <a:extLst>
              <a:ext uri="{FF2B5EF4-FFF2-40B4-BE49-F238E27FC236}">
                <a16:creationId xmlns:a16="http://schemas.microsoft.com/office/drawing/2014/main" id="{7D7A3259-3198-4FDC-9F66-7F3C5A231944}"/>
              </a:ext>
            </a:extLst>
          </p:cNvPr>
          <p:cNvSpPr>
            <a:spLocks noGrp="1"/>
          </p:cNvSpPr>
          <p:nvPr>
            <p:ph idx="15"/>
          </p:nvPr>
        </p:nvSpPr>
        <p:spPr>
          <a:xfrm>
            <a:off x="2209800" y="1579848"/>
            <a:ext cx="7149136" cy="999308"/>
          </a:xfrm>
        </p:spPr>
        <p:txBody>
          <a:bodyPr/>
          <a:lstStyle>
            <a:lvl1pPr>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19" name="Content Placeholder 2">
            <a:extLst>
              <a:ext uri="{FF2B5EF4-FFF2-40B4-BE49-F238E27FC236}">
                <a16:creationId xmlns:a16="http://schemas.microsoft.com/office/drawing/2014/main" id="{42E2FE17-50B5-462E-BAAB-55133860AD69}"/>
              </a:ext>
            </a:extLst>
          </p:cNvPr>
          <p:cNvSpPr>
            <a:spLocks noGrp="1"/>
          </p:cNvSpPr>
          <p:nvPr>
            <p:ph idx="16" hasCustomPrompt="1"/>
          </p:nvPr>
        </p:nvSpPr>
        <p:spPr>
          <a:xfrm>
            <a:off x="1487670" y="3467014"/>
            <a:ext cx="1371600" cy="407891"/>
          </a:xfrm>
        </p:spPr>
        <p:txBody>
          <a:bodyPr/>
          <a:lstStyle>
            <a:lvl1pPr algn="ctr">
              <a:buNone/>
              <a:defRPr/>
            </a:lvl1pPr>
          </a:lstStyle>
          <a:p>
            <a:pPr lvl="0"/>
            <a:r>
              <a:rPr lang="en-US"/>
              <a:t>Yellow</a:t>
            </a:r>
            <a:endParaRPr lang="sv-SE"/>
          </a:p>
        </p:txBody>
      </p:sp>
      <p:sp>
        <p:nvSpPr>
          <p:cNvPr id="20" name="Content Placeholder 2">
            <a:extLst>
              <a:ext uri="{FF2B5EF4-FFF2-40B4-BE49-F238E27FC236}">
                <a16:creationId xmlns:a16="http://schemas.microsoft.com/office/drawing/2014/main" id="{EC79E9EE-DE1E-408B-99F0-314E62B34494}"/>
              </a:ext>
            </a:extLst>
          </p:cNvPr>
          <p:cNvSpPr>
            <a:spLocks noGrp="1"/>
          </p:cNvSpPr>
          <p:nvPr>
            <p:ph idx="17" hasCustomPrompt="1"/>
          </p:nvPr>
        </p:nvSpPr>
        <p:spPr>
          <a:xfrm>
            <a:off x="519426" y="5022438"/>
            <a:ext cx="1371600" cy="407891"/>
          </a:xfrm>
        </p:spPr>
        <p:txBody>
          <a:bodyPr/>
          <a:lstStyle>
            <a:lvl1pPr algn="ctr">
              <a:buNone/>
              <a:defRPr/>
            </a:lvl1pPr>
          </a:lstStyle>
          <a:p>
            <a:pPr lvl="0"/>
            <a:r>
              <a:rPr lang="en-US"/>
              <a:t>Blue</a:t>
            </a:r>
            <a:endParaRPr lang="sv-SE"/>
          </a:p>
        </p:txBody>
      </p:sp>
    </p:spTree>
    <p:extLst>
      <p:ext uri="{BB962C8B-B14F-4D97-AF65-F5344CB8AC3E}">
        <p14:creationId xmlns:p14="http://schemas.microsoft.com/office/powerpoint/2010/main" val="15447543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Google Shape;111;p21">
            <a:extLst>
              <a:ext uri="{FF2B5EF4-FFF2-40B4-BE49-F238E27FC236}">
                <a16:creationId xmlns:a16="http://schemas.microsoft.com/office/drawing/2014/main" id="{ED3B80BA-C750-2424-4A8E-0B2EC88954C3}"/>
              </a:ext>
            </a:extLst>
          </p:cNvPr>
          <p:cNvPicPr preferRelativeResize="0"/>
          <p:nvPr userDrawn="1"/>
        </p:nvPicPr>
        <p:blipFill>
          <a:blip r:embed="rId2" cstate="email">
            <a:alphaModFix/>
            <a:extLst>
              <a:ext uri="{28A0092B-C50C-407E-A947-70E740481C1C}">
                <a14:useLocalDpi xmlns:a14="http://schemas.microsoft.com/office/drawing/2010/main"/>
              </a:ext>
            </a:extLst>
          </a:blip>
          <a:srcRect/>
          <a:stretch/>
        </p:blipFill>
        <p:spPr>
          <a:xfrm>
            <a:off x="1745024" y="1842867"/>
            <a:ext cx="8269510" cy="2432209"/>
          </a:xfrm>
          <a:prstGeom prst="rect">
            <a:avLst/>
          </a:prstGeom>
          <a:noFill/>
          <a:ln>
            <a:noFill/>
          </a:ln>
        </p:spPr>
      </p:pic>
      <p:cxnSp>
        <p:nvCxnSpPr>
          <p:cNvPr id="5" name="Rak 9">
            <a:extLst>
              <a:ext uri="{FF2B5EF4-FFF2-40B4-BE49-F238E27FC236}">
                <a16:creationId xmlns:a16="http://schemas.microsoft.com/office/drawing/2014/main" id="{9D77C38D-4AE7-52BE-02BA-320374765E6A}"/>
              </a:ext>
            </a:extLst>
          </p:cNvPr>
          <p:cNvCxnSpPr>
            <a:cxnSpLocks/>
          </p:cNvCxnSpPr>
          <p:nvPr userDrawn="1"/>
        </p:nvCxnSpPr>
        <p:spPr>
          <a:xfrm>
            <a:off x="479425" y="6086793"/>
            <a:ext cx="1123315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44879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op Title and preambl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04F903F-CACD-24DD-8501-2EAC5E192A17}"/>
              </a:ext>
            </a:extLst>
          </p:cNvPr>
          <p:cNvSpPr>
            <a:spLocks noGrp="1"/>
          </p:cNvSpPr>
          <p:nvPr>
            <p:ph type="ctrTitle" hasCustomPrompt="1"/>
          </p:nvPr>
        </p:nvSpPr>
        <p:spPr>
          <a:xfrm>
            <a:off x="423669" y="388990"/>
            <a:ext cx="11288905" cy="3300095"/>
          </a:xfrm>
        </p:spPr>
        <p:txBody>
          <a:bodyPr anchor="t"/>
          <a:lstStyle>
            <a:lvl1pPr algn="l">
              <a:defRPr sz="8000"/>
            </a:lvl1pPr>
          </a:lstStyle>
          <a:p>
            <a:r>
              <a:rPr lang="sv-SE"/>
              <a:t>KLICKA HÄR FÖR ATT ÄNDRA MALL FÖR RUBRIKFORMAT</a:t>
            </a:r>
          </a:p>
        </p:txBody>
      </p:sp>
      <p:sp>
        <p:nvSpPr>
          <p:cNvPr id="3" name="Underrubrik 2">
            <a:extLst>
              <a:ext uri="{FF2B5EF4-FFF2-40B4-BE49-F238E27FC236}">
                <a16:creationId xmlns:a16="http://schemas.microsoft.com/office/drawing/2014/main" id="{62970DAE-9769-4BF7-8D4E-B24B82F7F6A1}"/>
              </a:ext>
            </a:extLst>
          </p:cNvPr>
          <p:cNvSpPr>
            <a:spLocks noGrp="1"/>
          </p:cNvSpPr>
          <p:nvPr>
            <p:ph type="subTitle" idx="1"/>
          </p:nvPr>
        </p:nvSpPr>
        <p:spPr>
          <a:xfrm>
            <a:off x="479425" y="4152900"/>
            <a:ext cx="11233150" cy="1544638"/>
          </a:xfrm>
        </p:spPr>
        <p:txBody>
          <a:bodyPr anchor="b">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10" name="Platshållare för datum 9">
            <a:extLst>
              <a:ext uri="{FF2B5EF4-FFF2-40B4-BE49-F238E27FC236}">
                <a16:creationId xmlns:a16="http://schemas.microsoft.com/office/drawing/2014/main" id="{FC85C157-7B83-8B4E-0213-76E40B4D211A}"/>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11" name="Platshållare för sidfot 10">
            <a:extLst>
              <a:ext uri="{FF2B5EF4-FFF2-40B4-BE49-F238E27FC236}">
                <a16:creationId xmlns:a16="http://schemas.microsoft.com/office/drawing/2014/main" id="{F06C98C4-F43F-66F0-7096-A38660F4C901}"/>
              </a:ext>
            </a:extLst>
          </p:cNvPr>
          <p:cNvSpPr>
            <a:spLocks noGrp="1"/>
          </p:cNvSpPr>
          <p:nvPr>
            <p:ph type="ftr" sz="quarter" idx="11"/>
          </p:nvPr>
        </p:nvSpPr>
        <p:spPr/>
        <p:txBody>
          <a:bodyPr/>
          <a:lstStyle/>
          <a:p>
            <a:endParaRPr lang="sv-SE" sz="1100"/>
          </a:p>
        </p:txBody>
      </p:sp>
      <p:sp>
        <p:nvSpPr>
          <p:cNvPr id="12" name="Platshållare för bildnummer 11">
            <a:extLst>
              <a:ext uri="{FF2B5EF4-FFF2-40B4-BE49-F238E27FC236}">
                <a16:creationId xmlns:a16="http://schemas.microsoft.com/office/drawing/2014/main" id="{1347F4F0-67DF-060F-E99F-02415948C35A}"/>
              </a:ext>
            </a:extLst>
          </p:cNvPr>
          <p:cNvSpPr>
            <a:spLocks noGrp="1"/>
          </p:cNvSpPr>
          <p:nvPr>
            <p:ph type="sldNum" sz="quarter" idx="12"/>
          </p:nvPr>
        </p:nvSpPr>
        <p:spPr/>
        <p:txBody>
          <a:bodyPr/>
          <a:lstStyle/>
          <a:p>
            <a:fld id="{89FA3089-F1E5-0842-A87D-E172CBD68F89}" type="slidenum">
              <a:rPr lang="sv-SE" smtClean="0"/>
              <a:pPr/>
              <a:t>‹#›</a:t>
            </a:fld>
            <a:endParaRPr lang="sv-SE" sz="1100"/>
          </a:p>
        </p:txBody>
      </p:sp>
      <p:cxnSp>
        <p:nvCxnSpPr>
          <p:cNvPr id="4" name="Rak 9">
            <a:extLst>
              <a:ext uri="{FF2B5EF4-FFF2-40B4-BE49-F238E27FC236}">
                <a16:creationId xmlns:a16="http://schemas.microsoft.com/office/drawing/2014/main" id="{FF2114F3-E292-01F2-A569-58B068F7C6A4}"/>
              </a:ext>
            </a:extLst>
          </p:cNvPr>
          <p:cNvCxnSpPr>
            <a:cxnSpLocks/>
          </p:cNvCxnSpPr>
          <p:nvPr userDrawn="1"/>
        </p:nvCxnSpPr>
        <p:spPr>
          <a:xfrm>
            <a:off x="479425" y="6086793"/>
            <a:ext cx="1123315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4803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op Title and preamble + Image">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076CF2EF-A1C6-8C59-66DE-B3E11EE2DD5E}"/>
              </a:ext>
            </a:extLst>
          </p:cNvPr>
          <p:cNvSpPr/>
          <p:nvPr userDrawn="1"/>
        </p:nvSpPr>
        <p:spPr>
          <a:xfrm>
            <a:off x="185057" y="5965371"/>
            <a:ext cx="11702143" cy="816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Platshållare för bild 9">
            <a:extLst>
              <a:ext uri="{FF2B5EF4-FFF2-40B4-BE49-F238E27FC236}">
                <a16:creationId xmlns:a16="http://schemas.microsoft.com/office/drawing/2014/main" id="{D67109BD-CE4B-0D5B-6378-342D8787A564}"/>
              </a:ext>
            </a:extLst>
          </p:cNvPr>
          <p:cNvSpPr>
            <a:spLocks noGrp="1"/>
          </p:cNvSpPr>
          <p:nvPr>
            <p:ph type="pic" sz="quarter" idx="10"/>
          </p:nvPr>
        </p:nvSpPr>
        <p:spPr>
          <a:xfrm>
            <a:off x="0" y="0"/>
            <a:ext cx="12192000" cy="6858000"/>
          </a:xfrm>
          <a:blipFill dpi="0" rotWithShape="1">
            <a:blip r:embed="rId2" cstate="email">
              <a:lum bright="70000" contrast="-70000"/>
              <a:extLst>
                <a:ext uri="{28A0092B-C50C-407E-A947-70E740481C1C}">
                  <a14:useLocalDpi xmlns:a14="http://schemas.microsoft.com/office/drawing/2010/main"/>
                </a:ext>
              </a:extLst>
            </a:blip>
            <a:srcRect/>
            <a:stretch>
              <a:fillRect/>
            </a:stretch>
          </a:blipFill>
        </p:spPr>
        <p:txBody>
          <a:bodyPr/>
          <a:lstStyle/>
          <a:p>
            <a:r>
              <a:rPr lang="sv-SE"/>
              <a:t>Klicka på ikonen för att lägga till en bild</a:t>
            </a:r>
          </a:p>
        </p:txBody>
      </p:sp>
      <p:sp>
        <p:nvSpPr>
          <p:cNvPr id="7" name="Underrubrik 2">
            <a:extLst>
              <a:ext uri="{FF2B5EF4-FFF2-40B4-BE49-F238E27FC236}">
                <a16:creationId xmlns:a16="http://schemas.microsoft.com/office/drawing/2014/main" id="{7F0DA28F-8D8B-1BEA-9E05-E3693CC3E563}"/>
              </a:ext>
            </a:extLst>
          </p:cNvPr>
          <p:cNvSpPr>
            <a:spLocks noGrp="1"/>
          </p:cNvSpPr>
          <p:nvPr>
            <p:ph type="subTitle" idx="1"/>
          </p:nvPr>
        </p:nvSpPr>
        <p:spPr>
          <a:xfrm>
            <a:off x="479425" y="4653643"/>
            <a:ext cx="11233150" cy="1544638"/>
          </a:xfrm>
        </p:spPr>
        <p:txBody>
          <a:bodyPr anchor="b">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12" name="Rubrik 1">
            <a:extLst>
              <a:ext uri="{FF2B5EF4-FFF2-40B4-BE49-F238E27FC236}">
                <a16:creationId xmlns:a16="http://schemas.microsoft.com/office/drawing/2014/main" id="{D97054B2-6F4F-2930-7D80-C5810DB03427}"/>
              </a:ext>
            </a:extLst>
          </p:cNvPr>
          <p:cNvSpPr>
            <a:spLocks noGrp="1"/>
          </p:cNvSpPr>
          <p:nvPr>
            <p:ph type="ctrTitle" hasCustomPrompt="1"/>
          </p:nvPr>
        </p:nvSpPr>
        <p:spPr>
          <a:xfrm>
            <a:off x="423669" y="380364"/>
            <a:ext cx="11288905" cy="3300095"/>
          </a:xfrm>
        </p:spPr>
        <p:txBody>
          <a:bodyPr anchor="t"/>
          <a:lstStyle>
            <a:lvl1pPr algn="l">
              <a:defRPr sz="8000"/>
            </a:lvl1pPr>
          </a:lstStyle>
          <a:p>
            <a:r>
              <a:rPr lang="sv-SE"/>
              <a:t>KLICKA HÄR FÖR ATT ÄNDRA MALL FÖR RUBRIKFORMAT</a:t>
            </a:r>
          </a:p>
        </p:txBody>
      </p:sp>
    </p:spTree>
    <p:extLst>
      <p:ext uri="{BB962C8B-B14F-4D97-AF65-F5344CB8AC3E}">
        <p14:creationId xmlns:p14="http://schemas.microsoft.com/office/powerpoint/2010/main" val="31578344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ttom Title and preambl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0000827-8CB6-F7D2-2DC5-6F898CC800E7}"/>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4" name="Platshållare för sidfot 3">
            <a:extLst>
              <a:ext uri="{FF2B5EF4-FFF2-40B4-BE49-F238E27FC236}">
                <a16:creationId xmlns:a16="http://schemas.microsoft.com/office/drawing/2014/main" id="{3833A91F-F24B-031E-19E8-393CCDFB0669}"/>
              </a:ext>
            </a:extLst>
          </p:cNvPr>
          <p:cNvSpPr>
            <a:spLocks noGrp="1"/>
          </p:cNvSpPr>
          <p:nvPr>
            <p:ph type="ftr" sz="quarter" idx="11"/>
          </p:nvPr>
        </p:nvSpPr>
        <p:spPr/>
        <p:txBody>
          <a:bodyPr/>
          <a:lstStyle/>
          <a:p>
            <a:endParaRPr lang="sv-SE" sz="1100"/>
          </a:p>
        </p:txBody>
      </p:sp>
      <p:sp>
        <p:nvSpPr>
          <p:cNvPr id="5" name="Platshållare för bildnummer 4">
            <a:extLst>
              <a:ext uri="{FF2B5EF4-FFF2-40B4-BE49-F238E27FC236}">
                <a16:creationId xmlns:a16="http://schemas.microsoft.com/office/drawing/2014/main" id="{BBF5AB70-874D-2E29-53D9-F08DF5315848}"/>
              </a:ext>
            </a:extLst>
          </p:cNvPr>
          <p:cNvSpPr>
            <a:spLocks noGrp="1"/>
          </p:cNvSpPr>
          <p:nvPr>
            <p:ph type="sldNum" sz="quarter" idx="12"/>
          </p:nvPr>
        </p:nvSpPr>
        <p:spPr/>
        <p:txBody>
          <a:bodyPr/>
          <a:lstStyle/>
          <a:p>
            <a:fld id="{89FA3089-F1E5-0842-A87D-E172CBD68F89}" type="slidenum">
              <a:rPr lang="sv-SE" smtClean="0"/>
              <a:pPr/>
              <a:t>‹#›</a:t>
            </a:fld>
            <a:endParaRPr lang="sv-SE" sz="1100"/>
          </a:p>
        </p:txBody>
      </p:sp>
      <p:sp>
        <p:nvSpPr>
          <p:cNvPr id="7" name="Underrubrik 2">
            <a:extLst>
              <a:ext uri="{FF2B5EF4-FFF2-40B4-BE49-F238E27FC236}">
                <a16:creationId xmlns:a16="http://schemas.microsoft.com/office/drawing/2014/main" id="{53B53751-00F6-35E1-BB57-26D6A666E835}"/>
              </a:ext>
            </a:extLst>
          </p:cNvPr>
          <p:cNvSpPr>
            <a:spLocks noGrp="1"/>
          </p:cNvSpPr>
          <p:nvPr>
            <p:ph type="subTitle" idx="1"/>
          </p:nvPr>
        </p:nvSpPr>
        <p:spPr>
          <a:xfrm>
            <a:off x="479425" y="425813"/>
            <a:ext cx="11233150" cy="1544638"/>
          </a:xfrm>
        </p:spPr>
        <p:txBody>
          <a:bodyPr anchor="t">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8" name="Rubrik 1">
            <a:extLst>
              <a:ext uri="{FF2B5EF4-FFF2-40B4-BE49-F238E27FC236}">
                <a16:creationId xmlns:a16="http://schemas.microsoft.com/office/drawing/2014/main" id="{9A81336E-4DB4-3DC1-B9ED-FE88BE619282}"/>
              </a:ext>
            </a:extLst>
          </p:cNvPr>
          <p:cNvSpPr>
            <a:spLocks noGrp="1"/>
          </p:cNvSpPr>
          <p:nvPr>
            <p:ph type="ctrTitle" hasCustomPrompt="1"/>
          </p:nvPr>
        </p:nvSpPr>
        <p:spPr>
          <a:xfrm>
            <a:off x="423669" y="2644061"/>
            <a:ext cx="11288905" cy="3300095"/>
          </a:xfrm>
        </p:spPr>
        <p:txBody>
          <a:bodyPr anchor="b"/>
          <a:lstStyle>
            <a:lvl1pPr algn="l">
              <a:defRPr sz="8000"/>
            </a:lvl1pPr>
          </a:lstStyle>
          <a:p>
            <a:r>
              <a:rPr lang="sv-SE"/>
              <a:t>KLICKA HÄR FÖR ATT ÄNDRA MALL FÖR RUBRIKFORMAT</a:t>
            </a:r>
          </a:p>
        </p:txBody>
      </p:sp>
      <p:cxnSp>
        <p:nvCxnSpPr>
          <p:cNvPr id="2" name="Rak 9">
            <a:extLst>
              <a:ext uri="{FF2B5EF4-FFF2-40B4-BE49-F238E27FC236}">
                <a16:creationId xmlns:a16="http://schemas.microsoft.com/office/drawing/2014/main" id="{83C97215-BFF6-7403-823A-3C44D89FAF43}"/>
              </a:ext>
            </a:extLst>
          </p:cNvPr>
          <p:cNvCxnSpPr>
            <a:cxnSpLocks/>
          </p:cNvCxnSpPr>
          <p:nvPr userDrawn="1"/>
        </p:nvCxnSpPr>
        <p:spPr>
          <a:xfrm>
            <a:off x="479425" y="6086793"/>
            <a:ext cx="1123315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16025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ttom Title and preamble + Image">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F69279DF-4BC5-362C-CFE6-497022EF6CDB}"/>
              </a:ext>
            </a:extLst>
          </p:cNvPr>
          <p:cNvSpPr/>
          <p:nvPr userDrawn="1"/>
        </p:nvSpPr>
        <p:spPr>
          <a:xfrm>
            <a:off x="185057" y="5965371"/>
            <a:ext cx="11702143" cy="816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Platshållare för bild 9">
            <a:extLst>
              <a:ext uri="{FF2B5EF4-FFF2-40B4-BE49-F238E27FC236}">
                <a16:creationId xmlns:a16="http://schemas.microsoft.com/office/drawing/2014/main" id="{D1AC29A3-0925-073F-A3BF-7412C204F7B0}"/>
              </a:ext>
            </a:extLst>
          </p:cNvPr>
          <p:cNvSpPr>
            <a:spLocks noGrp="1"/>
          </p:cNvSpPr>
          <p:nvPr>
            <p:ph type="pic" sz="quarter" idx="13"/>
          </p:nvPr>
        </p:nvSpPr>
        <p:spPr>
          <a:xfrm>
            <a:off x="0" y="0"/>
            <a:ext cx="12192000" cy="6858000"/>
          </a:xfrm>
          <a:blipFill dpi="0" rotWithShape="1">
            <a:blip r:embed="rId2" cstate="email">
              <a:lum bright="70000" contrast="-70000"/>
              <a:extLst>
                <a:ext uri="{28A0092B-C50C-407E-A947-70E740481C1C}">
                  <a14:useLocalDpi xmlns:a14="http://schemas.microsoft.com/office/drawing/2010/main"/>
                </a:ext>
              </a:extLst>
            </a:blip>
            <a:srcRect/>
            <a:stretch>
              <a:fillRect/>
            </a:stretch>
          </a:blipFill>
        </p:spPr>
        <p:txBody>
          <a:bodyPr/>
          <a:lstStyle/>
          <a:p>
            <a:r>
              <a:rPr lang="sv-SE"/>
              <a:t>Klicka på ikonen för att lägga till en bild</a:t>
            </a:r>
          </a:p>
        </p:txBody>
      </p:sp>
      <p:sp>
        <p:nvSpPr>
          <p:cNvPr id="7" name="Underrubrik 2">
            <a:extLst>
              <a:ext uri="{FF2B5EF4-FFF2-40B4-BE49-F238E27FC236}">
                <a16:creationId xmlns:a16="http://schemas.microsoft.com/office/drawing/2014/main" id="{E19978B8-97A3-1F83-5EC1-70E03DD634D9}"/>
              </a:ext>
            </a:extLst>
          </p:cNvPr>
          <p:cNvSpPr>
            <a:spLocks noGrp="1"/>
          </p:cNvSpPr>
          <p:nvPr>
            <p:ph type="subTitle" idx="1"/>
          </p:nvPr>
        </p:nvSpPr>
        <p:spPr>
          <a:xfrm>
            <a:off x="479425" y="425813"/>
            <a:ext cx="11233150" cy="1544638"/>
          </a:xfrm>
        </p:spPr>
        <p:txBody>
          <a:bodyPr anchor="t">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10" name="Rubrik 1">
            <a:extLst>
              <a:ext uri="{FF2B5EF4-FFF2-40B4-BE49-F238E27FC236}">
                <a16:creationId xmlns:a16="http://schemas.microsoft.com/office/drawing/2014/main" id="{48865797-99C1-0FA1-2B5D-0A781341948C}"/>
              </a:ext>
            </a:extLst>
          </p:cNvPr>
          <p:cNvSpPr>
            <a:spLocks noGrp="1"/>
          </p:cNvSpPr>
          <p:nvPr>
            <p:ph type="ctrTitle" hasCustomPrompt="1"/>
          </p:nvPr>
        </p:nvSpPr>
        <p:spPr>
          <a:xfrm>
            <a:off x="423669" y="3040037"/>
            <a:ext cx="11288905" cy="3300095"/>
          </a:xfrm>
        </p:spPr>
        <p:txBody>
          <a:bodyPr anchor="b"/>
          <a:lstStyle>
            <a:lvl1pPr algn="l">
              <a:defRPr sz="8000"/>
            </a:lvl1pPr>
          </a:lstStyle>
          <a:p>
            <a:r>
              <a:rPr lang="sv-SE"/>
              <a:t>KLICKA HÄR FÖR ATT ÄNDRA MALL FÖR RUBRIKFORMAT</a:t>
            </a:r>
          </a:p>
        </p:txBody>
      </p:sp>
    </p:spTree>
    <p:extLst>
      <p:ext uri="{BB962C8B-B14F-4D97-AF65-F5344CB8AC3E}">
        <p14:creationId xmlns:p14="http://schemas.microsoft.com/office/powerpoint/2010/main" val="42751568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op Title and preamble + Pattern 1">
    <p:spTree>
      <p:nvGrpSpPr>
        <p:cNvPr id="1" name=""/>
        <p:cNvGrpSpPr/>
        <p:nvPr/>
      </p:nvGrpSpPr>
      <p:grpSpPr>
        <a:xfrm>
          <a:off x="0" y="0"/>
          <a:ext cx="0" cy="0"/>
          <a:chOff x="0" y="0"/>
          <a:chExt cx="0" cy="0"/>
        </a:xfrm>
      </p:grpSpPr>
      <p:sp>
        <p:nvSpPr>
          <p:cNvPr id="7" name="Underrubrik 2">
            <a:extLst>
              <a:ext uri="{FF2B5EF4-FFF2-40B4-BE49-F238E27FC236}">
                <a16:creationId xmlns:a16="http://schemas.microsoft.com/office/drawing/2014/main" id="{B28F49CF-12F5-9E2A-7D57-F12ACA39F765}"/>
              </a:ext>
            </a:extLst>
          </p:cNvPr>
          <p:cNvSpPr>
            <a:spLocks noGrp="1"/>
          </p:cNvSpPr>
          <p:nvPr>
            <p:ph type="subTitle" idx="1"/>
          </p:nvPr>
        </p:nvSpPr>
        <p:spPr>
          <a:xfrm>
            <a:off x="479425" y="4152900"/>
            <a:ext cx="8517091" cy="1544638"/>
          </a:xfrm>
        </p:spPr>
        <p:txBody>
          <a:bodyPr anchor="b">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11" name="Rubrik 1">
            <a:extLst>
              <a:ext uri="{FF2B5EF4-FFF2-40B4-BE49-F238E27FC236}">
                <a16:creationId xmlns:a16="http://schemas.microsoft.com/office/drawing/2014/main" id="{A5EE91C2-2F59-EBB9-5972-59CC4CF0A955}"/>
              </a:ext>
            </a:extLst>
          </p:cNvPr>
          <p:cNvSpPr>
            <a:spLocks noGrp="1"/>
          </p:cNvSpPr>
          <p:nvPr>
            <p:ph type="ctrTitle" hasCustomPrompt="1"/>
          </p:nvPr>
        </p:nvSpPr>
        <p:spPr>
          <a:xfrm>
            <a:off x="423669" y="380364"/>
            <a:ext cx="8572847" cy="3300095"/>
          </a:xfrm>
        </p:spPr>
        <p:txBody>
          <a:bodyPr anchor="t"/>
          <a:lstStyle>
            <a:lvl1pPr algn="l">
              <a:defRPr sz="8000"/>
            </a:lvl1pPr>
          </a:lstStyle>
          <a:p>
            <a:r>
              <a:rPr lang="sv-SE"/>
              <a:t>KLICKA HÄR FÖR ATT ÄNDRA MALL FÖR RUBRIKFORMAT</a:t>
            </a:r>
          </a:p>
        </p:txBody>
      </p:sp>
      <p:grpSp>
        <p:nvGrpSpPr>
          <p:cNvPr id="2" name="Grupp 1">
            <a:extLst>
              <a:ext uri="{FF2B5EF4-FFF2-40B4-BE49-F238E27FC236}">
                <a16:creationId xmlns:a16="http://schemas.microsoft.com/office/drawing/2014/main" id="{28D53FEF-B541-3B6E-3382-AE05EA8F507C}"/>
              </a:ext>
            </a:extLst>
          </p:cNvPr>
          <p:cNvGrpSpPr/>
          <p:nvPr userDrawn="1"/>
        </p:nvGrpSpPr>
        <p:grpSpPr>
          <a:xfrm>
            <a:off x="8782185" y="0"/>
            <a:ext cx="3409815" cy="6858000"/>
            <a:chOff x="8782185" y="0"/>
            <a:chExt cx="3409815" cy="6858000"/>
          </a:xfrm>
        </p:grpSpPr>
        <p:pic>
          <p:nvPicPr>
            <p:cNvPr id="6" name="Bild 5">
              <a:extLst>
                <a:ext uri="{FF2B5EF4-FFF2-40B4-BE49-F238E27FC236}">
                  <a16:creationId xmlns:a16="http://schemas.microsoft.com/office/drawing/2014/main" id="{FE2F5F55-BA5C-1374-2E32-B950BF14DD7C}"/>
                </a:ext>
              </a:extLst>
            </p:cNvPr>
            <p:cNvPicPr>
              <a:picLocks noChangeAspect="1"/>
            </p:cNvPicPr>
            <p:nvPr userDrawn="1"/>
          </p:nvPicPr>
          <p:blipFill>
            <a:blip>
              <a:extLst>
                <a:ext uri="{96DAC541-7B7A-43D3-8B79-37D633B846F1}">
                  <asvg:svgBlip xmlns:asvg="http://schemas.microsoft.com/office/drawing/2016/SVG/main" r:embed="rId2"/>
                </a:ext>
              </a:extLst>
            </a:blip>
            <a:srcRect t="16941" r="60974"/>
            <a:stretch>
              <a:fillRect/>
            </a:stretch>
          </p:blipFill>
          <p:spPr>
            <a:xfrm>
              <a:off x="8782185" y="0"/>
              <a:ext cx="3409815" cy="3316460"/>
            </a:xfrm>
            <a:prstGeom prst="rect">
              <a:avLst/>
            </a:prstGeom>
          </p:spPr>
        </p:pic>
        <p:pic>
          <p:nvPicPr>
            <p:cNvPr id="8" name="Bild 7">
              <a:extLst>
                <a:ext uri="{FF2B5EF4-FFF2-40B4-BE49-F238E27FC236}">
                  <a16:creationId xmlns:a16="http://schemas.microsoft.com/office/drawing/2014/main" id="{5602A401-B856-8E43-EF02-5FF9799C1456}"/>
                </a:ext>
              </a:extLst>
            </p:cNvPr>
            <p:cNvPicPr>
              <a:picLocks noChangeAspect="1"/>
            </p:cNvPicPr>
            <p:nvPr userDrawn="1"/>
          </p:nvPicPr>
          <p:blipFill>
            <a:blip>
              <a:extLst>
                <a:ext uri="{96DAC541-7B7A-43D3-8B79-37D633B846F1}">
                  <asvg:svgBlip xmlns:asvg="http://schemas.microsoft.com/office/drawing/2016/SVG/main" r:embed="rId2"/>
                </a:ext>
              </a:extLst>
            </a:blip>
            <a:srcRect r="60974" b="12145"/>
            <a:stretch>
              <a:fillRect/>
            </a:stretch>
          </p:blipFill>
          <p:spPr>
            <a:xfrm>
              <a:off x="8782185" y="3350074"/>
              <a:ext cx="3409815" cy="3507926"/>
            </a:xfrm>
            <a:prstGeom prst="rect">
              <a:avLst/>
            </a:prstGeom>
          </p:spPr>
        </p:pic>
      </p:grpSp>
      <p:sp>
        <p:nvSpPr>
          <p:cNvPr id="9" name="Date Placeholder 8">
            <a:extLst>
              <a:ext uri="{FF2B5EF4-FFF2-40B4-BE49-F238E27FC236}">
                <a16:creationId xmlns:a16="http://schemas.microsoft.com/office/drawing/2014/main" id="{CB0D48D7-5246-73E8-2CA8-3CADCEDC2FD4}"/>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10" name="Footer Placeholder 9">
            <a:extLst>
              <a:ext uri="{FF2B5EF4-FFF2-40B4-BE49-F238E27FC236}">
                <a16:creationId xmlns:a16="http://schemas.microsoft.com/office/drawing/2014/main" id="{4CAD1EA6-9D76-DAA6-C9F5-A0C959979FCE}"/>
              </a:ext>
            </a:extLst>
          </p:cNvPr>
          <p:cNvSpPr>
            <a:spLocks noGrp="1"/>
          </p:cNvSpPr>
          <p:nvPr>
            <p:ph type="ftr" sz="quarter" idx="11"/>
          </p:nvPr>
        </p:nvSpPr>
        <p:spPr/>
        <p:txBody>
          <a:bodyPr/>
          <a:lstStyle/>
          <a:p>
            <a:endParaRPr lang="sv-SE" sz="1100"/>
          </a:p>
        </p:txBody>
      </p:sp>
      <p:sp>
        <p:nvSpPr>
          <p:cNvPr id="12" name="Slide Number Placeholder 11">
            <a:extLst>
              <a:ext uri="{FF2B5EF4-FFF2-40B4-BE49-F238E27FC236}">
                <a16:creationId xmlns:a16="http://schemas.microsoft.com/office/drawing/2014/main" id="{ED58B5B4-9EC3-B907-2F55-33C5BCCF1FB2}"/>
              </a:ext>
            </a:extLst>
          </p:cNvPr>
          <p:cNvSpPr>
            <a:spLocks noGrp="1"/>
          </p:cNvSpPr>
          <p:nvPr>
            <p:ph type="sldNum" sz="quarter" idx="12"/>
          </p:nvPr>
        </p:nvSpPr>
        <p:spPr/>
        <p:txBody>
          <a:bodyPr/>
          <a:lstStyle/>
          <a:p>
            <a:fld id="{89FA3089-F1E5-0842-A87D-E172CBD68F89}" type="slidenum">
              <a:rPr lang="sv-SE" smtClean="0"/>
              <a:pPr/>
              <a:t>‹#›</a:t>
            </a:fld>
            <a:endParaRPr lang="sv-SE" sz="1100"/>
          </a:p>
        </p:txBody>
      </p:sp>
      <p:cxnSp>
        <p:nvCxnSpPr>
          <p:cNvPr id="14" name="Rak 9">
            <a:extLst>
              <a:ext uri="{FF2B5EF4-FFF2-40B4-BE49-F238E27FC236}">
                <a16:creationId xmlns:a16="http://schemas.microsoft.com/office/drawing/2014/main" id="{8E522BB4-3217-B4AD-2BCF-80B8383DABB0}"/>
              </a:ext>
            </a:extLst>
          </p:cNvPr>
          <p:cNvCxnSpPr>
            <a:cxnSpLocks/>
          </p:cNvCxnSpPr>
          <p:nvPr userDrawn="1"/>
        </p:nvCxnSpPr>
        <p:spPr>
          <a:xfrm>
            <a:off x="479425" y="6086793"/>
            <a:ext cx="8192135"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297987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op Title and preamble + Pattern 2">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2BD5ACF8-19E3-8F13-19C7-805A11627A35}"/>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4" name="Platshållare för sidfot 3">
            <a:extLst>
              <a:ext uri="{FF2B5EF4-FFF2-40B4-BE49-F238E27FC236}">
                <a16:creationId xmlns:a16="http://schemas.microsoft.com/office/drawing/2014/main" id="{97E7131A-71CD-6749-4C20-831519AD68C8}"/>
              </a:ext>
            </a:extLst>
          </p:cNvPr>
          <p:cNvSpPr>
            <a:spLocks noGrp="1"/>
          </p:cNvSpPr>
          <p:nvPr>
            <p:ph type="ftr" sz="quarter" idx="11"/>
          </p:nvPr>
        </p:nvSpPr>
        <p:spPr/>
        <p:txBody>
          <a:bodyPr/>
          <a:lstStyle/>
          <a:p>
            <a:endParaRPr lang="sv-SE" sz="1100"/>
          </a:p>
        </p:txBody>
      </p:sp>
      <p:sp>
        <p:nvSpPr>
          <p:cNvPr id="5" name="Platshållare för bildnummer 4">
            <a:extLst>
              <a:ext uri="{FF2B5EF4-FFF2-40B4-BE49-F238E27FC236}">
                <a16:creationId xmlns:a16="http://schemas.microsoft.com/office/drawing/2014/main" id="{BBB36E08-C3CA-9B68-4598-DA3942A1C73D}"/>
              </a:ext>
            </a:extLst>
          </p:cNvPr>
          <p:cNvSpPr>
            <a:spLocks noGrp="1"/>
          </p:cNvSpPr>
          <p:nvPr>
            <p:ph type="sldNum" sz="quarter" idx="12"/>
          </p:nvPr>
        </p:nvSpPr>
        <p:spPr/>
        <p:txBody>
          <a:bodyPr/>
          <a:lstStyle/>
          <a:p>
            <a:fld id="{89FA3089-F1E5-0842-A87D-E172CBD68F89}" type="slidenum">
              <a:rPr lang="sv-SE" smtClean="0"/>
              <a:pPr/>
              <a:t>‹#›</a:t>
            </a:fld>
            <a:endParaRPr lang="sv-SE" sz="1100"/>
          </a:p>
        </p:txBody>
      </p:sp>
      <p:sp>
        <p:nvSpPr>
          <p:cNvPr id="7" name="Underrubrik 2">
            <a:extLst>
              <a:ext uri="{FF2B5EF4-FFF2-40B4-BE49-F238E27FC236}">
                <a16:creationId xmlns:a16="http://schemas.microsoft.com/office/drawing/2014/main" id="{EDF1C6A1-4294-8B01-8850-E7F6A85C80D1}"/>
              </a:ext>
            </a:extLst>
          </p:cNvPr>
          <p:cNvSpPr>
            <a:spLocks noGrp="1"/>
          </p:cNvSpPr>
          <p:nvPr>
            <p:ph type="subTitle" idx="1"/>
          </p:nvPr>
        </p:nvSpPr>
        <p:spPr>
          <a:xfrm>
            <a:off x="479425" y="4152900"/>
            <a:ext cx="8517091" cy="1544638"/>
          </a:xfrm>
        </p:spPr>
        <p:txBody>
          <a:bodyPr anchor="b">
            <a:normAutofit/>
          </a:bodyPr>
          <a:lstStyle>
            <a:lvl1pPr marL="0" indent="0" algn="l">
              <a:buNone/>
              <a:defRPr sz="20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pic>
        <p:nvPicPr>
          <p:cNvPr id="8" name="Bild 7">
            <a:extLst>
              <a:ext uri="{FF2B5EF4-FFF2-40B4-BE49-F238E27FC236}">
                <a16:creationId xmlns:a16="http://schemas.microsoft.com/office/drawing/2014/main" id="{2254C656-640F-3BB0-58C2-E353DF270B0C}"/>
              </a:ext>
            </a:extLst>
          </p:cNvPr>
          <p:cNvPicPr>
            <a:picLocks noChangeAspect="1"/>
          </p:cNvPicPr>
          <p:nvPr userDrawn="1"/>
        </p:nvPicPr>
        <p:blipFill>
          <a:blip>
            <a:extLst>
              <a:ext uri="{96DAC541-7B7A-43D3-8B79-37D633B846F1}">
                <asvg:svgBlip xmlns:asvg="http://schemas.microsoft.com/office/drawing/2016/SVG/main" r:embed="rId2"/>
              </a:ext>
            </a:extLst>
          </a:blip>
          <a:srcRect r="53937"/>
          <a:stretch>
            <a:fillRect/>
          </a:stretch>
        </p:blipFill>
        <p:spPr>
          <a:xfrm>
            <a:off x="8782185" y="-1"/>
            <a:ext cx="3409815" cy="6862699"/>
          </a:xfrm>
          <a:prstGeom prst="rect">
            <a:avLst/>
          </a:prstGeom>
        </p:spPr>
      </p:pic>
      <p:sp>
        <p:nvSpPr>
          <p:cNvPr id="9" name="Rubrik 1">
            <a:extLst>
              <a:ext uri="{FF2B5EF4-FFF2-40B4-BE49-F238E27FC236}">
                <a16:creationId xmlns:a16="http://schemas.microsoft.com/office/drawing/2014/main" id="{E24579F3-7B3C-71BD-B5A1-FC7D83E11EC5}"/>
              </a:ext>
            </a:extLst>
          </p:cNvPr>
          <p:cNvSpPr>
            <a:spLocks noGrp="1"/>
          </p:cNvSpPr>
          <p:nvPr>
            <p:ph type="ctrTitle" hasCustomPrompt="1"/>
          </p:nvPr>
        </p:nvSpPr>
        <p:spPr>
          <a:xfrm>
            <a:off x="423669" y="380364"/>
            <a:ext cx="8572847" cy="3300095"/>
          </a:xfrm>
        </p:spPr>
        <p:txBody>
          <a:bodyPr anchor="t"/>
          <a:lstStyle>
            <a:lvl1pPr algn="l">
              <a:defRPr sz="8000"/>
            </a:lvl1pPr>
          </a:lstStyle>
          <a:p>
            <a:r>
              <a:rPr lang="sv-SE"/>
              <a:t>KLICKA HÄR FÖR ATT ÄNDRA MALL FÖR RUBRIKFORMAT</a:t>
            </a:r>
          </a:p>
        </p:txBody>
      </p:sp>
      <p:cxnSp>
        <p:nvCxnSpPr>
          <p:cNvPr id="6" name="Rak 9">
            <a:extLst>
              <a:ext uri="{FF2B5EF4-FFF2-40B4-BE49-F238E27FC236}">
                <a16:creationId xmlns:a16="http://schemas.microsoft.com/office/drawing/2014/main" id="{40808D78-5CAF-858E-4201-CC987FFC5220}"/>
              </a:ext>
            </a:extLst>
          </p:cNvPr>
          <p:cNvCxnSpPr>
            <a:cxnSpLocks/>
          </p:cNvCxnSpPr>
          <p:nvPr userDrawn="1"/>
        </p:nvCxnSpPr>
        <p:spPr>
          <a:xfrm>
            <a:off x="479425" y="6086793"/>
            <a:ext cx="8192135"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264388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5B66D1DE-B4D7-D5C2-D62D-EE882A2A872C}"/>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4" name="Platshållare för sidfot 3">
            <a:extLst>
              <a:ext uri="{FF2B5EF4-FFF2-40B4-BE49-F238E27FC236}">
                <a16:creationId xmlns:a16="http://schemas.microsoft.com/office/drawing/2014/main" id="{9B87733A-9B5E-1981-D919-C77D94386A2A}"/>
              </a:ext>
            </a:extLst>
          </p:cNvPr>
          <p:cNvSpPr>
            <a:spLocks noGrp="1"/>
          </p:cNvSpPr>
          <p:nvPr>
            <p:ph type="ftr" sz="quarter" idx="11"/>
          </p:nvPr>
        </p:nvSpPr>
        <p:spPr/>
        <p:txBody>
          <a:bodyPr/>
          <a:lstStyle/>
          <a:p>
            <a:endParaRPr lang="sv-SE" sz="1100"/>
          </a:p>
        </p:txBody>
      </p:sp>
      <p:sp>
        <p:nvSpPr>
          <p:cNvPr id="5" name="Platshållare för bildnummer 4">
            <a:extLst>
              <a:ext uri="{FF2B5EF4-FFF2-40B4-BE49-F238E27FC236}">
                <a16:creationId xmlns:a16="http://schemas.microsoft.com/office/drawing/2014/main" id="{5075A07D-2287-FF61-5D6C-2678319CDDFD}"/>
              </a:ext>
            </a:extLst>
          </p:cNvPr>
          <p:cNvSpPr>
            <a:spLocks noGrp="1"/>
          </p:cNvSpPr>
          <p:nvPr>
            <p:ph type="sldNum" sz="quarter" idx="12"/>
          </p:nvPr>
        </p:nvSpPr>
        <p:spPr/>
        <p:txBody>
          <a:bodyPr/>
          <a:lstStyle/>
          <a:p>
            <a:fld id="{89FA3089-F1E5-0842-A87D-E172CBD68F89}" type="slidenum">
              <a:rPr lang="sv-SE" smtClean="0"/>
              <a:pPr/>
              <a:t>‹#›</a:t>
            </a:fld>
            <a:endParaRPr lang="sv-SE" sz="1100"/>
          </a:p>
        </p:txBody>
      </p:sp>
      <p:sp>
        <p:nvSpPr>
          <p:cNvPr id="7" name="Rubrik 1">
            <a:extLst>
              <a:ext uri="{FF2B5EF4-FFF2-40B4-BE49-F238E27FC236}">
                <a16:creationId xmlns:a16="http://schemas.microsoft.com/office/drawing/2014/main" id="{208FBC27-C4CD-2545-89C6-8829ACB673DF}"/>
              </a:ext>
            </a:extLst>
          </p:cNvPr>
          <p:cNvSpPr>
            <a:spLocks noGrp="1"/>
          </p:cNvSpPr>
          <p:nvPr>
            <p:ph type="ctrTitle" hasCustomPrompt="1"/>
          </p:nvPr>
        </p:nvSpPr>
        <p:spPr>
          <a:xfrm>
            <a:off x="423669" y="549274"/>
            <a:ext cx="11288905" cy="5148263"/>
          </a:xfrm>
        </p:spPr>
        <p:txBody>
          <a:bodyPr anchor="ctr"/>
          <a:lstStyle>
            <a:lvl1pPr algn="l">
              <a:defRPr sz="8000"/>
            </a:lvl1pPr>
          </a:lstStyle>
          <a:p>
            <a:r>
              <a:rPr lang="sv-SE"/>
              <a:t>KLICKA HÄR FÖR ATT ÄNDRA MALL FÖR RUBRIKFORMAT</a:t>
            </a:r>
          </a:p>
        </p:txBody>
      </p:sp>
      <p:cxnSp>
        <p:nvCxnSpPr>
          <p:cNvPr id="2" name="Rak 9">
            <a:extLst>
              <a:ext uri="{FF2B5EF4-FFF2-40B4-BE49-F238E27FC236}">
                <a16:creationId xmlns:a16="http://schemas.microsoft.com/office/drawing/2014/main" id="{CE4D9ED0-35C9-751C-6B33-200DDB839F52}"/>
              </a:ext>
            </a:extLst>
          </p:cNvPr>
          <p:cNvCxnSpPr>
            <a:cxnSpLocks/>
          </p:cNvCxnSpPr>
          <p:nvPr userDrawn="1"/>
        </p:nvCxnSpPr>
        <p:spPr>
          <a:xfrm>
            <a:off x="479425" y="6086793"/>
            <a:ext cx="1123315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86565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ullet lis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FC69325E-E06D-9BF3-4A3E-8C4C82359286}"/>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4" name="Platshållare för sidfot 3">
            <a:extLst>
              <a:ext uri="{FF2B5EF4-FFF2-40B4-BE49-F238E27FC236}">
                <a16:creationId xmlns:a16="http://schemas.microsoft.com/office/drawing/2014/main" id="{56118687-4A16-BA55-C6AB-3EB71131165D}"/>
              </a:ext>
            </a:extLst>
          </p:cNvPr>
          <p:cNvSpPr>
            <a:spLocks noGrp="1"/>
          </p:cNvSpPr>
          <p:nvPr>
            <p:ph type="ftr" sz="quarter" idx="11"/>
          </p:nvPr>
        </p:nvSpPr>
        <p:spPr/>
        <p:txBody>
          <a:bodyPr/>
          <a:lstStyle/>
          <a:p>
            <a:endParaRPr lang="sv-SE" sz="1100"/>
          </a:p>
        </p:txBody>
      </p:sp>
      <p:sp>
        <p:nvSpPr>
          <p:cNvPr id="5" name="Platshållare för bildnummer 4">
            <a:extLst>
              <a:ext uri="{FF2B5EF4-FFF2-40B4-BE49-F238E27FC236}">
                <a16:creationId xmlns:a16="http://schemas.microsoft.com/office/drawing/2014/main" id="{663FA246-DEAB-156E-6415-7BFE48D831B2}"/>
              </a:ext>
            </a:extLst>
          </p:cNvPr>
          <p:cNvSpPr>
            <a:spLocks noGrp="1"/>
          </p:cNvSpPr>
          <p:nvPr>
            <p:ph type="sldNum" sz="quarter" idx="12"/>
          </p:nvPr>
        </p:nvSpPr>
        <p:spPr/>
        <p:txBody>
          <a:bodyPr/>
          <a:lstStyle/>
          <a:p>
            <a:fld id="{89FA3089-F1E5-0842-A87D-E172CBD68F89}" type="slidenum">
              <a:rPr lang="sv-SE" smtClean="0"/>
              <a:pPr/>
              <a:t>‹#›</a:t>
            </a:fld>
            <a:endParaRPr lang="sv-SE" sz="1100"/>
          </a:p>
        </p:txBody>
      </p:sp>
      <p:sp>
        <p:nvSpPr>
          <p:cNvPr id="6" name="Underrubrik 2">
            <a:extLst>
              <a:ext uri="{FF2B5EF4-FFF2-40B4-BE49-F238E27FC236}">
                <a16:creationId xmlns:a16="http://schemas.microsoft.com/office/drawing/2014/main" id="{50A963AD-5CAC-A5EB-52E3-DC666F6E09BE}"/>
              </a:ext>
            </a:extLst>
          </p:cNvPr>
          <p:cNvSpPr>
            <a:spLocks noGrp="1"/>
          </p:cNvSpPr>
          <p:nvPr>
            <p:ph type="subTitle" idx="1"/>
          </p:nvPr>
        </p:nvSpPr>
        <p:spPr>
          <a:xfrm>
            <a:off x="479425" y="549275"/>
            <a:ext cx="11233150" cy="5148263"/>
          </a:xfrm>
        </p:spPr>
        <p:txBody>
          <a:bodyPr anchor="ctr">
            <a:normAutofit/>
          </a:bodyPr>
          <a:lstStyle>
            <a:lvl1pPr marL="288000" indent="-288000" algn="l">
              <a:buFont typeface="Wingdings" pitchFamily="2" charset="2"/>
              <a:buChar char="§"/>
              <a:defRPr sz="2800" b="1" i="0">
                <a:latin typeface="Montserrat SemiBold"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cxnSp>
        <p:nvCxnSpPr>
          <p:cNvPr id="2" name="Rak 9">
            <a:extLst>
              <a:ext uri="{FF2B5EF4-FFF2-40B4-BE49-F238E27FC236}">
                <a16:creationId xmlns:a16="http://schemas.microsoft.com/office/drawing/2014/main" id="{D00DCF41-AE84-4169-2466-D4AB5AE7D786}"/>
              </a:ext>
            </a:extLst>
          </p:cNvPr>
          <p:cNvCxnSpPr>
            <a:cxnSpLocks/>
          </p:cNvCxnSpPr>
          <p:nvPr userDrawn="1"/>
        </p:nvCxnSpPr>
        <p:spPr>
          <a:xfrm>
            <a:off x="479425" y="6086793"/>
            <a:ext cx="1123315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62147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mall title">
    <p:spTree>
      <p:nvGrpSpPr>
        <p:cNvPr id="1" name=""/>
        <p:cNvGrpSpPr/>
        <p:nvPr/>
      </p:nvGrpSpPr>
      <p:grpSpPr>
        <a:xfrm>
          <a:off x="0" y="0"/>
          <a:ext cx="0" cy="0"/>
          <a:chOff x="0" y="0"/>
          <a:chExt cx="0" cy="0"/>
        </a:xfrm>
      </p:grpSpPr>
      <p:sp>
        <p:nvSpPr>
          <p:cNvPr id="9" name="Rubrik 8">
            <a:extLst>
              <a:ext uri="{FF2B5EF4-FFF2-40B4-BE49-F238E27FC236}">
                <a16:creationId xmlns:a16="http://schemas.microsoft.com/office/drawing/2014/main" id="{D9355F84-4024-834E-FC30-84CD06B3CEBC}"/>
              </a:ext>
            </a:extLst>
          </p:cNvPr>
          <p:cNvSpPr>
            <a:spLocks noGrp="1"/>
          </p:cNvSpPr>
          <p:nvPr>
            <p:ph type="title" hasCustomPrompt="1"/>
          </p:nvPr>
        </p:nvSpPr>
        <p:spPr/>
        <p:txBody>
          <a:bodyPr/>
          <a:lstStyle/>
          <a:p>
            <a:r>
              <a:rPr lang="sv-SE"/>
              <a:t>KLICKA HÄR FÖR ATT ÄNDRA MALL FÖR RUBRIKFORMAT</a:t>
            </a:r>
          </a:p>
        </p:txBody>
      </p:sp>
      <p:sp>
        <p:nvSpPr>
          <p:cNvPr id="10" name="Platshållare för datum 9">
            <a:extLst>
              <a:ext uri="{FF2B5EF4-FFF2-40B4-BE49-F238E27FC236}">
                <a16:creationId xmlns:a16="http://schemas.microsoft.com/office/drawing/2014/main" id="{A7DFB35B-8444-FC8C-FAE9-1DC537405B1C}"/>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11" name="Platshållare för sidfot 10">
            <a:extLst>
              <a:ext uri="{FF2B5EF4-FFF2-40B4-BE49-F238E27FC236}">
                <a16:creationId xmlns:a16="http://schemas.microsoft.com/office/drawing/2014/main" id="{7276C3D4-25B8-5578-4452-3C816818B570}"/>
              </a:ext>
            </a:extLst>
          </p:cNvPr>
          <p:cNvSpPr>
            <a:spLocks noGrp="1"/>
          </p:cNvSpPr>
          <p:nvPr>
            <p:ph type="ftr" sz="quarter" idx="11"/>
          </p:nvPr>
        </p:nvSpPr>
        <p:spPr/>
        <p:txBody>
          <a:bodyPr/>
          <a:lstStyle/>
          <a:p>
            <a:endParaRPr lang="sv-SE" sz="1100"/>
          </a:p>
        </p:txBody>
      </p:sp>
      <p:sp>
        <p:nvSpPr>
          <p:cNvPr id="12" name="Platshållare för bildnummer 11">
            <a:extLst>
              <a:ext uri="{FF2B5EF4-FFF2-40B4-BE49-F238E27FC236}">
                <a16:creationId xmlns:a16="http://schemas.microsoft.com/office/drawing/2014/main" id="{C297EA4D-CDC5-7F59-2941-FBF1C2B88D2D}"/>
              </a:ext>
            </a:extLst>
          </p:cNvPr>
          <p:cNvSpPr>
            <a:spLocks noGrp="1"/>
          </p:cNvSpPr>
          <p:nvPr>
            <p:ph type="sldNum" sz="quarter" idx="12"/>
          </p:nvPr>
        </p:nvSpPr>
        <p:spPr/>
        <p:txBody>
          <a:bodyPr/>
          <a:lstStyle/>
          <a:p>
            <a:fld id="{89FA3089-F1E5-0842-A87D-E172CBD68F89}" type="slidenum">
              <a:rPr lang="sv-SE" smtClean="0"/>
              <a:pPr/>
              <a:t>‹#›</a:t>
            </a:fld>
            <a:endParaRPr lang="sv-SE" sz="1100"/>
          </a:p>
        </p:txBody>
      </p:sp>
      <p:cxnSp>
        <p:nvCxnSpPr>
          <p:cNvPr id="2" name="Rak 9">
            <a:extLst>
              <a:ext uri="{FF2B5EF4-FFF2-40B4-BE49-F238E27FC236}">
                <a16:creationId xmlns:a16="http://schemas.microsoft.com/office/drawing/2014/main" id="{92196751-BD7F-46B9-FAC9-D601CFDECCE6}"/>
              </a:ext>
            </a:extLst>
          </p:cNvPr>
          <p:cNvCxnSpPr>
            <a:cxnSpLocks/>
          </p:cNvCxnSpPr>
          <p:nvPr userDrawn="1"/>
        </p:nvCxnSpPr>
        <p:spPr>
          <a:xfrm>
            <a:off x="479425" y="6086793"/>
            <a:ext cx="1123315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742610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8C3EDF05-4702-F52C-38F9-A13DF82753F9}"/>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1" name="Rubrik 10">
            <a:extLst>
              <a:ext uri="{FF2B5EF4-FFF2-40B4-BE49-F238E27FC236}">
                <a16:creationId xmlns:a16="http://schemas.microsoft.com/office/drawing/2014/main" id="{534EDFF3-5FC7-A53A-9FB6-16D8096D61CB}"/>
              </a:ext>
            </a:extLst>
          </p:cNvPr>
          <p:cNvSpPr>
            <a:spLocks noGrp="1"/>
          </p:cNvSpPr>
          <p:nvPr>
            <p:ph type="title" hasCustomPrompt="1"/>
          </p:nvPr>
        </p:nvSpPr>
        <p:spPr>
          <a:xfrm>
            <a:off x="447919" y="449951"/>
            <a:ext cx="11264656" cy="1392993"/>
          </a:xfrm>
        </p:spPr>
        <p:txBody>
          <a:bodyPr/>
          <a:lstStyle/>
          <a:p>
            <a:r>
              <a:rPr lang="sv-SE"/>
              <a:t>KLICKA HÄR FÖR ATT ÄNDRA MALL FÖR RUBRIKFORMAT</a:t>
            </a:r>
          </a:p>
        </p:txBody>
      </p:sp>
      <p:sp>
        <p:nvSpPr>
          <p:cNvPr id="12" name="Platshållare för datum 11">
            <a:extLst>
              <a:ext uri="{FF2B5EF4-FFF2-40B4-BE49-F238E27FC236}">
                <a16:creationId xmlns:a16="http://schemas.microsoft.com/office/drawing/2014/main" id="{AD685D3C-82CF-F810-A458-789837ED8C45}"/>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13" name="Platshållare för sidfot 12">
            <a:extLst>
              <a:ext uri="{FF2B5EF4-FFF2-40B4-BE49-F238E27FC236}">
                <a16:creationId xmlns:a16="http://schemas.microsoft.com/office/drawing/2014/main" id="{F571C0A2-72A8-3244-912D-00FB45362ECA}"/>
              </a:ext>
            </a:extLst>
          </p:cNvPr>
          <p:cNvSpPr>
            <a:spLocks noGrp="1"/>
          </p:cNvSpPr>
          <p:nvPr>
            <p:ph type="ftr" sz="quarter" idx="11"/>
          </p:nvPr>
        </p:nvSpPr>
        <p:spPr/>
        <p:txBody>
          <a:bodyPr/>
          <a:lstStyle/>
          <a:p>
            <a:endParaRPr lang="sv-SE" sz="1100"/>
          </a:p>
        </p:txBody>
      </p:sp>
      <p:sp>
        <p:nvSpPr>
          <p:cNvPr id="14" name="Platshållare för bildnummer 13">
            <a:extLst>
              <a:ext uri="{FF2B5EF4-FFF2-40B4-BE49-F238E27FC236}">
                <a16:creationId xmlns:a16="http://schemas.microsoft.com/office/drawing/2014/main" id="{EDF6EEEF-7840-2645-E156-D0F21E1BB497}"/>
              </a:ext>
            </a:extLst>
          </p:cNvPr>
          <p:cNvSpPr>
            <a:spLocks noGrp="1"/>
          </p:cNvSpPr>
          <p:nvPr>
            <p:ph type="sldNum" sz="quarter" idx="12"/>
          </p:nvPr>
        </p:nvSpPr>
        <p:spPr/>
        <p:txBody>
          <a:bodyPr/>
          <a:lstStyle/>
          <a:p>
            <a:fld id="{89FA3089-F1E5-0842-A87D-E172CBD68F89}" type="slidenum">
              <a:rPr lang="sv-SE" smtClean="0"/>
              <a:pPr/>
              <a:t>‹#›</a:t>
            </a:fld>
            <a:endParaRPr lang="sv-SE" sz="1100"/>
          </a:p>
        </p:txBody>
      </p:sp>
    </p:spTree>
    <p:extLst>
      <p:ext uri="{BB962C8B-B14F-4D97-AF65-F5344CB8AC3E}">
        <p14:creationId xmlns:p14="http://schemas.microsoft.com/office/powerpoint/2010/main" val="1166785437"/>
      </p:ext>
    </p:extLst>
  </p:cSld>
  <p:clrMapOvr>
    <a:masterClrMapping/>
  </p:clrMapOvr>
  <p:extLst>
    <p:ext uri="{DCECCB84-F9BA-43D5-87BE-67443E8EF086}">
      <p15:sldGuideLst xmlns:p15="http://schemas.microsoft.com/office/powerpoint/2012/main">
        <p15:guide id="1" orient="horz" pos="2183">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ext">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8C3EDF05-4702-F52C-38F9-A13DF82753F9}"/>
              </a:ext>
            </a:extLst>
          </p:cNvPr>
          <p:cNvSpPr>
            <a:spLocks noGrp="1"/>
          </p:cNvSpPr>
          <p:nvPr>
            <p:ph idx="1"/>
          </p:nvPr>
        </p:nvSpPr>
        <p:spPr>
          <a:xfrm>
            <a:off x="413629" y="1505666"/>
            <a:ext cx="11298946" cy="4191871"/>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1" name="Rubrik 10">
            <a:extLst>
              <a:ext uri="{FF2B5EF4-FFF2-40B4-BE49-F238E27FC236}">
                <a16:creationId xmlns:a16="http://schemas.microsoft.com/office/drawing/2014/main" id="{534EDFF3-5FC7-A53A-9FB6-16D8096D61CB}"/>
              </a:ext>
            </a:extLst>
          </p:cNvPr>
          <p:cNvSpPr>
            <a:spLocks noGrp="1"/>
          </p:cNvSpPr>
          <p:nvPr>
            <p:ph type="title" hasCustomPrompt="1"/>
          </p:nvPr>
        </p:nvSpPr>
        <p:spPr>
          <a:xfrm>
            <a:off x="447919" y="441326"/>
            <a:ext cx="11264656" cy="782458"/>
          </a:xfrm>
        </p:spPr>
        <p:txBody>
          <a:bodyPr/>
          <a:lstStyle/>
          <a:p>
            <a:r>
              <a:rPr lang="sv-SE"/>
              <a:t>KLICKA HÄR FÖR ATT ÄNDRA MALL FÖR RUBRIKFORMAT</a:t>
            </a:r>
          </a:p>
        </p:txBody>
      </p:sp>
      <p:sp>
        <p:nvSpPr>
          <p:cNvPr id="12" name="Platshållare för datum 11">
            <a:extLst>
              <a:ext uri="{FF2B5EF4-FFF2-40B4-BE49-F238E27FC236}">
                <a16:creationId xmlns:a16="http://schemas.microsoft.com/office/drawing/2014/main" id="{AD685D3C-82CF-F810-A458-789837ED8C45}"/>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13" name="Platshållare för sidfot 12">
            <a:extLst>
              <a:ext uri="{FF2B5EF4-FFF2-40B4-BE49-F238E27FC236}">
                <a16:creationId xmlns:a16="http://schemas.microsoft.com/office/drawing/2014/main" id="{F571C0A2-72A8-3244-912D-00FB45362ECA}"/>
              </a:ext>
            </a:extLst>
          </p:cNvPr>
          <p:cNvSpPr>
            <a:spLocks noGrp="1"/>
          </p:cNvSpPr>
          <p:nvPr>
            <p:ph type="ftr" sz="quarter" idx="11"/>
          </p:nvPr>
        </p:nvSpPr>
        <p:spPr/>
        <p:txBody>
          <a:bodyPr/>
          <a:lstStyle/>
          <a:p>
            <a:endParaRPr lang="sv-SE" sz="1100"/>
          </a:p>
        </p:txBody>
      </p:sp>
      <p:sp>
        <p:nvSpPr>
          <p:cNvPr id="14" name="Platshållare för bildnummer 13">
            <a:extLst>
              <a:ext uri="{FF2B5EF4-FFF2-40B4-BE49-F238E27FC236}">
                <a16:creationId xmlns:a16="http://schemas.microsoft.com/office/drawing/2014/main" id="{EDF6EEEF-7840-2645-E156-D0F21E1BB497}"/>
              </a:ext>
            </a:extLst>
          </p:cNvPr>
          <p:cNvSpPr>
            <a:spLocks noGrp="1"/>
          </p:cNvSpPr>
          <p:nvPr>
            <p:ph type="sldNum" sz="quarter" idx="12"/>
          </p:nvPr>
        </p:nvSpPr>
        <p:spPr/>
        <p:txBody>
          <a:bodyPr/>
          <a:lstStyle/>
          <a:p>
            <a:fld id="{89FA3089-F1E5-0842-A87D-E172CBD68F89}" type="slidenum">
              <a:rPr lang="sv-SE" smtClean="0"/>
              <a:pPr/>
              <a:t>‹#›</a:t>
            </a:fld>
            <a:endParaRPr lang="sv-SE" sz="1100"/>
          </a:p>
        </p:txBody>
      </p:sp>
    </p:spTree>
    <p:extLst>
      <p:ext uri="{BB962C8B-B14F-4D97-AF65-F5344CB8AC3E}">
        <p14:creationId xmlns:p14="http://schemas.microsoft.com/office/powerpoint/2010/main" val="646738274"/>
      </p:ext>
    </p:extLst>
  </p:cSld>
  <p:clrMapOvr>
    <a:masterClrMapping/>
  </p:clrMapOvr>
  <p:extLst>
    <p:ext uri="{DCECCB84-F9BA-43D5-87BE-67443E8EF086}">
      <p15:sldGuideLst xmlns:p15="http://schemas.microsoft.com/office/powerpoint/2012/main">
        <p15:guide id="1" orient="horz" pos="2183">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94832A1-73E5-AE88-9FDA-06DC321ED6F7}"/>
              </a:ext>
            </a:extLst>
          </p:cNvPr>
          <p:cNvSpPr>
            <a:spLocks noGrp="1"/>
          </p:cNvSpPr>
          <p:nvPr>
            <p:ph type="title" hasCustomPrompt="1"/>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49184BBA-67D8-17C4-32A6-15FA40143D13}"/>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4" name="Platshållare för sidfot 3">
            <a:extLst>
              <a:ext uri="{FF2B5EF4-FFF2-40B4-BE49-F238E27FC236}">
                <a16:creationId xmlns:a16="http://schemas.microsoft.com/office/drawing/2014/main" id="{4773E1B9-54BF-127A-064C-65E1F37EB5AC}"/>
              </a:ext>
            </a:extLst>
          </p:cNvPr>
          <p:cNvSpPr>
            <a:spLocks noGrp="1"/>
          </p:cNvSpPr>
          <p:nvPr>
            <p:ph type="ftr" sz="quarter" idx="11"/>
          </p:nvPr>
        </p:nvSpPr>
        <p:spPr/>
        <p:txBody>
          <a:bodyPr/>
          <a:lstStyle/>
          <a:p>
            <a:endParaRPr lang="sv-SE" sz="1100"/>
          </a:p>
        </p:txBody>
      </p:sp>
      <p:sp>
        <p:nvSpPr>
          <p:cNvPr id="5" name="Platshållare för bildnummer 4">
            <a:extLst>
              <a:ext uri="{FF2B5EF4-FFF2-40B4-BE49-F238E27FC236}">
                <a16:creationId xmlns:a16="http://schemas.microsoft.com/office/drawing/2014/main" id="{09E6397D-6C44-CBF1-68BE-849F880D03D3}"/>
              </a:ext>
            </a:extLst>
          </p:cNvPr>
          <p:cNvSpPr>
            <a:spLocks noGrp="1"/>
          </p:cNvSpPr>
          <p:nvPr>
            <p:ph type="sldNum" sz="quarter" idx="12"/>
          </p:nvPr>
        </p:nvSpPr>
        <p:spPr/>
        <p:txBody>
          <a:bodyPr/>
          <a:lstStyle/>
          <a:p>
            <a:fld id="{89FA3089-F1E5-0842-A87D-E172CBD68F89}" type="slidenum">
              <a:rPr lang="sv-SE" smtClean="0"/>
              <a:pPr/>
              <a:t>‹#›</a:t>
            </a:fld>
            <a:endParaRPr lang="sv-SE" sz="1100"/>
          </a:p>
        </p:txBody>
      </p:sp>
      <p:sp>
        <p:nvSpPr>
          <p:cNvPr id="6" name="Platshållare för text 4">
            <a:extLst>
              <a:ext uri="{FF2B5EF4-FFF2-40B4-BE49-F238E27FC236}">
                <a16:creationId xmlns:a16="http://schemas.microsoft.com/office/drawing/2014/main" id="{40BF78CC-7B9E-325A-DE3A-446BB0989943}"/>
              </a:ext>
            </a:extLst>
          </p:cNvPr>
          <p:cNvSpPr>
            <a:spLocks noGrp="1"/>
          </p:cNvSpPr>
          <p:nvPr>
            <p:ph type="body" sz="quarter" idx="15"/>
          </p:nvPr>
        </p:nvSpPr>
        <p:spPr>
          <a:xfrm>
            <a:off x="466944" y="2020956"/>
            <a:ext cx="5395051" cy="658872"/>
          </a:xfrm>
        </p:spPr>
        <p:txBody>
          <a:bodyPr anchor="b">
            <a:normAutofit/>
          </a:bodyPr>
          <a:lstStyle>
            <a:lvl1pPr marL="0" indent="0">
              <a:buNone/>
              <a:defRPr sz="1600" b="1" i="0">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7" name="Platshållare för innehåll 5">
            <a:extLst>
              <a:ext uri="{FF2B5EF4-FFF2-40B4-BE49-F238E27FC236}">
                <a16:creationId xmlns:a16="http://schemas.microsoft.com/office/drawing/2014/main" id="{20C24AA2-F83D-BA05-7F85-F0966EF5EDDF}"/>
              </a:ext>
            </a:extLst>
          </p:cNvPr>
          <p:cNvSpPr>
            <a:spLocks noGrp="1"/>
          </p:cNvSpPr>
          <p:nvPr>
            <p:ph sz="quarter" idx="16"/>
          </p:nvPr>
        </p:nvSpPr>
        <p:spPr>
          <a:xfrm>
            <a:off x="398364" y="2963846"/>
            <a:ext cx="5468525" cy="2736000"/>
          </a:xfrm>
        </p:spPr>
        <p:txBody>
          <a:bodyPr>
            <a:normAutofit/>
          </a:bodyPr>
          <a:lstStyle>
            <a:lvl1pPr>
              <a:defRPr sz="1400"/>
            </a:lvl1pPr>
            <a:lvl2pPr>
              <a:defRPr sz="1400"/>
            </a:lvl2pPr>
            <a:lvl3pPr>
              <a:defRPr sz="1200"/>
            </a:lvl3pPr>
            <a:lvl4pPr>
              <a:defRPr sz="1100"/>
            </a:lvl4pPr>
            <a:lvl5pPr>
              <a:defRPr sz="105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cxnSp>
        <p:nvCxnSpPr>
          <p:cNvPr id="8" name="Rak 7">
            <a:extLst>
              <a:ext uri="{FF2B5EF4-FFF2-40B4-BE49-F238E27FC236}">
                <a16:creationId xmlns:a16="http://schemas.microsoft.com/office/drawing/2014/main" id="{054A8A58-8361-9BA6-F9FE-93F3968B7D5B}"/>
              </a:ext>
            </a:extLst>
          </p:cNvPr>
          <p:cNvCxnSpPr>
            <a:cxnSpLocks/>
          </p:cNvCxnSpPr>
          <p:nvPr userDrawn="1"/>
        </p:nvCxnSpPr>
        <p:spPr>
          <a:xfrm>
            <a:off x="482704" y="2854363"/>
            <a:ext cx="5384185" cy="0"/>
          </a:xfrm>
          <a:prstGeom prst="line">
            <a:avLst/>
          </a:prstGeom>
          <a:ln w="15875"/>
        </p:spPr>
        <p:style>
          <a:lnRef idx="1">
            <a:schemeClr val="dk1"/>
          </a:lnRef>
          <a:fillRef idx="0">
            <a:schemeClr val="dk1"/>
          </a:fillRef>
          <a:effectRef idx="0">
            <a:schemeClr val="dk1"/>
          </a:effectRef>
          <a:fontRef idx="minor">
            <a:schemeClr val="tx1"/>
          </a:fontRef>
        </p:style>
      </p:cxnSp>
      <p:sp>
        <p:nvSpPr>
          <p:cNvPr id="9" name="Platshållare för text 4">
            <a:extLst>
              <a:ext uri="{FF2B5EF4-FFF2-40B4-BE49-F238E27FC236}">
                <a16:creationId xmlns:a16="http://schemas.microsoft.com/office/drawing/2014/main" id="{A42DF433-1144-F1AC-4A9B-5063DCECD92E}"/>
              </a:ext>
            </a:extLst>
          </p:cNvPr>
          <p:cNvSpPr>
            <a:spLocks noGrp="1"/>
          </p:cNvSpPr>
          <p:nvPr>
            <p:ph type="body" sz="quarter" idx="17"/>
          </p:nvPr>
        </p:nvSpPr>
        <p:spPr>
          <a:xfrm>
            <a:off x="6312587" y="2020956"/>
            <a:ext cx="5395051" cy="658872"/>
          </a:xfrm>
        </p:spPr>
        <p:txBody>
          <a:bodyPr anchor="b">
            <a:normAutofit/>
          </a:bodyPr>
          <a:lstStyle>
            <a:lvl1pPr marL="0" indent="0">
              <a:buNone/>
              <a:defRPr sz="1600" b="1" i="0">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10" name="Platshållare för innehåll 5">
            <a:extLst>
              <a:ext uri="{FF2B5EF4-FFF2-40B4-BE49-F238E27FC236}">
                <a16:creationId xmlns:a16="http://schemas.microsoft.com/office/drawing/2014/main" id="{0B0FB16F-165D-0E00-C31F-588DCBF2E1EB}"/>
              </a:ext>
            </a:extLst>
          </p:cNvPr>
          <p:cNvSpPr>
            <a:spLocks noGrp="1"/>
          </p:cNvSpPr>
          <p:nvPr>
            <p:ph sz="quarter" idx="18"/>
          </p:nvPr>
        </p:nvSpPr>
        <p:spPr>
          <a:xfrm>
            <a:off x="6244007" y="2963846"/>
            <a:ext cx="5468568" cy="2736000"/>
          </a:xfrm>
        </p:spPr>
        <p:txBody>
          <a:bodyPr>
            <a:normAutofit/>
          </a:bodyPr>
          <a:lstStyle>
            <a:lvl1pPr>
              <a:defRPr sz="1400"/>
            </a:lvl1pPr>
            <a:lvl2pPr>
              <a:defRPr sz="1400"/>
            </a:lvl2pPr>
            <a:lvl3pPr>
              <a:defRPr sz="1200"/>
            </a:lvl3pPr>
            <a:lvl4pPr>
              <a:defRPr sz="1100"/>
            </a:lvl4pPr>
            <a:lvl5pPr>
              <a:defRPr sz="105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cxnSp>
        <p:nvCxnSpPr>
          <p:cNvPr id="11" name="Rak 10">
            <a:extLst>
              <a:ext uri="{FF2B5EF4-FFF2-40B4-BE49-F238E27FC236}">
                <a16:creationId xmlns:a16="http://schemas.microsoft.com/office/drawing/2014/main" id="{1C45F27E-079E-E248-5C34-A7C42CB81E13}"/>
              </a:ext>
            </a:extLst>
          </p:cNvPr>
          <p:cNvCxnSpPr>
            <a:cxnSpLocks/>
          </p:cNvCxnSpPr>
          <p:nvPr userDrawn="1"/>
        </p:nvCxnSpPr>
        <p:spPr>
          <a:xfrm>
            <a:off x="6328347" y="2854363"/>
            <a:ext cx="5384228"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123461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A1469D3-62AB-539A-9108-07B261C9B66F}"/>
              </a:ext>
            </a:extLst>
          </p:cNvPr>
          <p:cNvSpPr>
            <a:spLocks noGrp="1"/>
          </p:cNvSpPr>
          <p:nvPr>
            <p:ph type="title" hasCustomPrompt="1"/>
          </p:nvPr>
        </p:nvSpPr>
        <p:spPr>
          <a:xfrm>
            <a:off x="447919" y="449951"/>
            <a:ext cx="11264656" cy="1392993"/>
          </a:xfrm>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57ACE8A2-612A-37A5-9F79-E645D902C05A}"/>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4" name="Platshållare för sidfot 3">
            <a:extLst>
              <a:ext uri="{FF2B5EF4-FFF2-40B4-BE49-F238E27FC236}">
                <a16:creationId xmlns:a16="http://schemas.microsoft.com/office/drawing/2014/main" id="{596F78B3-F75E-9083-A5B1-0C7BD6621970}"/>
              </a:ext>
            </a:extLst>
          </p:cNvPr>
          <p:cNvSpPr>
            <a:spLocks noGrp="1"/>
          </p:cNvSpPr>
          <p:nvPr>
            <p:ph type="ftr" sz="quarter" idx="11"/>
          </p:nvPr>
        </p:nvSpPr>
        <p:spPr/>
        <p:txBody>
          <a:bodyPr/>
          <a:lstStyle/>
          <a:p>
            <a:endParaRPr lang="sv-SE" sz="1100"/>
          </a:p>
        </p:txBody>
      </p:sp>
      <p:sp>
        <p:nvSpPr>
          <p:cNvPr id="5" name="Platshållare för bildnummer 4">
            <a:extLst>
              <a:ext uri="{FF2B5EF4-FFF2-40B4-BE49-F238E27FC236}">
                <a16:creationId xmlns:a16="http://schemas.microsoft.com/office/drawing/2014/main" id="{27C1EFEF-71E7-A037-A66A-40B0BCED04C0}"/>
              </a:ext>
            </a:extLst>
          </p:cNvPr>
          <p:cNvSpPr>
            <a:spLocks noGrp="1"/>
          </p:cNvSpPr>
          <p:nvPr>
            <p:ph type="sldNum" sz="quarter" idx="12"/>
          </p:nvPr>
        </p:nvSpPr>
        <p:spPr/>
        <p:txBody>
          <a:bodyPr/>
          <a:lstStyle/>
          <a:p>
            <a:fld id="{89FA3089-F1E5-0842-A87D-E172CBD68F89}" type="slidenum">
              <a:rPr lang="sv-SE" smtClean="0"/>
              <a:pPr/>
              <a:t>‹#›</a:t>
            </a:fld>
            <a:endParaRPr lang="sv-SE" sz="1100"/>
          </a:p>
        </p:txBody>
      </p:sp>
      <p:sp>
        <p:nvSpPr>
          <p:cNvPr id="47" name="Platshållare för text 4">
            <a:extLst>
              <a:ext uri="{FF2B5EF4-FFF2-40B4-BE49-F238E27FC236}">
                <a16:creationId xmlns:a16="http://schemas.microsoft.com/office/drawing/2014/main" id="{45F6638C-B9FB-64CE-F243-7745E6E6727A}"/>
              </a:ext>
            </a:extLst>
          </p:cNvPr>
          <p:cNvSpPr>
            <a:spLocks noGrp="1"/>
          </p:cNvSpPr>
          <p:nvPr>
            <p:ph type="body" sz="quarter" idx="15"/>
          </p:nvPr>
        </p:nvSpPr>
        <p:spPr>
          <a:xfrm>
            <a:off x="466944" y="2020956"/>
            <a:ext cx="3491747" cy="658872"/>
          </a:xfrm>
        </p:spPr>
        <p:txBody>
          <a:bodyPr anchor="b">
            <a:normAutofit/>
          </a:bodyPr>
          <a:lstStyle>
            <a:lvl1pPr marL="0" indent="0">
              <a:buNone/>
              <a:defRPr sz="1600" b="1" i="0">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8" name="Platshållare för innehåll 5">
            <a:extLst>
              <a:ext uri="{FF2B5EF4-FFF2-40B4-BE49-F238E27FC236}">
                <a16:creationId xmlns:a16="http://schemas.microsoft.com/office/drawing/2014/main" id="{A73EB068-BE28-3D1B-2F94-5E07042BA8B0}"/>
              </a:ext>
            </a:extLst>
          </p:cNvPr>
          <p:cNvSpPr>
            <a:spLocks noGrp="1"/>
          </p:cNvSpPr>
          <p:nvPr>
            <p:ph sz="quarter" idx="16"/>
          </p:nvPr>
        </p:nvSpPr>
        <p:spPr>
          <a:xfrm>
            <a:off x="398364" y="2963846"/>
            <a:ext cx="3560327" cy="2736000"/>
          </a:xfrm>
        </p:spPr>
        <p:txBody>
          <a:bodyPr>
            <a:normAutofit/>
          </a:bodyPr>
          <a:lstStyle>
            <a:lvl1pPr>
              <a:defRPr sz="1200"/>
            </a:lvl1pPr>
            <a:lvl2pPr>
              <a:defRPr sz="1200"/>
            </a:lvl2pPr>
            <a:lvl3pPr>
              <a:defRPr sz="1100"/>
            </a:lvl3pPr>
            <a:lvl4pPr>
              <a:defRPr sz="1050"/>
            </a:lvl4pPr>
            <a:lvl5pPr>
              <a:defRPr sz="10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cxnSp>
        <p:nvCxnSpPr>
          <p:cNvPr id="49" name="Rak 48">
            <a:extLst>
              <a:ext uri="{FF2B5EF4-FFF2-40B4-BE49-F238E27FC236}">
                <a16:creationId xmlns:a16="http://schemas.microsoft.com/office/drawing/2014/main" id="{014EA7B9-53E8-2C65-9D05-26D51815E16C}"/>
              </a:ext>
            </a:extLst>
          </p:cNvPr>
          <p:cNvCxnSpPr>
            <a:cxnSpLocks/>
          </p:cNvCxnSpPr>
          <p:nvPr userDrawn="1"/>
        </p:nvCxnSpPr>
        <p:spPr>
          <a:xfrm>
            <a:off x="482704" y="2854363"/>
            <a:ext cx="3475987" cy="0"/>
          </a:xfrm>
          <a:prstGeom prst="line">
            <a:avLst/>
          </a:prstGeom>
          <a:ln w="15875"/>
        </p:spPr>
        <p:style>
          <a:lnRef idx="1">
            <a:schemeClr val="dk1"/>
          </a:lnRef>
          <a:fillRef idx="0">
            <a:schemeClr val="dk1"/>
          </a:fillRef>
          <a:effectRef idx="0">
            <a:schemeClr val="dk1"/>
          </a:effectRef>
          <a:fontRef idx="minor">
            <a:schemeClr val="tx1"/>
          </a:fontRef>
        </p:style>
      </p:cxnSp>
      <p:sp>
        <p:nvSpPr>
          <p:cNvPr id="69" name="Platshållare för text 4">
            <a:extLst>
              <a:ext uri="{FF2B5EF4-FFF2-40B4-BE49-F238E27FC236}">
                <a16:creationId xmlns:a16="http://schemas.microsoft.com/office/drawing/2014/main" id="{27E6193D-3403-CC91-56C8-62F8F5263CCB}"/>
              </a:ext>
            </a:extLst>
          </p:cNvPr>
          <p:cNvSpPr>
            <a:spLocks noGrp="1"/>
          </p:cNvSpPr>
          <p:nvPr>
            <p:ph type="body" sz="quarter" idx="17"/>
          </p:nvPr>
        </p:nvSpPr>
        <p:spPr>
          <a:xfrm>
            <a:off x="4339697" y="2020956"/>
            <a:ext cx="3491747" cy="658872"/>
          </a:xfrm>
        </p:spPr>
        <p:txBody>
          <a:bodyPr anchor="b">
            <a:normAutofit/>
          </a:bodyPr>
          <a:lstStyle>
            <a:lvl1pPr marL="0" indent="0">
              <a:buNone/>
              <a:defRPr sz="1600" b="1" i="0">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70" name="Platshållare för innehåll 5">
            <a:extLst>
              <a:ext uri="{FF2B5EF4-FFF2-40B4-BE49-F238E27FC236}">
                <a16:creationId xmlns:a16="http://schemas.microsoft.com/office/drawing/2014/main" id="{9B0364F1-0860-C4F8-99CD-F59E12EF108D}"/>
              </a:ext>
            </a:extLst>
          </p:cNvPr>
          <p:cNvSpPr>
            <a:spLocks noGrp="1"/>
          </p:cNvSpPr>
          <p:nvPr>
            <p:ph sz="quarter" idx="18"/>
          </p:nvPr>
        </p:nvSpPr>
        <p:spPr>
          <a:xfrm>
            <a:off x="4271117" y="2963846"/>
            <a:ext cx="3560327" cy="2736000"/>
          </a:xfrm>
        </p:spPr>
        <p:txBody>
          <a:bodyPr>
            <a:normAutofit/>
          </a:bodyPr>
          <a:lstStyle>
            <a:lvl1pPr>
              <a:defRPr sz="1200"/>
            </a:lvl1pPr>
            <a:lvl2pPr>
              <a:defRPr sz="1200"/>
            </a:lvl2pPr>
            <a:lvl3pPr>
              <a:defRPr sz="1100"/>
            </a:lvl3pPr>
            <a:lvl4pPr>
              <a:defRPr sz="1050"/>
            </a:lvl4pPr>
            <a:lvl5pPr>
              <a:defRPr sz="10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cxnSp>
        <p:nvCxnSpPr>
          <p:cNvPr id="71" name="Rak 70">
            <a:extLst>
              <a:ext uri="{FF2B5EF4-FFF2-40B4-BE49-F238E27FC236}">
                <a16:creationId xmlns:a16="http://schemas.microsoft.com/office/drawing/2014/main" id="{CB93E45B-EC63-6728-BF8D-5E89C334ACA3}"/>
              </a:ext>
            </a:extLst>
          </p:cNvPr>
          <p:cNvCxnSpPr>
            <a:cxnSpLocks/>
          </p:cNvCxnSpPr>
          <p:nvPr userDrawn="1"/>
        </p:nvCxnSpPr>
        <p:spPr>
          <a:xfrm>
            <a:off x="4355457" y="2854363"/>
            <a:ext cx="3475987" cy="0"/>
          </a:xfrm>
          <a:prstGeom prst="line">
            <a:avLst/>
          </a:prstGeom>
          <a:ln w="15875"/>
        </p:spPr>
        <p:style>
          <a:lnRef idx="1">
            <a:schemeClr val="dk1"/>
          </a:lnRef>
          <a:fillRef idx="0">
            <a:schemeClr val="dk1"/>
          </a:fillRef>
          <a:effectRef idx="0">
            <a:schemeClr val="dk1"/>
          </a:effectRef>
          <a:fontRef idx="minor">
            <a:schemeClr val="tx1"/>
          </a:fontRef>
        </p:style>
      </p:cxnSp>
      <p:sp>
        <p:nvSpPr>
          <p:cNvPr id="73" name="Platshållare för text 4">
            <a:extLst>
              <a:ext uri="{FF2B5EF4-FFF2-40B4-BE49-F238E27FC236}">
                <a16:creationId xmlns:a16="http://schemas.microsoft.com/office/drawing/2014/main" id="{BDC3F0BD-303F-3C04-AE95-D0673260EF0E}"/>
              </a:ext>
            </a:extLst>
          </p:cNvPr>
          <p:cNvSpPr>
            <a:spLocks noGrp="1"/>
          </p:cNvSpPr>
          <p:nvPr>
            <p:ph type="body" sz="quarter" idx="19"/>
          </p:nvPr>
        </p:nvSpPr>
        <p:spPr>
          <a:xfrm>
            <a:off x="8203485" y="2020956"/>
            <a:ext cx="3491747" cy="658872"/>
          </a:xfrm>
        </p:spPr>
        <p:txBody>
          <a:bodyPr anchor="b">
            <a:normAutofit/>
          </a:bodyPr>
          <a:lstStyle>
            <a:lvl1pPr marL="0" indent="0">
              <a:buNone/>
              <a:defRPr sz="1600" b="1" i="0">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74" name="Platshållare för innehåll 5">
            <a:extLst>
              <a:ext uri="{FF2B5EF4-FFF2-40B4-BE49-F238E27FC236}">
                <a16:creationId xmlns:a16="http://schemas.microsoft.com/office/drawing/2014/main" id="{61C5970F-07C8-A25D-7B0C-05DB58CACA18}"/>
              </a:ext>
            </a:extLst>
          </p:cNvPr>
          <p:cNvSpPr>
            <a:spLocks noGrp="1"/>
          </p:cNvSpPr>
          <p:nvPr>
            <p:ph sz="quarter" idx="20"/>
          </p:nvPr>
        </p:nvSpPr>
        <p:spPr>
          <a:xfrm>
            <a:off x="8134905" y="2963846"/>
            <a:ext cx="3560327" cy="2736000"/>
          </a:xfrm>
        </p:spPr>
        <p:txBody>
          <a:bodyPr>
            <a:normAutofit/>
          </a:bodyPr>
          <a:lstStyle>
            <a:lvl1pPr>
              <a:defRPr sz="1200"/>
            </a:lvl1pPr>
            <a:lvl2pPr>
              <a:defRPr sz="1200"/>
            </a:lvl2pPr>
            <a:lvl3pPr>
              <a:defRPr sz="1100"/>
            </a:lvl3pPr>
            <a:lvl4pPr>
              <a:defRPr sz="1050"/>
            </a:lvl4pPr>
            <a:lvl5pPr>
              <a:defRPr sz="10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cxnSp>
        <p:nvCxnSpPr>
          <p:cNvPr id="75" name="Rak 74">
            <a:extLst>
              <a:ext uri="{FF2B5EF4-FFF2-40B4-BE49-F238E27FC236}">
                <a16:creationId xmlns:a16="http://schemas.microsoft.com/office/drawing/2014/main" id="{63EED68F-B528-E950-FD0A-8D5FF5C092FE}"/>
              </a:ext>
            </a:extLst>
          </p:cNvPr>
          <p:cNvCxnSpPr>
            <a:cxnSpLocks/>
          </p:cNvCxnSpPr>
          <p:nvPr userDrawn="1"/>
        </p:nvCxnSpPr>
        <p:spPr>
          <a:xfrm>
            <a:off x="8219245" y="2854363"/>
            <a:ext cx="3475987"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670734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 Image Right">
    <p:spTree>
      <p:nvGrpSpPr>
        <p:cNvPr id="1" name=""/>
        <p:cNvGrpSpPr/>
        <p:nvPr/>
      </p:nvGrpSpPr>
      <p:grpSpPr>
        <a:xfrm>
          <a:off x="0" y="0"/>
          <a:ext cx="0" cy="0"/>
          <a:chOff x="0" y="0"/>
          <a:chExt cx="0" cy="0"/>
        </a:xfrm>
      </p:grpSpPr>
      <p:sp>
        <p:nvSpPr>
          <p:cNvPr id="3" name="Platshållare för bild 2">
            <a:extLst>
              <a:ext uri="{FF2B5EF4-FFF2-40B4-BE49-F238E27FC236}">
                <a16:creationId xmlns:a16="http://schemas.microsoft.com/office/drawing/2014/main" id="{2C731809-CB3D-A648-041E-5DDC97DA5EC8}"/>
              </a:ext>
            </a:extLst>
          </p:cNvPr>
          <p:cNvSpPr>
            <a:spLocks noGrp="1"/>
          </p:cNvSpPr>
          <p:nvPr>
            <p:ph type="pic" idx="1"/>
          </p:nvPr>
        </p:nvSpPr>
        <p:spPr>
          <a:xfrm>
            <a:off x="6096000" y="1"/>
            <a:ext cx="6096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v-SE"/>
              <a:t>Klicka på ikonen för att lägga till en bild</a:t>
            </a:r>
          </a:p>
        </p:txBody>
      </p:sp>
      <p:sp>
        <p:nvSpPr>
          <p:cNvPr id="18" name="Platshållare för innehåll 2">
            <a:extLst>
              <a:ext uri="{FF2B5EF4-FFF2-40B4-BE49-F238E27FC236}">
                <a16:creationId xmlns:a16="http://schemas.microsoft.com/office/drawing/2014/main" id="{86116100-DC44-2997-0BDE-851CA658BD7B}"/>
              </a:ext>
            </a:extLst>
          </p:cNvPr>
          <p:cNvSpPr>
            <a:spLocks noGrp="1"/>
          </p:cNvSpPr>
          <p:nvPr>
            <p:ph idx="10"/>
          </p:nvPr>
        </p:nvSpPr>
        <p:spPr>
          <a:xfrm>
            <a:off x="422275" y="2240280"/>
            <a:ext cx="5191125" cy="3457257"/>
          </a:xfrm>
        </p:spPr>
        <p:txBody>
          <a:bodyPr>
            <a:normAutofit/>
          </a:bodyPr>
          <a:lstStyle>
            <a:lvl1pPr>
              <a:defRPr sz="1400"/>
            </a:lvl1pPr>
            <a:lvl2pPr>
              <a:defRPr sz="1200"/>
            </a:lvl2pPr>
            <a:lvl3pPr>
              <a:defRPr sz="1100"/>
            </a:lvl3pPr>
            <a:lvl4pPr>
              <a:defRPr sz="1050"/>
            </a:lvl4pPr>
            <a:lvl5pPr>
              <a:defRPr sz="10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9" name="Rubrik 10">
            <a:extLst>
              <a:ext uri="{FF2B5EF4-FFF2-40B4-BE49-F238E27FC236}">
                <a16:creationId xmlns:a16="http://schemas.microsoft.com/office/drawing/2014/main" id="{4498263B-494C-256F-604C-06229565EE3D}"/>
              </a:ext>
            </a:extLst>
          </p:cNvPr>
          <p:cNvSpPr>
            <a:spLocks noGrp="1"/>
          </p:cNvSpPr>
          <p:nvPr>
            <p:ph type="title" hasCustomPrompt="1"/>
          </p:nvPr>
        </p:nvSpPr>
        <p:spPr>
          <a:xfrm>
            <a:off x="447122" y="452476"/>
            <a:ext cx="5166278" cy="1392993"/>
          </a:xfrm>
        </p:spPr>
        <p:txBody>
          <a:bodyPr/>
          <a:lstStyle>
            <a:lvl1pPr>
              <a:defRPr sz="4400"/>
            </a:lvl1pPr>
          </a:lstStyle>
          <a:p>
            <a:r>
              <a:rPr lang="sv-SE"/>
              <a:t>KLICKA HÄR FÖR ATT ÄNDRA MALL FÖR RUBRIKFORMAT</a:t>
            </a:r>
          </a:p>
        </p:txBody>
      </p:sp>
    </p:spTree>
    <p:extLst>
      <p:ext uri="{BB962C8B-B14F-4D97-AF65-F5344CB8AC3E}">
        <p14:creationId xmlns:p14="http://schemas.microsoft.com/office/powerpoint/2010/main" val="74302047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 Large image Righ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E80E5B26-867E-709F-07CF-5CA19CB4F573}"/>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4" name="Platshållare för sidfot 3">
            <a:extLst>
              <a:ext uri="{FF2B5EF4-FFF2-40B4-BE49-F238E27FC236}">
                <a16:creationId xmlns:a16="http://schemas.microsoft.com/office/drawing/2014/main" id="{E1EC5658-9F8D-2BB9-577F-B93BC46C0482}"/>
              </a:ext>
            </a:extLst>
          </p:cNvPr>
          <p:cNvSpPr>
            <a:spLocks noGrp="1"/>
          </p:cNvSpPr>
          <p:nvPr>
            <p:ph type="ftr" sz="quarter" idx="11"/>
          </p:nvPr>
        </p:nvSpPr>
        <p:spPr/>
        <p:txBody>
          <a:bodyPr/>
          <a:lstStyle/>
          <a:p>
            <a:endParaRPr lang="sv-SE" sz="1100"/>
          </a:p>
        </p:txBody>
      </p:sp>
      <p:sp>
        <p:nvSpPr>
          <p:cNvPr id="5" name="Platshållare för bildnummer 4">
            <a:extLst>
              <a:ext uri="{FF2B5EF4-FFF2-40B4-BE49-F238E27FC236}">
                <a16:creationId xmlns:a16="http://schemas.microsoft.com/office/drawing/2014/main" id="{7D8B6623-21E5-C4E9-F03C-AE06B2E93D87}"/>
              </a:ext>
            </a:extLst>
          </p:cNvPr>
          <p:cNvSpPr>
            <a:spLocks noGrp="1"/>
          </p:cNvSpPr>
          <p:nvPr>
            <p:ph type="sldNum" sz="quarter" idx="12"/>
          </p:nvPr>
        </p:nvSpPr>
        <p:spPr/>
        <p:txBody>
          <a:bodyPr/>
          <a:lstStyle/>
          <a:p>
            <a:fld id="{89FA3089-F1E5-0842-A87D-E172CBD68F89}" type="slidenum">
              <a:rPr lang="sv-SE" smtClean="0"/>
              <a:pPr/>
              <a:t>‹#›</a:t>
            </a:fld>
            <a:endParaRPr lang="sv-SE" sz="1100"/>
          </a:p>
        </p:txBody>
      </p:sp>
      <p:sp>
        <p:nvSpPr>
          <p:cNvPr id="6" name="Platshållare för innehåll 2">
            <a:extLst>
              <a:ext uri="{FF2B5EF4-FFF2-40B4-BE49-F238E27FC236}">
                <a16:creationId xmlns:a16="http://schemas.microsoft.com/office/drawing/2014/main" id="{6ED70594-3D49-24EE-B8E6-48ECADC07D0A}"/>
              </a:ext>
            </a:extLst>
          </p:cNvPr>
          <p:cNvSpPr>
            <a:spLocks noGrp="1"/>
          </p:cNvSpPr>
          <p:nvPr>
            <p:ph idx="13"/>
          </p:nvPr>
        </p:nvSpPr>
        <p:spPr>
          <a:xfrm>
            <a:off x="410845" y="2240280"/>
            <a:ext cx="3353435" cy="3457257"/>
          </a:xfrm>
        </p:spPr>
        <p:txBody>
          <a:bodyPr>
            <a:normAutofit/>
          </a:bodyPr>
          <a:lstStyle>
            <a:lvl1pPr>
              <a:defRPr sz="1200"/>
            </a:lvl1pPr>
            <a:lvl2pPr>
              <a:defRPr sz="1100"/>
            </a:lvl2pPr>
            <a:lvl3pPr>
              <a:defRPr sz="1050"/>
            </a:lvl3pPr>
            <a:lvl4pPr>
              <a:defRPr sz="1000"/>
            </a:lvl4pPr>
            <a:lvl5pPr>
              <a:defRPr sz="9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Rubrik 10">
            <a:extLst>
              <a:ext uri="{FF2B5EF4-FFF2-40B4-BE49-F238E27FC236}">
                <a16:creationId xmlns:a16="http://schemas.microsoft.com/office/drawing/2014/main" id="{CAC80BC8-1779-6331-3E1A-D1B017C34672}"/>
              </a:ext>
            </a:extLst>
          </p:cNvPr>
          <p:cNvSpPr>
            <a:spLocks noGrp="1"/>
          </p:cNvSpPr>
          <p:nvPr>
            <p:ph type="title" hasCustomPrompt="1"/>
          </p:nvPr>
        </p:nvSpPr>
        <p:spPr>
          <a:xfrm>
            <a:off x="458274" y="483530"/>
            <a:ext cx="3306006" cy="1361146"/>
          </a:xfrm>
        </p:spPr>
        <p:txBody>
          <a:bodyPr/>
          <a:lstStyle>
            <a:lvl1pPr>
              <a:defRPr sz="3500"/>
            </a:lvl1pPr>
          </a:lstStyle>
          <a:p>
            <a:r>
              <a:rPr lang="sv-SE"/>
              <a:t>KLICKA HÄR FÖR ATT ÄNDRA MALL FÖR RUBRIKFORMAT</a:t>
            </a:r>
          </a:p>
        </p:txBody>
      </p:sp>
      <p:sp>
        <p:nvSpPr>
          <p:cNvPr id="11" name="Platshållare för bild 10">
            <a:extLst>
              <a:ext uri="{FF2B5EF4-FFF2-40B4-BE49-F238E27FC236}">
                <a16:creationId xmlns:a16="http://schemas.microsoft.com/office/drawing/2014/main" id="{6BCE843E-F532-46C3-E189-579240AC500C}"/>
              </a:ext>
            </a:extLst>
          </p:cNvPr>
          <p:cNvSpPr>
            <a:spLocks noGrp="1"/>
          </p:cNvSpPr>
          <p:nvPr>
            <p:ph type="pic" sz="quarter" idx="14"/>
          </p:nvPr>
        </p:nvSpPr>
        <p:spPr>
          <a:xfrm>
            <a:off x="4262438" y="0"/>
            <a:ext cx="7929562"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p>
            <a:r>
              <a:rPr lang="sv-SE"/>
              <a:t>Klicka på ikonen för att lägga till en bild</a:t>
            </a:r>
          </a:p>
        </p:txBody>
      </p:sp>
    </p:spTree>
    <p:extLst>
      <p:ext uri="{BB962C8B-B14F-4D97-AF65-F5344CB8AC3E}">
        <p14:creationId xmlns:p14="http://schemas.microsoft.com/office/powerpoint/2010/main" val="8893923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 Image Left">
    <p:spTree>
      <p:nvGrpSpPr>
        <p:cNvPr id="1" name=""/>
        <p:cNvGrpSpPr/>
        <p:nvPr/>
      </p:nvGrpSpPr>
      <p:grpSpPr>
        <a:xfrm>
          <a:off x="0" y="0"/>
          <a:ext cx="0" cy="0"/>
          <a:chOff x="0" y="0"/>
          <a:chExt cx="0" cy="0"/>
        </a:xfrm>
      </p:grpSpPr>
      <p:sp>
        <p:nvSpPr>
          <p:cNvPr id="8" name="Platshållare för datum 7">
            <a:extLst>
              <a:ext uri="{FF2B5EF4-FFF2-40B4-BE49-F238E27FC236}">
                <a16:creationId xmlns:a16="http://schemas.microsoft.com/office/drawing/2014/main" id="{81F0A319-F51F-7D08-1F72-4D037CD006EF}"/>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9" name="Platshållare för sidfot 8">
            <a:extLst>
              <a:ext uri="{FF2B5EF4-FFF2-40B4-BE49-F238E27FC236}">
                <a16:creationId xmlns:a16="http://schemas.microsoft.com/office/drawing/2014/main" id="{A697B956-BA1C-7B7C-4BE3-BC8E69481C32}"/>
              </a:ext>
            </a:extLst>
          </p:cNvPr>
          <p:cNvSpPr>
            <a:spLocks noGrp="1"/>
          </p:cNvSpPr>
          <p:nvPr>
            <p:ph type="ftr" sz="quarter" idx="11"/>
          </p:nvPr>
        </p:nvSpPr>
        <p:spPr/>
        <p:txBody>
          <a:bodyPr/>
          <a:lstStyle/>
          <a:p>
            <a:endParaRPr lang="sv-SE" sz="1100"/>
          </a:p>
        </p:txBody>
      </p:sp>
      <p:sp>
        <p:nvSpPr>
          <p:cNvPr id="10" name="Platshållare för bildnummer 9">
            <a:extLst>
              <a:ext uri="{FF2B5EF4-FFF2-40B4-BE49-F238E27FC236}">
                <a16:creationId xmlns:a16="http://schemas.microsoft.com/office/drawing/2014/main" id="{9F374609-7B57-DDFB-68E0-30DC6EA8A04D}"/>
              </a:ext>
            </a:extLst>
          </p:cNvPr>
          <p:cNvSpPr>
            <a:spLocks noGrp="1"/>
          </p:cNvSpPr>
          <p:nvPr>
            <p:ph type="sldNum" sz="quarter" idx="12"/>
          </p:nvPr>
        </p:nvSpPr>
        <p:spPr/>
        <p:txBody>
          <a:bodyPr/>
          <a:lstStyle/>
          <a:p>
            <a:fld id="{89FA3089-F1E5-0842-A87D-E172CBD68F89}" type="slidenum">
              <a:rPr lang="sv-SE" smtClean="0"/>
              <a:pPr/>
              <a:t>‹#›</a:t>
            </a:fld>
            <a:endParaRPr lang="sv-SE" sz="1100"/>
          </a:p>
        </p:txBody>
      </p:sp>
      <p:sp>
        <p:nvSpPr>
          <p:cNvPr id="13" name="Platshållare för bild 2">
            <a:extLst>
              <a:ext uri="{FF2B5EF4-FFF2-40B4-BE49-F238E27FC236}">
                <a16:creationId xmlns:a16="http://schemas.microsoft.com/office/drawing/2014/main" id="{89793E56-CC04-D840-4BF6-B51D78F5A871}"/>
              </a:ext>
            </a:extLst>
          </p:cNvPr>
          <p:cNvSpPr>
            <a:spLocks noGrp="1"/>
          </p:cNvSpPr>
          <p:nvPr>
            <p:ph type="pic" idx="1"/>
          </p:nvPr>
        </p:nvSpPr>
        <p:spPr>
          <a:xfrm>
            <a:off x="0" y="1"/>
            <a:ext cx="6096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v-SE"/>
              <a:t>Klicka på ikonen för att lägga till en bild</a:t>
            </a:r>
          </a:p>
        </p:txBody>
      </p:sp>
      <p:pic>
        <p:nvPicPr>
          <p:cNvPr id="15" name="Bild 14">
            <a:extLst>
              <a:ext uri="{FF2B5EF4-FFF2-40B4-BE49-F238E27FC236}">
                <a16:creationId xmlns:a16="http://schemas.microsoft.com/office/drawing/2014/main" id="{476F53B0-E082-2F8D-062D-6B2367E3458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63908" y="6386078"/>
            <a:ext cx="872990" cy="208548"/>
          </a:xfrm>
          <a:prstGeom prst="rect">
            <a:avLst/>
          </a:prstGeom>
        </p:spPr>
      </p:pic>
      <p:sp>
        <p:nvSpPr>
          <p:cNvPr id="18" name="Platshållare för innehåll 2">
            <a:extLst>
              <a:ext uri="{FF2B5EF4-FFF2-40B4-BE49-F238E27FC236}">
                <a16:creationId xmlns:a16="http://schemas.microsoft.com/office/drawing/2014/main" id="{AAECC37F-B724-B7F2-2171-5A94BBD137A2}"/>
              </a:ext>
            </a:extLst>
          </p:cNvPr>
          <p:cNvSpPr>
            <a:spLocks noGrp="1"/>
          </p:cNvSpPr>
          <p:nvPr>
            <p:ph idx="13"/>
          </p:nvPr>
        </p:nvSpPr>
        <p:spPr>
          <a:xfrm>
            <a:off x="6521450" y="2240280"/>
            <a:ext cx="5191125" cy="3457257"/>
          </a:xfrm>
        </p:spPr>
        <p:txBody>
          <a:bodyPr>
            <a:normAutofit/>
          </a:bodyPr>
          <a:lstStyle>
            <a:lvl1pPr>
              <a:defRPr sz="1400"/>
            </a:lvl1pPr>
            <a:lvl2pPr>
              <a:defRPr sz="1200"/>
            </a:lvl2pPr>
            <a:lvl3pPr>
              <a:defRPr sz="1100"/>
            </a:lvl3pPr>
            <a:lvl4pPr>
              <a:defRPr sz="1050"/>
            </a:lvl4pPr>
            <a:lvl5pPr>
              <a:defRPr sz="10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9" name="Rubrik 10">
            <a:extLst>
              <a:ext uri="{FF2B5EF4-FFF2-40B4-BE49-F238E27FC236}">
                <a16:creationId xmlns:a16="http://schemas.microsoft.com/office/drawing/2014/main" id="{E6DC3D87-A398-D3C6-FC9D-7102E476216B}"/>
              </a:ext>
            </a:extLst>
          </p:cNvPr>
          <p:cNvSpPr>
            <a:spLocks noGrp="1"/>
          </p:cNvSpPr>
          <p:nvPr>
            <p:ph type="title" hasCustomPrompt="1"/>
          </p:nvPr>
        </p:nvSpPr>
        <p:spPr>
          <a:xfrm>
            <a:off x="6546297" y="452476"/>
            <a:ext cx="5166278" cy="1392993"/>
          </a:xfrm>
        </p:spPr>
        <p:txBody>
          <a:bodyPr/>
          <a:lstStyle>
            <a:lvl1pPr>
              <a:defRPr sz="4400"/>
            </a:lvl1pPr>
          </a:lstStyle>
          <a:p>
            <a:r>
              <a:rPr lang="sv-SE"/>
              <a:t>KLICKA HÄR FÖR ATT ÄNDRA MALL FÖR RUBRIKFORMAT</a:t>
            </a:r>
          </a:p>
        </p:txBody>
      </p:sp>
    </p:spTree>
    <p:extLst>
      <p:ext uri="{BB962C8B-B14F-4D97-AF65-F5344CB8AC3E}">
        <p14:creationId xmlns:p14="http://schemas.microsoft.com/office/powerpoint/2010/main" val="28139748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 Large image Lef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0AC3276-44F3-CCF0-F839-936EC78B1465}"/>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4" name="Platshållare för sidfot 3">
            <a:extLst>
              <a:ext uri="{FF2B5EF4-FFF2-40B4-BE49-F238E27FC236}">
                <a16:creationId xmlns:a16="http://schemas.microsoft.com/office/drawing/2014/main" id="{F6127931-E606-C245-FD08-5D4652179C0F}"/>
              </a:ext>
            </a:extLst>
          </p:cNvPr>
          <p:cNvSpPr>
            <a:spLocks noGrp="1"/>
          </p:cNvSpPr>
          <p:nvPr>
            <p:ph type="ftr" sz="quarter" idx="11"/>
          </p:nvPr>
        </p:nvSpPr>
        <p:spPr/>
        <p:txBody>
          <a:bodyPr/>
          <a:lstStyle/>
          <a:p>
            <a:endParaRPr lang="sv-SE" sz="1100"/>
          </a:p>
        </p:txBody>
      </p:sp>
      <p:sp>
        <p:nvSpPr>
          <p:cNvPr id="5" name="Platshållare för bildnummer 4">
            <a:extLst>
              <a:ext uri="{FF2B5EF4-FFF2-40B4-BE49-F238E27FC236}">
                <a16:creationId xmlns:a16="http://schemas.microsoft.com/office/drawing/2014/main" id="{6A678F48-260B-4A61-AAA5-842F14DA8D2B}"/>
              </a:ext>
            </a:extLst>
          </p:cNvPr>
          <p:cNvSpPr>
            <a:spLocks noGrp="1"/>
          </p:cNvSpPr>
          <p:nvPr>
            <p:ph type="sldNum" sz="quarter" idx="12"/>
          </p:nvPr>
        </p:nvSpPr>
        <p:spPr/>
        <p:txBody>
          <a:bodyPr/>
          <a:lstStyle/>
          <a:p>
            <a:fld id="{89FA3089-F1E5-0842-A87D-E172CBD68F89}" type="slidenum">
              <a:rPr lang="sv-SE" smtClean="0"/>
              <a:pPr/>
              <a:t>‹#›</a:t>
            </a:fld>
            <a:endParaRPr lang="sv-SE" sz="1100"/>
          </a:p>
        </p:txBody>
      </p:sp>
      <p:sp>
        <p:nvSpPr>
          <p:cNvPr id="8" name="Platshållare för bild 10">
            <a:extLst>
              <a:ext uri="{FF2B5EF4-FFF2-40B4-BE49-F238E27FC236}">
                <a16:creationId xmlns:a16="http://schemas.microsoft.com/office/drawing/2014/main" id="{0B78F380-7507-DDA8-9E98-731C8C06FFBD}"/>
              </a:ext>
            </a:extLst>
          </p:cNvPr>
          <p:cNvSpPr>
            <a:spLocks noGrp="1"/>
          </p:cNvSpPr>
          <p:nvPr>
            <p:ph type="pic" sz="quarter" idx="14"/>
          </p:nvPr>
        </p:nvSpPr>
        <p:spPr>
          <a:xfrm>
            <a:off x="0" y="0"/>
            <a:ext cx="7929562" cy="6858000"/>
          </a:xfrm>
          <a:blipFill>
            <a:blip r:embed="rId2" cstate="email">
              <a:extLst>
                <a:ext uri="{28A0092B-C50C-407E-A947-70E740481C1C}">
                  <a14:useLocalDpi xmlns:a14="http://schemas.microsoft.com/office/drawing/2010/main"/>
                </a:ext>
              </a:extLst>
            </a:blip>
            <a:stretch>
              <a:fillRect/>
            </a:stretch>
          </a:blipFill>
        </p:spPr>
        <p:txBody>
          <a:bodyPr/>
          <a:lstStyle/>
          <a:p>
            <a:r>
              <a:rPr lang="sv-SE"/>
              <a:t>Klicka på ikonen för att lägga till en bild</a:t>
            </a:r>
          </a:p>
        </p:txBody>
      </p:sp>
      <p:pic>
        <p:nvPicPr>
          <p:cNvPr id="10" name="Bild 9">
            <a:extLst>
              <a:ext uri="{FF2B5EF4-FFF2-40B4-BE49-F238E27FC236}">
                <a16:creationId xmlns:a16="http://schemas.microsoft.com/office/drawing/2014/main" id="{3E566471-A819-98A0-48CD-0F236AAD657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6906" y="6386078"/>
            <a:ext cx="872990" cy="208548"/>
          </a:xfrm>
          <a:prstGeom prst="rect">
            <a:avLst/>
          </a:prstGeom>
        </p:spPr>
      </p:pic>
      <p:sp>
        <p:nvSpPr>
          <p:cNvPr id="13" name="Platshållare för innehåll 2">
            <a:extLst>
              <a:ext uri="{FF2B5EF4-FFF2-40B4-BE49-F238E27FC236}">
                <a16:creationId xmlns:a16="http://schemas.microsoft.com/office/drawing/2014/main" id="{D9205AC7-9E0E-C793-289D-56B48B1D3C90}"/>
              </a:ext>
            </a:extLst>
          </p:cNvPr>
          <p:cNvSpPr>
            <a:spLocks noGrp="1"/>
          </p:cNvSpPr>
          <p:nvPr>
            <p:ph idx="13"/>
          </p:nvPr>
        </p:nvSpPr>
        <p:spPr>
          <a:xfrm>
            <a:off x="8359140" y="2240280"/>
            <a:ext cx="3353435" cy="3457257"/>
          </a:xfrm>
        </p:spPr>
        <p:txBody>
          <a:bodyPr>
            <a:normAutofit/>
          </a:bodyPr>
          <a:lstStyle>
            <a:lvl1pPr>
              <a:defRPr sz="1200"/>
            </a:lvl1pPr>
            <a:lvl2pPr>
              <a:defRPr sz="1100"/>
            </a:lvl2pPr>
            <a:lvl3pPr>
              <a:defRPr sz="1050"/>
            </a:lvl3pPr>
            <a:lvl4pPr>
              <a:defRPr sz="1000"/>
            </a:lvl4pPr>
            <a:lvl5pPr>
              <a:defRPr sz="900"/>
            </a:lvl5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4" name="Rubrik 10">
            <a:extLst>
              <a:ext uri="{FF2B5EF4-FFF2-40B4-BE49-F238E27FC236}">
                <a16:creationId xmlns:a16="http://schemas.microsoft.com/office/drawing/2014/main" id="{B3A8142B-48E9-6F64-A547-3C02E52767C0}"/>
              </a:ext>
            </a:extLst>
          </p:cNvPr>
          <p:cNvSpPr>
            <a:spLocks noGrp="1"/>
          </p:cNvSpPr>
          <p:nvPr>
            <p:ph type="title" hasCustomPrompt="1"/>
          </p:nvPr>
        </p:nvSpPr>
        <p:spPr>
          <a:xfrm>
            <a:off x="8406569" y="483530"/>
            <a:ext cx="3306006" cy="1361146"/>
          </a:xfrm>
        </p:spPr>
        <p:txBody>
          <a:bodyPr/>
          <a:lstStyle>
            <a:lvl1pPr>
              <a:defRPr sz="3500"/>
            </a:lvl1pPr>
          </a:lstStyle>
          <a:p>
            <a:r>
              <a:rPr lang="sv-SE"/>
              <a:t>KLICKA HÄR FÖR ATT ÄNDRA MALL FÖR RUBRIKFORMAT</a:t>
            </a:r>
          </a:p>
        </p:txBody>
      </p:sp>
    </p:spTree>
    <p:extLst>
      <p:ext uri="{BB962C8B-B14F-4D97-AF65-F5344CB8AC3E}">
        <p14:creationId xmlns:p14="http://schemas.microsoft.com/office/powerpoint/2010/main" val="240618101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 Image galler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DDF8839-2559-9962-7C58-0E6C443C79BD}"/>
              </a:ext>
            </a:extLst>
          </p:cNvPr>
          <p:cNvSpPr>
            <a:spLocks noGrp="1"/>
          </p:cNvSpPr>
          <p:nvPr>
            <p:ph type="title" hasCustomPrompt="1"/>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B678AC68-1C43-8E7C-22C7-14467862FAD6}"/>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4" name="Platshållare för sidfot 3">
            <a:extLst>
              <a:ext uri="{FF2B5EF4-FFF2-40B4-BE49-F238E27FC236}">
                <a16:creationId xmlns:a16="http://schemas.microsoft.com/office/drawing/2014/main" id="{CFDA4DA8-A8BA-2984-B29E-B3F33C09D643}"/>
              </a:ext>
            </a:extLst>
          </p:cNvPr>
          <p:cNvSpPr>
            <a:spLocks noGrp="1"/>
          </p:cNvSpPr>
          <p:nvPr>
            <p:ph type="ftr" sz="quarter" idx="11"/>
          </p:nvPr>
        </p:nvSpPr>
        <p:spPr/>
        <p:txBody>
          <a:bodyPr/>
          <a:lstStyle/>
          <a:p>
            <a:endParaRPr lang="sv-SE" sz="1100"/>
          </a:p>
        </p:txBody>
      </p:sp>
      <p:sp>
        <p:nvSpPr>
          <p:cNvPr id="5" name="Platshållare för bildnummer 4">
            <a:extLst>
              <a:ext uri="{FF2B5EF4-FFF2-40B4-BE49-F238E27FC236}">
                <a16:creationId xmlns:a16="http://schemas.microsoft.com/office/drawing/2014/main" id="{8BA0864F-5F6A-E847-0185-3B04B42FB9EB}"/>
              </a:ext>
            </a:extLst>
          </p:cNvPr>
          <p:cNvSpPr>
            <a:spLocks noGrp="1"/>
          </p:cNvSpPr>
          <p:nvPr>
            <p:ph type="sldNum" sz="quarter" idx="12"/>
          </p:nvPr>
        </p:nvSpPr>
        <p:spPr/>
        <p:txBody>
          <a:bodyPr/>
          <a:lstStyle/>
          <a:p>
            <a:fld id="{89FA3089-F1E5-0842-A87D-E172CBD68F89}" type="slidenum">
              <a:rPr lang="sv-SE" smtClean="0"/>
              <a:pPr/>
              <a:t>‹#›</a:t>
            </a:fld>
            <a:endParaRPr lang="sv-SE" sz="1100"/>
          </a:p>
        </p:txBody>
      </p:sp>
      <p:sp>
        <p:nvSpPr>
          <p:cNvPr id="6" name="Platshållare för bild 50">
            <a:extLst>
              <a:ext uri="{FF2B5EF4-FFF2-40B4-BE49-F238E27FC236}">
                <a16:creationId xmlns:a16="http://schemas.microsoft.com/office/drawing/2014/main" id="{609B2E96-C027-8DD9-CCAA-B2CB642C79C2}"/>
              </a:ext>
            </a:extLst>
          </p:cNvPr>
          <p:cNvSpPr>
            <a:spLocks noGrp="1"/>
          </p:cNvSpPr>
          <p:nvPr>
            <p:ph type="pic" sz="quarter" idx="17"/>
          </p:nvPr>
        </p:nvSpPr>
        <p:spPr>
          <a:xfrm>
            <a:off x="490576" y="2007967"/>
            <a:ext cx="3498850" cy="3703638"/>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p>
            <a:r>
              <a:rPr lang="sv-SE"/>
              <a:t>Klicka på ikonen för att lägga till en bild</a:t>
            </a:r>
          </a:p>
        </p:txBody>
      </p:sp>
      <p:sp>
        <p:nvSpPr>
          <p:cNvPr id="7" name="Platshållare för bild 50">
            <a:extLst>
              <a:ext uri="{FF2B5EF4-FFF2-40B4-BE49-F238E27FC236}">
                <a16:creationId xmlns:a16="http://schemas.microsoft.com/office/drawing/2014/main" id="{6C62D80A-EFCB-73A5-5369-B9CD58E3B877}"/>
              </a:ext>
            </a:extLst>
          </p:cNvPr>
          <p:cNvSpPr>
            <a:spLocks noGrp="1"/>
          </p:cNvSpPr>
          <p:nvPr>
            <p:ph type="pic" sz="quarter" idx="18"/>
          </p:nvPr>
        </p:nvSpPr>
        <p:spPr>
          <a:xfrm>
            <a:off x="4352158" y="2007967"/>
            <a:ext cx="3498850" cy="3703638"/>
          </a:xfrm>
          <a:blipFill>
            <a:blip r:embed="rId3" cstate="email">
              <a:extLst>
                <a:ext uri="{28A0092B-C50C-407E-A947-70E740481C1C}">
                  <a14:useLocalDpi xmlns:a14="http://schemas.microsoft.com/office/drawing/2010/main"/>
                </a:ext>
              </a:extLst>
            </a:blip>
            <a:stretch>
              <a:fillRect/>
            </a:stretch>
          </a:blipFill>
        </p:spPr>
        <p:txBody>
          <a:bodyPr/>
          <a:lstStyle/>
          <a:p>
            <a:r>
              <a:rPr lang="sv-SE"/>
              <a:t>Klicka på ikonen för att lägga till en bild</a:t>
            </a:r>
          </a:p>
        </p:txBody>
      </p:sp>
      <p:sp>
        <p:nvSpPr>
          <p:cNvPr id="8" name="Platshållare för bild 50">
            <a:extLst>
              <a:ext uri="{FF2B5EF4-FFF2-40B4-BE49-F238E27FC236}">
                <a16:creationId xmlns:a16="http://schemas.microsoft.com/office/drawing/2014/main" id="{25D7C2DF-1DBC-84B7-DD61-7A51F896AD08}"/>
              </a:ext>
            </a:extLst>
          </p:cNvPr>
          <p:cNvSpPr>
            <a:spLocks noGrp="1"/>
          </p:cNvSpPr>
          <p:nvPr>
            <p:ph type="pic" sz="quarter" idx="19"/>
          </p:nvPr>
        </p:nvSpPr>
        <p:spPr>
          <a:xfrm>
            <a:off x="8213739" y="2007967"/>
            <a:ext cx="3498850" cy="3703638"/>
          </a:xfrm>
          <a:blipFill>
            <a:blip r:embed="rId4" cstate="email">
              <a:extLst>
                <a:ext uri="{28A0092B-C50C-407E-A947-70E740481C1C}">
                  <a14:useLocalDpi xmlns:a14="http://schemas.microsoft.com/office/drawing/2010/main"/>
                </a:ext>
              </a:extLst>
            </a:blip>
            <a:stretch>
              <a:fillRect/>
            </a:stretch>
          </a:blipFill>
        </p:spPr>
        <p:txBody>
          <a:bodyPr/>
          <a:lstStyle/>
          <a:p>
            <a:r>
              <a:rPr lang="sv-SE"/>
              <a:t>Klicka på ikonen för att lägga till en bild</a:t>
            </a:r>
          </a:p>
        </p:txBody>
      </p:sp>
      <p:cxnSp>
        <p:nvCxnSpPr>
          <p:cNvPr id="9" name="Rak 9">
            <a:extLst>
              <a:ext uri="{FF2B5EF4-FFF2-40B4-BE49-F238E27FC236}">
                <a16:creationId xmlns:a16="http://schemas.microsoft.com/office/drawing/2014/main" id="{308C193D-1BA6-FEC0-D18E-FB138617F45B}"/>
              </a:ext>
            </a:extLst>
          </p:cNvPr>
          <p:cNvCxnSpPr>
            <a:cxnSpLocks/>
          </p:cNvCxnSpPr>
          <p:nvPr userDrawn="1"/>
        </p:nvCxnSpPr>
        <p:spPr>
          <a:xfrm>
            <a:off x="479425" y="6086793"/>
            <a:ext cx="1123315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90776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nnehåll">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ABEED619-D8FF-E561-9437-5BE2FB065C89}"/>
              </a:ext>
            </a:extLst>
          </p:cNvPr>
          <p:cNvSpPr>
            <a:spLocks noGrp="1"/>
          </p:cNvSpPr>
          <p:nvPr>
            <p:ph type="dt" sz="half" idx="10"/>
          </p:nvPr>
        </p:nvSpPr>
        <p:spPr/>
        <p:txBody>
          <a:bodyPr/>
          <a:lstStyle/>
          <a:p>
            <a:fld id="{8FF0F6C2-1D84-CF4C-B338-7BA58288A622}" type="datetimeFigureOut">
              <a:rPr lang="sv-SE" smtClean="0"/>
              <a:pPr/>
              <a:t>2026-10-20</a:t>
            </a:fld>
            <a:endParaRPr lang="sv-SE" sz="1100"/>
          </a:p>
        </p:txBody>
      </p:sp>
      <p:sp>
        <p:nvSpPr>
          <p:cNvPr id="4" name="Platshållare för sidfot 3">
            <a:extLst>
              <a:ext uri="{FF2B5EF4-FFF2-40B4-BE49-F238E27FC236}">
                <a16:creationId xmlns:a16="http://schemas.microsoft.com/office/drawing/2014/main" id="{2B120164-168B-6D19-1047-F9A31163A405}"/>
              </a:ext>
            </a:extLst>
          </p:cNvPr>
          <p:cNvSpPr>
            <a:spLocks noGrp="1"/>
          </p:cNvSpPr>
          <p:nvPr>
            <p:ph type="ftr" sz="quarter" idx="11"/>
          </p:nvPr>
        </p:nvSpPr>
        <p:spPr/>
        <p:txBody>
          <a:bodyPr/>
          <a:lstStyle/>
          <a:p>
            <a:endParaRPr lang="sv-SE" sz="1100"/>
          </a:p>
        </p:txBody>
      </p:sp>
      <p:sp>
        <p:nvSpPr>
          <p:cNvPr id="5" name="Platshållare för bildnummer 4">
            <a:extLst>
              <a:ext uri="{FF2B5EF4-FFF2-40B4-BE49-F238E27FC236}">
                <a16:creationId xmlns:a16="http://schemas.microsoft.com/office/drawing/2014/main" id="{B603F6F5-0D06-CEDD-62CE-3F06211D9E5E}"/>
              </a:ext>
            </a:extLst>
          </p:cNvPr>
          <p:cNvSpPr>
            <a:spLocks noGrp="1"/>
          </p:cNvSpPr>
          <p:nvPr>
            <p:ph type="sldNum" sz="quarter" idx="12"/>
          </p:nvPr>
        </p:nvSpPr>
        <p:spPr/>
        <p:txBody>
          <a:bodyPr/>
          <a:lstStyle/>
          <a:p>
            <a:fld id="{89FA3089-F1E5-0842-A87D-E172CBD68F89}" type="slidenum">
              <a:rPr lang="sv-SE" smtClean="0"/>
              <a:pPr/>
              <a:t>‹#›</a:t>
            </a:fld>
            <a:endParaRPr lang="sv-SE" sz="1100"/>
          </a:p>
        </p:txBody>
      </p:sp>
      <p:cxnSp>
        <p:nvCxnSpPr>
          <p:cNvPr id="2" name="Rak 9">
            <a:extLst>
              <a:ext uri="{FF2B5EF4-FFF2-40B4-BE49-F238E27FC236}">
                <a16:creationId xmlns:a16="http://schemas.microsoft.com/office/drawing/2014/main" id="{9B1D9EE3-6BA4-2FE9-A4AF-842AEE790B15}"/>
              </a:ext>
            </a:extLst>
          </p:cNvPr>
          <p:cNvCxnSpPr>
            <a:cxnSpLocks/>
          </p:cNvCxnSpPr>
          <p:nvPr userDrawn="1"/>
        </p:nvCxnSpPr>
        <p:spPr>
          <a:xfrm>
            <a:off x="479425" y="6086793"/>
            <a:ext cx="11233150" cy="0"/>
          </a:xfrm>
          <a:prstGeom prst="line">
            <a:avLst/>
          </a:prstGeom>
          <a:ln w="158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160540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3935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7100E73A-0205-55D9-B994-66D89FE8591E}"/>
              </a:ext>
            </a:extLst>
          </p:cNvPr>
          <p:cNvSpPr/>
          <p:nvPr userDrawn="1"/>
        </p:nvSpPr>
        <p:spPr>
          <a:xfrm>
            <a:off x="239151" y="5359791"/>
            <a:ext cx="11690252" cy="14982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Platshållare för bild 7">
            <a:extLst>
              <a:ext uri="{FF2B5EF4-FFF2-40B4-BE49-F238E27FC236}">
                <a16:creationId xmlns:a16="http://schemas.microsoft.com/office/drawing/2014/main" id="{C006EB09-129A-47A5-E6EB-E7E45C40C126}"/>
              </a:ext>
            </a:extLst>
          </p:cNvPr>
          <p:cNvSpPr>
            <a:spLocks noGrp="1"/>
          </p:cNvSpPr>
          <p:nvPr>
            <p:ph type="pic" sz="quarter" idx="10"/>
          </p:nvPr>
        </p:nvSpPr>
        <p:spPr>
          <a:xfrm>
            <a:off x="0" y="0"/>
            <a:ext cx="12192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a:lstStyle/>
          <a:p>
            <a:r>
              <a:rPr lang="sv-SE"/>
              <a:t>Klicka på ikonen för att lägga till en bild</a:t>
            </a:r>
          </a:p>
        </p:txBody>
      </p:sp>
    </p:spTree>
    <p:extLst>
      <p:ext uri="{BB962C8B-B14F-4D97-AF65-F5344CB8AC3E}">
        <p14:creationId xmlns:p14="http://schemas.microsoft.com/office/powerpoint/2010/main" val="3448219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image" Target="../media/image9.svg"/><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theme" Target="../theme/theme2.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7D2DEB62-847A-8116-F2FE-AF5CE6C03232}"/>
              </a:ext>
            </a:extLst>
          </p:cNvPr>
          <p:cNvSpPr>
            <a:spLocks noGrp="1"/>
          </p:cNvSpPr>
          <p:nvPr>
            <p:ph type="title"/>
          </p:nvPr>
        </p:nvSpPr>
        <p:spPr>
          <a:xfrm>
            <a:off x="447919" y="441325"/>
            <a:ext cx="11264656" cy="1392993"/>
          </a:xfrm>
          <a:prstGeom prst="rect">
            <a:avLst/>
          </a:prstGeom>
        </p:spPr>
        <p:txBody>
          <a:bodyPr vert="horz" lIns="0" tIns="0" rIns="90000" bIns="46800" rtlCol="0" anchor="t" anchorCtr="0">
            <a:no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17458609-24CE-2C91-652C-376D40363CC2}"/>
              </a:ext>
            </a:extLst>
          </p:cNvPr>
          <p:cNvSpPr>
            <a:spLocks noGrp="1"/>
          </p:cNvSpPr>
          <p:nvPr>
            <p:ph type="body" idx="1"/>
          </p:nvPr>
        </p:nvSpPr>
        <p:spPr>
          <a:xfrm>
            <a:off x="413629" y="2240280"/>
            <a:ext cx="11298946" cy="3457257"/>
          </a:xfrm>
          <a:prstGeom prst="rect">
            <a:avLst/>
          </a:prstGeom>
        </p:spPr>
        <p:txBody>
          <a:bodyPr vert="horz" lIns="0" tIns="45720" rIns="9000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D3EC956C-E49F-2D5E-5C0C-E797A97C67F8}"/>
              </a:ext>
            </a:extLst>
          </p:cNvPr>
          <p:cNvSpPr>
            <a:spLocks noGrp="1"/>
          </p:cNvSpPr>
          <p:nvPr>
            <p:ph type="dt" sz="half" idx="2"/>
          </p:nvPr>
        </p:nvSpPr>
        <p:spPr>
          <a:xfrm>
            <a:off x="2331245" y="6315410"/>
            <a:ext cx="2743200" cy="365125"/>
          </a:xfrm>
          <a:prstGeom prst="rect">
            <a:avLst/>
          </a:prstGeom>
        </p:spPr>
        <p:txBody>
          <a:bodyPr vert="horz" lIns="91440" tIns="45720" rIns="91440" bIns="45720" rtlCol="0" anchor="ctr"/>
          <a:lstStyle>
            <a:lvl1pPr algn="l">
              <a:defRPr sz="1100" b="0" i="0">
                <a:solidFill>
                  <a:schemeClr val="accent1"/>
                </a:solidFill>
                <a:latin typeface="Barlow Semi Condensed Light" pitchFamily="2" charset="77"/>
              </a:defRPr>
            </a:lvl1pPr>
          </a:lstStyle>
          <a:p>
            <a:fld id="{F5F31C3F-299E-4C64-ABCD-363C653B41BA}" type="datetimeFigureOut">
              <a:rPr lang="sv-SE" smtClean="0"/>
              <a:t>2026-10-20</a:t>
            </a:fld>
            <a:endParaRPr lang="sv-SE"/>
          </a:p>
        </p:txBody>
      </p:sp>
      <p:sp>
        <p:nvSpPr>
          <p:cNvPr id="5" name="Platshållare för sidfot 4">
            <a:extLst>
              <a:ext uri="{FF2B5EF4-FFF2-40B4-BE49-F238E27FC236}">
                <a16:creationId xmlns:a16="http://schemas.microsoft.com/office/drawing/2014/main" id="{1A3CB280-C31E-78EF-ECD8-79FF606E295C}"/>
              </a:ext>
            </a:extLst>
          </p:cNvPr>
          <p:cNvSpPr>
            <a:spLocks noGrp="1"/>
          </p:cNvSpPr>
          <p:nvPr>
            <p:ph type="ftr" sz="quarter" idx="3"/>
          </p:nvPr>
        </p:nvSpPr>
        <p:spPr>
          <a:xfrm>
            <a:off x="6724785" y="6315410"/>
            <a:ext cx="4114800" cy="365125"/>
          </a:xfrm>
          <a:prstGeom prst="rect">
            <a:avLst/>
          </a:prstGeom>
        </p:spPr>
        <p:txBody>
          <a:bodyPr vert="horz" lIns="91440" tIns="45720" rIns="91440" bIns="45720" rtlCol="0" anchor="ctr"/>
          <a:lstStyle>
            <a:lvl1pPr algn="r">
              <a:defRPr sz="1100" b="0" i="0">
                <a:solidFill>
                  <a:schemeClr val="accent1"/>
                </a:solidFill>
                <a:latin typeface="Barlow Semi Condensed Light" pitchFamily="2" charset="77"/>
              </a:defRPr>
            </a:lvl1pPr>
          </a:lstStyle>
          <a:p>
            <a:endParaRPr lang="sv-SE"/>
          </a:p>
        </p:txBody>
      </p:sp>
      <p:sp>
        <p:nvSpPr>
          <p:cNvPr id="6" name="Platshållare för bildnummer 5">
            <a:extLst>
              <a:ext uri="{FF2B5EF4-FFF2-40B4-BE49-F238E27FC236}">
                <a16:creationId xmlns:a16="http://schemas.microsoft.com/office/drawing/2014/main" id="{1F3B6270-2D00-D565-7ACE-88AF106E7722}"/>
              </a:ext>
            </a:extLst>
          </p:cNvPr>
          <p:cNvSpPr>
            <a:spLocks noGrp="1"/>
          </p:cNvSpPr>
          <p:nvPr>
            <p:ph type="sldNum" sz="quarter" idx="4"/>
          </p:nvPr>
        </p:nvSpPr>
        <p:spPr>
          <a:xfrm>
            <a:off x="10839585" y="6315410"/>
            <a:ext cx="872990" cy="365125"/>
          </a:xfrm>
          <a:prstGeom prst="rect">
            <a:avLst/>
          </a:prstGeom>
        </p:spPr>
        <p:txBody>
          <a:bodyPr vert="horz" lIns="91440" tIns="45720" rIns="0" bIns="45720" rtlCol="0" anchor="ctr"/>
          <a:lstStyle>
            <a:lvl1pPr algn="r">
              <a:defRPr sz="1100" b="0" i="0">
                <a:solidFill>
                  <a:schemeClr val="accent1"/>
                </a:solidFill>
                <a:latin typeface="Barlow Semi Condensed Light" pitchFamily="2" charset="77"/>
              </a:defRPr>
            </a:lvl1pPr>
          </a:lstStyle>
          <a:p>
            <a:fld id="{F298AEA3-A0C8-4229-8ADF-074BA8110CC4}" type="slidenum">
              <a:rPr lang="sv-SE" smtClean="0"/>
              <a:t>‹#›</a:t>
            </a:fld>
            <a:endParaRPr lang="sv-SE"/>
          </a:p>
        </p:txBody>
      </p:sp>
      <p:pic>
        <p:nvPicPr>
          <p:cNvPr id="8" name="Bild 7">
            <a:extLst>
              <a:ext uri="{FF2B5EF4-FFF2-40B4-BE49-F238E27FC236}">
                <a16:creationId xmlns:a16="http://schemas.microsoft.com/office/drawing/2014/main" id="{C8C80C3D-233B-21EF-1A46-2F401487E22B}"/>
              </a:ext>
            </a:extLst>
          </p:cNvPr>
          <p:cNvPicPr>
            <a:picLocks noChangeAspect="1"/>
          </p:cNvPicPr>
          <p:nvPr/>
        </p:nvPicPr>
        <p:blipFill>
          <a:blip>
            <a:extLst>
              <a:ext uri="{96DAC541-7B7A-43D3-8B79-37D633B846F1}">
                <asvg:svgBlip xmlns:asvg="http://schemas.microsoft.com/office/drawing/2016/SVG/main" r:embed="rId26"/>
              </a:ext>
            </a:extLst>
          </a:blip>
          <a:srcRect/>
          <a:stretch/>
        </p:blipFill>
        <p:spPr>
          <a:xfrm>
            <a:off x="479425" y="6386078"/>
            <a:ext cx="872990" cy="208547"/>
          </a:xfrm>
          <a:prstGeom prst="rect">
            <a:avLst/>
          </a:prstGeom>
        </p:spPr>
      </p:pic>
    </p:spTree>
    <p:extLst>
      <p:ext uri="{BB962C8B-B14F-4D97-AF65-F5344CB8AC3E}">
        <p14:creationId xmlns:p14="http://schemas.microsoft.com/office/powerpoint/2010/main" val="2518557826"/>
      </p:ext>
    </p:extLst>
  </p:cSld>
  <p:clrMap bg1="dk1" tx1="lt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660" r:id="rId24"/>
  </p:sldLayoutIdLst>
  <p:txStyles>
    <p:titleStyle>
      <a:lvl1pPr algn="l" defTabSz="914400" rtl="0" eaLnBrk="1" latinLnBrk="0" hangingPunct="1">
        <a:lnSpc>
          <a:spcPct val="90000"/>
        </a:lnSpc>
        <a:spcBef>
          <a:spcPct val="0"/>
        </a:spcBef>
        <a:buNone/>
        <a:defRPr sz="4800" kern="1200">
          <a:solidFill>
            <a:schemeClr val="accent1"/>
          </a:solidFill>
          <a:latin typeface="Barlow Semi Condensed Medium" pitchFamily="2" charset="77"/>
          <a:ea typeface="+mj-ea"/>
          <a:cs typeface="+mj-cs"/>
        </a:defRPr>
      </a:lvl1pPr>
    </p:titleStyle>
    <p:bodyStyle>
      <a:lvl1pPr marL="288000" indent="-216000" algn="l" defTabSz="914400" rtl="0" eaLnBrk="1" latinLnBrk="0" hangingPunct="1">
        <a:lnSpc>
          <a:spcPct val="125000"/>
        </a:lnSpc>
        <a:spcBef>
          <a:spcPts val="1000"/>
        </a:spcBef>
        <a:buSzPct val="100000"/>
        <a:buFont typeface="Wingdings" pitchFamily="2" charset="2"/>
        <a:buChar char="§"/>
        <a:defRPr sz="1600" b="0" i="0" kern="1200">
          <a:solidFill>
            <a:schemeClr val="accent1"/>
          </a:solidFill>
          <a:latin typeface="Montserrat" pitchFamily="2" charset="77"/>
          <a:ea typeface="+mn-ea"/>
          <a:cs typeface="+mn-cs"/>
        </a:defRPr>
      </a:lvl1pPr>
      <a:lvl2pPr marL="612000" indent="-216000" algn="l" defTabSz="914400" rtl="0" eaLnBrk="1" latinLnBrk="0" hangingPunct="1">
        <a:lnSpc>
          <a:spcPct val="125000"/>
        </a:lnSpc>
        <a:spcBef>
          <a:spcPts val="500"/>
        </a:spcBef>
        <a:buSzPct val="100000"/>
        <a:buFont typeface="Systemtypsnitt normalt"/>
        <a:buChar char="⎯"/>
        <a:defRPr sz="1400" b="0" i="0" kern="1200">
          <a:solidFill>
            <a:schemeClr val="accent1"/>
          </a:solidFill>
          <a:latin typeface="Montserrat" pitchFamily="2" charset="77"/>
          <a:ea typeface="+mn-ea"/>
          <a:cs typeface="+mn-cs"/>
        </a:defRPr>
      </a:lvl2pPr>
      <a:lvl3pPr marL="900000" indent="-216000" algn="l" defTabSz="914400" rtl="0" eaLnBrk="1" latinLnBrk="0" hangingPunct="1">
        <a:lnSpc>
          <a:spcPct val="125000"/>
        </a:lnSpc>
        <a:spcBef>
          <a:spcPts val="500"/>
        </a:spcBef>
        <a:buFont typeface="Systemtypsnitt normalt"/>
        <a:buChar char="●"/>
        <a:defRPr sz="1200" b="0" i="0" kern="1200">
          <a:solidFill>
            <a:schemeClr val="accent1"/>
          </a:solidFill>
          <a:latin typeface="Montserrat" pitchFamily="2" charset="77"/>
          <a:ea typeface="+mn-ea"/>
          <a:cs typeface="+mn-cs"/>
        </a:defRPr>
      </a:lvl3pPr>
      <a:lvl4pPr marL="1188000" indent="-216000" algn="l" defTabSz="914400" rtl="0" eaLnBrk="1" latinLnBrk="0" hangingPunct="1">
        <a:lnSpc>
          <a:spcPct val="125000"/>
        </a:lnSpc>
        <a:spcBef>
          <a:spcPts val="500"/>
        </a:spcBef>
        <a:buFont typeface="Systemtypsnitt normalt"/>
        <a:buChar char="○"/>
        <a:defRPr sz="1100" b="0" i="0" kern="1200">
          <a:solidFill>
            <a:schemeClr val="accent1"/>
          </a:solidFill>
          <a:latin typeface="Montserrat" pitchFamily="2" charset="77"/>
          <a:ea typeface="+mn-ea"/>
          <a:cs typeface="+mn-cs"/>
        </a:defRPr>
      </a:lvl4pPr>
      <a:lvl5pPr marL="1476000" indent="-216000" algn="l" defTabSz="914400" rtl="0" eaLnBrk="1" latinLnBrk="0" hangingPunct="1">
        <a:lnSpc>
          <a:spcPct val="125000"/>
        </a:lnSpc>
        <a:spcBef>
          <a:spcPts val="500"/>
        </a:spcBef>
        <a:buFont typeface="Systemtypsnitt normalt"/>
        <a:buChar char="⏤"/>
        <a:defRPr sz="1050" b="0" i="0" kern="1200">
          <a:solidFill>
            <a:schemeClr val="accent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02">
          <p15:clr>
            <a:srgbClr val="F26B43"/>
          </p15:clr>
        </p15:guide>
        <p15:guide id="3" pos="7378">
          <p15:clr>
            <a:srgbClr val="F26B43"/>
          </p15:clr>
        </p15:guide>
        <p15:guide id="4" orient="horz" pos="2160">
          <p15:clr>
            <a:srgbClr val="F26B43"/>
          </p15:clr>
        </p15:guide>
        <p15:guide id="5" orient="horz" pos="346">
          <p15:clr>
            <a:srgbClr val="F26B43"/>
          </p15:clr>
        </p15:guide>
        <p15:guide id="6" orient="horz" pos="3838">
          <p15:clr>
            <a:srgbClr val="F26B43"/>
          </p15:clr>
        </p15:guide>
        <p15:guide id="7" orient="horz" pos="4088">
          <p15:clr>
            <a:srgbClr val="F26B43"/>
          </p15:clr>
        </p15:guide>
        <p15:guide id="8" orient="horz" pos="3589">
          <p15:clr>
            <a:srgbClr val="F26B43"/>
          </p15:clr>
        </p15:guide>
        <p15:guide id="9" orient="horz" pos="116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7D2DEB62-847A-8116-F2FE-AF5CE6C03232}"/>
              </a:ext>
            </a:extLst>
          </p:cNvPr>
          <p:cNvSpPr>
            <a:spLocks noGrp="1"/>
          </p:cNvSpPr>
          <p:nvPr>
            <p:ph type="title"/>
          </p:nvPr>
        </p:nvSpPr>
        <p:spPr>
          <a:xfrm>
            <a:off x="447919" y="441325"/>
            <a:ext cx="11264656" cy="1392993"/>
          </a:xfrm>
          <a:prstGeom prst="rect">
            <a:avLst/>
          </a:prstGeom>
        </p:spPr>
        <p:txBody>
          <a:bodyPr vert="horz" lIns="0" tIns="0" rIns="90000" bIns="46800" rtlCol="0" anchor="t" anchorCtr="0">
            <a:no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17458609-24CE-2C91-652C-376D40363CC2}"/>
              </a:ext>
            </a:extLst>
          </p:cNvPr>
          <p:cNvSpPr>
            <a:spLocks noGrp="1"/>
          </p:cNvSpPr>
          <p:nvPr>
            <p:ph type="body" idx="1"/>
          </p:nvPr>
        </p:nvSpPr>
        <p:spPr>
          <a:xfrm>
            <a:off x="413629" y="2240280"/>
            <a:ext cx="11298946" cy="3457257"/>
          </a:xfrm>
          <a:prstGeom prst="rect">
            <a:avLst/>
          </a:prstGeom>
        </p:spPr>
        <p:txBody>
          <a:bodyPr vert="horz" lIns="0" tIns="45720" rIns="9000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D3EC956C-E49F-2D5E-5C0C-E797A97C67F8}"/>
              </a:ext>
            </a:extLst>
          </p:cNvPr>
          <p:cNvSpPr>
            <a:spLocks noGrp="1"/>
          </p:cNvSpPr>
          <p:nvPr>
            <p:ph type="dt" sz="half" idx="2"/>
          </p:nvPr>
        </p:nvSpPr>
        <p:spPr>
          <a:xfrm>
            <a:off x="2331245" y="6315410"/>
            <a:ext cx="2743200" cy="365125"/>
          </a:xfrm>
          <a:prstGeom prst="rect">
            <a:avLst/>
          </a:prstGeom>
        </p:spPr>
        <p:txBody>
          <a:bodyPr vert="horz" lIns="91440" tIns="45720" rIns="91440" bIns="45720" rtlCol="0" anchor="ctr"/>
          <a:lstStyle>
            <a:lvl1pPr algn="l">
              <a:defRPr sz="1100" b="0" i="0">
                <a:solidFill>
                  <a:sysClr val="windowText" lastClr="000000"/>
                </a:solidFill>
                <a:latin typeface="Barlow Semi Condensed Light" pitchFamily="2" charset="77"/>
              </a:defRPr>
            </a:lvl1pPr>
          </a:lstStyle>
          <a:p>
            <a:fld id="{8FF0F6C2-1D84-CF4C-B338-7BA58288A622}" type="datetimeFigureOut">
              <a:rPr lang="sv-SE" smtClean="0"/>
              <a:pPr/>
              <a:t>2026-10-20</a:t>
            </a:fld>
            <a:endParaRPr lang="sv-SE" sz="1100"/>
          </a:p>
        </p:txBody>
      </p:sp>
      <p:sp>
        <p:nvSpPr>
          <p:cNvPr id="5" name="Platshållare för sidfot 4">
            <a:extLst>
              <a:ext uri="{FF2B5EF4-FFF2-40B4-BE49-F238E27FC236}">
                <a16:creationId xmlns:a16="http://schemas.microsoft.com/office/drawing/2014/main" id="{1A3CB280-C31E-78EF-ECD8-79FF606E295C}"/>
              </a:ext>
            </a:extLst>
          </p:cNvPr>
          <p:cNvSpPr>
            <a:spLocks noGrp="1"/>
          </p:cNvSpPr>
          <p:nvPr>
            <p:ph type="ftr" sz="quarter" idx="3"/>
          </p:nvPr>
        </p:nvSpPr>
        <p:spPr>
          <a:xfrm>
            <a:off x="6724785" y="6315410"/>
            <a:ext cx="4114800" cy="365125"/>
          </a:xfrm>
          <a:prstGeom prst="rect">
            <a:avLst/>
          </a:prstGeom>
        </p:spPr>
        <p:txBody>
          <a:bodyPr vert="horz" lIns="91440" tIns="45720" rIns="91440" bIns="45720" rtlCol="0" anchor="ctr"/>
          <a:lstStyle>
            <a:lvl1pPr algn="r">
              <a:defRPr sz="1100" b="0" i="0">
                <a:solidFill>
                  <a:sysClr val="windowText" lastClr="000000"/>
                </a:solidFill>
                <a:latin typeface="Barlow Semi Condensed Light" pitchFamily="2" charset="77"/>
              </a:defRPr>
            </a:lvl1pPr>
          </a:lstStyle>
          <a:p>
            <a:endParaRPr lang="sv-SE" sz="1100"/>
          </a:p>
        </p:txBody>
      </p:sp>
      <p:sp>
        <p:nvSpPr>
          <p:cNvPr id="6" name="Platshållare för bildnummer 5">
            <a:extLst>
              <a:ext uri="{FF2B5EF4-FFF2-40B4-BE49-F238E27FC236}">
                <a16:creationId xmlns:a16="http://schemas.microsoft.com/office/drawing/2014/main" id="{1F3B6270-2D00-D565-7ACE-88AF106E7722}"/>
              </a:ext>
            </a:extLst>
          </p:cNvPr>
          <p:cNvSpPr>
            <a:spLocks noGrp="1"/>
          </p:cNvSpPr>
          <p:nvPr>
            <p:ph type="sldNum" sz="quarter" idx="4"/>
          </p:nvPr>
        </p:nvSpPr>
        <p:spPr>
          <a:xfrm>
            <a:off x="10839585" y="6315410"/>
            <a:ext cx="872990" cy="365125"/>
          </a:xfrm>
          <a:prstGeom prst="rect">
            <a:avLst/>
          </a:prstGeom>
        </p:spPr>
        <p:txBody>
          <a:bodyPr vert="horz" lIns="91440" tIns="45720" rIns="0" bIns="45720" rtlCol="0" anchor="ctr"/>
          <a:lstStyle>
            <a:lvl1pPr algn="r">
              <a:defRPr sz="1100" b="0" i="0">
                <a:solidFill>
                  <a:sysClr val="windowText" lastClr="000000"/>
                </a:solidFill>
                <a:latin typeface="Barlow Semi Condensed Light" pitchFamily="2" charset="77"/>
              </a:defRPr>
            </a:lvl1pPr>
          </a:lstStyle>
          <a:p>
            <a:fld id="{89FA3089-F1E5-0842-A87D-E172CBD68F89}" type="slidenum">
              <a:rPr lang="sv-SE" smtClean="0"/>
              <a:pPr/>
              <a:t>‹#›</a:t>
            </a:fld>
            <a:endParaRPr lang="sv-SE" sz="1100"/>
          </a:p>
        </p:txBody>
      </p:sp>
      <p:pic>
        <p:nvPicPr>
          <p:cNvPr id="8" name="Bild 7">
            <a:extLst>
              <a:ext uri="{FF2B5EF4-FFF2-40B4-BE49-F238E27FC236}">
                <a16:creationId xmlns:a16="http://schemas.microsoft.com/office/drawing/2014/main" id="{C8C80C3D-233B-21EF-1A46-2F401487E22B}"/>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479425" y="6386078"/>
            <a:ext cx="872990" cy="208548"/>
          </a:xfrm>
          <a:prstGeom prst="rect">
            <a:avLst/>
          </a:prstGeom>
        </p:spPr>
      </p:pic>
    </p:spTree>
    <p:extLst>
      <p:ext uri="{BB962C8B-B14F-4D97-AF65-F5344CB8AC3E}">
        <p14:creationId xmlns:p14="http://schemas.microsoft.com/office/powerpoint/2010/main" val="157596417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Lst>
  <p:txStyles>
    <p:titleStyle>
      <a:lvl1pPr algn="l" defTabSz="914400" rtl="0" eaLnBrk="1" latinLnBrk="0" hangingPunct="1">
        <a:lnSpc>
          <a:spcPct val="90000"/>
        </a:lnSpc>
        <a:spcBef>
          <a:spcPct val="0"/>
        </a:spcBef>
        <a:buNone/>
        <a:defRPr sz="4800" kern="1200">
          <a:solidFill>
            <a:schemeClr val="tx1"/>
          </a:solidFill>
          <a:latin typeface="Barlow Semi Condensed Medium" pitchFamily="2" charset="77"/>
          <a:ea typeface="+mj-ea"/>
          <a:cs typeface="+mj-cs"/>
        </a:defRPr>
      </a:lvl1pPr>
    </p:titleStyle>
    <p:bodyStyle>
      <a:lvl1pPr marL="288000" indent="-216000" algn="l" defTabSz="914400" rtl="0" eaLnBrk="1" latinLnBrk="0" hangingPunct="1">
        <a:lnSpc>
          <a:spcPct val="125000"/>
        </a:lnSpc>
        <a:spcBef>
          <a:spcPts val="1000"/>
        </a:spcBef>
        <a:buSzPct val="100000"/>
        <a:buFont typeface="Wingdings" pitchFamily="2" charset="2"/>
        <a:buChar char="§"/>
        <a:defRPr sz="1600" b="0" i="0" kern="1200">
          <a:solidFill>
            <a:schemeClr val="tx1"/>
          </a:solidFill>
          <a:latin typeface="Montserrat" pitchFamily="2" charset="77"/>
          <a:ea typeface="+mn-ea"/>
          <a:cs typeface="+mn-cs"/>
        </a:defRPr>
      </a:lvl1pPr>
      <a:lvl2pPr marL="612000" indent="-216000" algn="l" defTabSz="914400" rtl="0" eaLnBrk="1" latinLnBrk="0" hangingPunct="1">
        <a:lnSpc>
          <a:spcPct val="125000"/>
        </a:lnSpc>
        <a:spcBef>
          <a:spcPts val="500"/>
        </a:spcBef>
        <a:buSzPct val="100000"/>
        <a:buFont typeface="Systemtypsnitt normalt"/>
        <a:buChar char="⎯"/>
        <a:defRPr sz="1400" b="0" i="0" kern="1200">
          <a:solidFill>
            <a:schemeClr val="tx1"/>
          </a:solidFill>
          <a:latin typeface="Montserrat" pitchFamily="2" charset="77"/>
          <a:ea typeface="+mn-ea"/>
          <a:cs typeface="+mn-cs"/>
        </a:defRPr>
      </a:lvl2pPr>
      <a:lvl3pPr marL="900000" indent="-216000" algn="l" defTabSz="914400" rtl="0" eaLnBrk="1" latinLnBrk="0" hangingPunct="1">
        <a:lnSpc>
          <a:spcPct val="125000"/>
        </a:lnSpc>
        <a:spcBef>
          <a:spcPts val="500"/>
        </a:spcBef>
        <a:buFont typeface="Systemtypsnitt normalt"/>
        <a:buChar char="●"/>
        <a:defRPr sz="1200" b="0" i="0" kern="1200">
          <a:solidFill>
            <a:schemeClr val="tx1"/>
          </a:solidFill>
          <a:latin typeface="Montserrat" pitchFamily="2" charset="77"/>
          <a:ea typeface="+mn-ea"/>
          <a:cs typeface="+mn-cs"/>
        </a:defRPr>
      </a:lvl3pPr>
      <a:lvl4pPr marL="1188000" indent="-216000" algn="l" defTabSz="914400" rtl="0" eaLnBrk="1" latinLnBrk="0" hangingPunct="1">
        <a:lnSpc>
          <a:spcPct val="125000"/>
        </a:lnSpc>
        <a:spcBef>
          <a:spcPts val="500"/>
        </a:spcBef>
        <a:buFont typeface="Systemtypsnitt normalt"/>
        <a:buChar char="○"/>
        <a:defRPr sz="1100" b="0" i="0" kern="1200">
          <a:solidFill>
            <a:schemeClr val="tx1"/>
          </a:solidFill>
          <a:latin typeface="Montserrat" pitchFamily="2" charset="77"/>
          <a:ea typeface="+mn-ea"/>
          <a:cs typeface="+mn-cs"/>
        </a:defRPr>
      </a:lvl4pPr>
      <a:lvl5pPr marL="1476000" indent="-216000" algn="l" defTabSz="914400" rtl="0" eaLnBrk="1" latinLnBrk="0" hangingPunct="1">
        <a:lnSpc>
          <a:spcPct val="125000"/>
        </a:lnSpc>
        <a:spcBef>
          <a:spcPts val="500"/>
        </a:spcBef>
        <a:buFont typeface="Systemtypsnitt normalt"/>
        <a:buChar char="⏤"/>
        <a:defRPr sz="1050" b="0" i="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02">
          <p15:clr>
            <a:srgbClr val="F26B43"/>
          </p15:clr>
        </p15:guide>
        <p15:guide id="3" pos="7378">
          <p15:clr>
            <a:srgbClr val="F26B43"/>
          </p15:clr>
        </p15:guide>
        <p15:guide id="4" orient="horz" pos="2160">
          <p15:clr>
            <a:srgbClr val="F26B43"/>
          </p15:clr>
        </p15:guide>
        <p15:guide id="5" orient="horz" pos="346">
          <p15:clr>
            <a:srgbClr val="F26B43"/>
          </p15:clr>
        </p15:guide>
        <p15:guide id="6" orient="horz" pos="3838">
          <p15:clr>
            <a:srgbClr val="F26B43"/>
          </p15:clr>
        </p15:guide>
        <p15:guide id="7" orient="horz" pos="4088">
          <p15:clr>
            <a:srgbClr val="F26B43"/>
          </p15:clr>
        </p15:guide>
        <p15:guide id="8" orient="horz" pos="3589">
          <p15:clr>
            <a:srgbClr val="F26B43"/>
          </p15:clr>
        </p15:guide>
        <p15:guide id="9" orient="horz" pos="116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hyperlink" Target="https://www.sfml-dev.org/tutorials/2.5/start-vc.php" TargetMode="External"/><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11.xml"/><Relationship Id="rId5" Type="http://schemas.openxmlformats.org/officeDocument/2006/relationships/image" Target="../media/image52.pn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0.xml"/><Relationship Id="rId1" Type="http://schemas.openxmlformats.org/officeDocument/2006/relationships/slideLayout" Target="../slideLayouts/slideLayout11.xml"/><Relationship Id="rId4" Type="http://schemas.openxmlformats.org/officeDocument/2006/relationships/image" Target="../media/image55.png"/></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60.png"/></Relationships>
</file>

<file path=ppt/slides/_rels/slide5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6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8.xml"/><Relationship Id="rId1" Type="http://schemas.openxmlformats.org/officeDocument/2006/relationships/slideLayout" Target="../slideLayouts/slideLayout12.xml"/><Relationship Id="rId5" Type="http://schemas.openxmlformats.org/officeDocument/2006/relationships/image" Target="../media/image63.png"/><Relationship Id="rId4" Type="http://schemas.openxmlformats.org/officeDocument/2006/relationships/image" Target="../media/image6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71.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2" Type="http://schemas.openxmlformats.org/officeDocument/2006/relationships/image" Target="../media/image73.sv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535B810-D1C9-4DE6-B498-7412E7408E50}"/>
              </a:ext>
            </a:extLst>
          </p:cNvPr>
          <p:cNvSpPr txBox="1">
            <a:spLocks/>
          </p:cNvSpPr>
          <p:nvPr/>
        </p:nvSpPr>
        <p:spPr>
          <a:xfrm>
            <a:off x="1107742" y="3365568"/>
            <a:ext cx="9976513" cy="67883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sv-SE" altLang="sv-SE" sz="2000" spc="300">
                <a:solidFill>
                  <a:schemeClr val="bg1"/>
                </a:solidFill>
                <a:effectLst>
                  <a:glow rad="12700">
                    <a:schemeClr val="tx1">
                      <a:lumMod val="95000"/>
                      <a:lumOff val="5000"/>
                    </a:schemeClr>
                  </a:glow>
                </a:effectLst>
                <a:latin typeface="Barlow Semi Condensed" panose="00000506000000000000" pitchFamily="2" charset="0"/>
              </a:rPr>
              <a:t>Föreläsning 24 – EGET BIBLIOTEK &amp; TIMER</a:t>
            </a:r>
            <a:endParaRPr lang="en-SE" sz="2000" spc="300">
              <a:effectLst>
                <a:glow rad="25400">
                  <a:schemeClr val="tx1">
                    <a:lumMod val="95000"/>
                    <a:lumOff val="5000"/>
                  </a:schemeClr>
                </a:glow>
              </a:effectLst>
              <a:latin typeface="Barlow Semi Condensed" panose="00000506000000000000" pitchFamily="2" charset="0"/>
            </a:endParaRPr>
          </a:p>
        </p:txBody>
      </p:sp>
      <p:sp>
        <p:nvSpPr>
          <p:cNvPr id="5" name="Title 1">
            <a:extLst>
              <a:ext uri="{FF2B5EF4-FFF2-40B4-BE49-F238E27FC236}">
                <a16:creationId xmlns:a16="http://schemas.microsoft.com/office/drawing/2014/main" id="{FDB90860-40E3-477A-87E3-AA8F487894D1}"/>
              </a:ext>
            </a:extLst>
          </p:cNvPr>
          <p:cNvSpPr txBox="1">
            <a:spLocks/>
          </p:cNvSpPr>
          <p:nvPr/>
        </p:nvSpPr>
        <p:spPr>
          <a:xfrm>
            <a:off x="581115" y="2625126"/>
            <a:ext cx="10503142" cy="80387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br>
              <a:rPr lang="sv-SE" altLang="sv-SE" sz="4800" spc="600">
                <a:solidFill>
                  <a:schemeClr val="bg1"/>
                </a:solidFill>
                <a:effectLst>
                  <a:glow>
                    <a:schemeClr val="tx1">
                      <a:lumMod val="95000"/>
                      <a:lumOff val="5000"/>
                    </a:schemeClr>
                  </a:glow>
                </a:effectLst>
                <a:latin typeface="Barlow Semi Condensed" panose="00000506000000000000" pitchFamily="2" charset="0"/>
              </a:rPr>
            </a:br>
            <a:r>
              <a:rPr lang="sv-SE" altLang="sv-SE" sz="4800" spc="600">
                <a:solidFill>
                  <a:schemeClr val="bg1"/>
                </a:solidFill>
                <a:effectLst>
                  <a:glow>
                    <a:schemeClr val="tx1">
                      <a:lumMod val="95000"/>
                      <a:lumOff val="5000"/>
                    </a:schemeClr>
                  </a:glow>
                </a:effectLst>
                <a:latin typeface="Barlow Semi Condensed" panose="00000506000000000000" pitchFamily="2" charset="0"/>
              </a:rPr>
              <a:t>INTRODUKTION TILL C++</a:t>
            </a:r>
            <a:endParaRPr lang="en-SE" sz="4800" spc="600">
              <a:effectLst>
                <a:glow>
                  <a:schemeClr val="tx1">
                    <a:lumMod val="95000"/>
                    <a:lumOff val="5000"/>
                  </a:schemeClr>
                </a:glow>
              </a:effectLst>
              <a:latin typeface="Barlow Semi Condensed" panose="00000506000000000000" pitchFamily="2" charset="0"/>
            </a:endParaRPr>
          </a:p>
        </p:txBody>
      </p:sp>
      <p:sp>
        <p:nvSpPr>
          <p:cNvPr id="6" name="Platshållare för bild 5">
            <a:extLst>
              <a:ext uri="{FF2B5EF4-FFF2-40B4-BE49-F238E27FC236}">
                <a16:creationId xmlns:a16="http://schemas.microsoft.com/office/drawing/2014/main" id="{734AD4D5-BE2E-6AE4-7CA6-3BBED5CF2CA4}"/>
              </a:ext>
            </a:extLst>
          </p:cNvPr>
          <p:cNvSpPr>
            <a:spLocks noGrp="1"/>
          </p:cNvSpPr>
          <p:nvPr>
            <p:ph type="pic" sz="quarter" idx="10"/>
          </p:nvPr>
        </p:nvSpPr>
        <p:spPr/>
        <p:txBody>
          <a:bodyPr/>
          <a:lstStyle/>
          <a:p>
            <a:endParaRPr lang="sv-SE"/>
          </a:p>
        </p:txBody>
      </p:sp>
      <p:sp>
        <p:nvSpPr>
          <p:cNvPr id="3" name="Underrubrik 2">
            <a:extLst>
              <a:ext uri="{FF2B5EF4-FFF2-40B4-BE49-F238E27FC236}">
                <a16:creationId xmlns:a16="http://schemas.microsoft.com/office/drawing/2014/main" id="{B131F3DE-FDC6-6DC4-3B40-3257D9584E82}"/>
              </a:ext>
            </a:extLst>
          </p:cNvPr>
          <p:cNvSpPr>
            <a:spLocks noGrp="1"/>
          </p:cNvSpPr>
          <p:nvPr>
            <p:ph type="subTitle" idx="1"/>
          </p:nvPr>
        </p:nvSpPr>
        <p:spPr/>
        <p:txBody>
          <a:bodyPr/>
          <a:lstStyle/>
          <a:p>
            <a:r>
              <a:rPr lang="sv-SE"/>
              <a:t>Eget bibliotek och timer</a:t>
            </a:r>
          </a:p>
        </p:txBody>
      </p:sp>
      <p:sp>
        <p:nvSpPr>
          <p:cNvPr id="2" name="Rubrik 1">
            <a:extLst>
              <a:ext uri="{FF2B5EF4-FFF2-40B4-BE49-F238E27FC236}">
                <a16:creationId xmlns:a16="http://schemas.microsoft.com/office/drawing/2014/main" id="{A46E4C17-F671-F8D3-AADB-AADE0400BD53}"/>
              </a:ext>
            </a:extLst>
          </p:cNvPr>
          <p:cNvSpPr>
            <a:spLocks noGrp="1"/>
          </p:cNvSpPr>
          <p:nvPr>
            <p:ph type="ctrTitle"/>
          </p:nvPr>
        </p:nvSpPr>
        <p:spPr/>
        <p:txBody>
          <a:bodyPr/>
          <a:lstStyle/>
          <a:p>
            <a:r>
              <a:rPr lang="sv-SE"/>
              <a:t>INTRODUKTION TILL PROGRAMMERING I C++</a:t>
            </a:r>
          </a:p>
        </p:txBody>
      </p:sp>
    </p:spTree>
    <p:extLst>
      <p:ext uri="{BB962C8B-B14F-4D97-AF65-F5344CB8AC3E}">
        <p14:creationId xmlns:p14="http://schemas.microsoft.com/office/powerpoint/2010/main" val="543243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06C114-3269-8A72-BF39-EF5B0FD288EF}"/>
              </a:ext>
            </a:extLst>
          </p:cNvPr>
          <p:cNvSpPr>
            <a:spLocks noGrp="1"/>
          </p:cNvSpPr>
          <p:nvPr>
            <p:ph idx="10"/>
          </p:nvPr>
        </p:nvSpPr>
        <p:spPr/>
        <p:txBody>
          <a:bodyPr vert="horz" lIns="0" tIns="45720" rIns="90000" bIns="45720" rtlCol="0" anchor="t">
            <a:normAutofit lnSpcReduction="10000"/>
          </a:bodyPr>
          <a:lstStyle/>
          <a:p>
            <a:pPr marL="287655" indent="-215900"/>
            <a:r>
              <a:rPr lang="en-US" sz="2000" b="1" err="1">
                <a:latin typeface="Montserrat"/>
              </a:rPr>
              <a:t>Programbibliotek</a:t>
            </a:r>
            <a:endParaRPr lang="en-US" sz="2000" b="1">
              <a:latin typeface="Montserrat"/>
            </a:endParaRPr>
          </a:p>
          <a:p>
            <a:pPr marL="287655" indent="-215900"/>
            <a:r>
              <a:rPr lang="en-US" sz="2000" b="1" err="1">
                <a:latin typeface="Montserrat"/>
              </a:rPr>
              <a:t>Projektinställningar</a:t>
            </a:r>
            <a:endParaRPr lang="en-US" sz="2000" b="1">
              <a:latin typeface="Montserrat"/>
            </a:endParaRPr>
          </a:p>
          <a:p>
            <a:pPr marL="287655" indent="-215900"/>
            <a:r>
              <a:rPr lang="en-US" sz="2000" b="1" err="1">
                <a:latin typeface="Montserrat"/>
              </a:rPr>
              <a:t>Konfigurationer</a:t>
            </a:r>
            <a:endParaRPr lang="en-US" sz="2000" b="1">
              <a:latin typeface="Montserrat"/>
            </a:endParaRPr>
          </a:p>
          <a:p>
            <a:pPr marL="287655" indent="-215900"/>
            <a:r>
              <a:rPr lang="en-US" sz="2000" b="1" err="1">
                <a:latin typeface="Montserrat"/>
              </a:rPr>
              <a:t>Länka</a:t>
            </a:r>
            <a:r>
              <a:rPr lang="en-US" sz="2000" b="1">
                <a:latin typeface="Montserrat"/>
              </a:rPr>
              <a:t> in </a:t>
            </a:r>
            <a:r>
              <a:rPr lang="en-US" sz="2000" b="1" err="1">
                <a:latin typeface="Montserrat"/>
              </a:rPr>
              <a:t>bibliotek</a:t>
            </a:r>
            <a:endParaRPr lang="en-US" sz="2000" b="1">
              <a:latin typeface="Montserrat"/>
            </a:endParaRPr>
          </a:p>
          <a:p>
            <a:pPr marL="287655" indent="-215900"/>
            <a:r>
              <a:rPr lang="en-US" sz="2000" b="1">
                <a:latin typeface="Montserrat"/>
              </a:rPr>
              <a:t>Cleaning up the mess</a:t>
            </a:r>
          </a:p>
          <a:p>
            <a:pPr marL="287655" indent="-215900"/>
            <a:r>
              <a:rPr lang="en-US" sz="2000" b="1" err="1">
                <a:latin typeface="Montserrat"/>
              </a:rPr>
              <a:t>Länka</a:t>
            </a:r>
            <a:r>
              <a:rPr lang="en-US" sz="2000" b="1">
                <a:latin typeface="Montserrat"/>
              </a:rPr>
              <a:t> in </a:t>
            </a:r>
            <a:r>
              <a:rPr lang="en-US" sz="2000" b="1" i="1" err="1">
                <a:latin typeface="Montserrat"/>
              </a:rPr>
              <a:t>ett</a:t>
            </a:r>
            <a:r>
              <a:rPr lang="en-US" sz="2000" b="1" i="1">
                <a:latin typeface="Montserrat"/>
              </a:rPr>
              <a:t> </a:t>
            </a:r>
            <a:r>
              <a:rPr lang="en-US" sz="2000" b="1" i="1" err="1">
                <a:latin typeface="Montserrat"/>
              </a:rPr>
              <a:t>eget</a:t>
            </a:r>
            <a:r>
              <a:rPr lang="en-US" sz="2000" b="1">
                <a:latin typeface="Montserrat"/>
              </a:rPr>
              <a:t> </a:t>
            </a:r>
            <a:r>
              <a:rPr lang="en-US" sz="2000" b="1" err="1">
                <a:latin typeface="Montserrat"/>
              </a:rPr>
              <a:t>bibliotek</a:t>
            </a:r>
            <a:endParaRPr lang="en-US" sz="2000" b="1">
              <a:latin typeface="Montserrat"/>
            </a:endParaRPr>
          </a:p>
          <a:p>
            <a:pPr marL="287655" indent="-215900"/>
            <a:r>
              <a:rPr lang="en-US" sz="2000" b="1">
                <a:latin typeface="Montserrat"/>
              </a:rPr>
              <a:t>Timer</a:t>
            </a:r>
          </a:p>
          <a:p>
            <a:pPr marL="287655" indent="-215900"/>
            <a:endParaRPr lang="en-US" sz="2000" b="1">
              <a:latin typeface="Montserrat"/>
            </a:endParaRPr>
          </a:p>
          <a:p>
            <a:pPr marL="287655" indent="-215900"/>
            <a:endParaRPr lang="en-US" sz="2000" b="1">
              <a:latin typeface="Montserrat"/>
            </a:endParaRPr>
          </a:p>
          <a:p>
            <a:pPr marL="287655" indent="-215900"/>
            <a:endParaRPr lang="en-US" sz="2000" b="1">
              <a:latin typeface="Montserrat"/>
            </a:endParaRPr>
          </a:p>
          <a:p>
            <a:pPr marL="611655" lvl="1" indent="-215900"/>
            <a:endParaRPr lang="en-US" sz="1800" b="1">
              <a:latin typeface="Montserrat"/>
            </a:endParaRPr>
          </a:p>
          <a:p>
            <a:pPr marL="287655" indent="-215900"/>
            <a:endParaRPr lang="en-US" sz="2000" b="1">
              <a:latin typeface="Montserrat"/>
            </a:endParaRPr>
          </a:p>
          <a:p>
            <a:pPr marL="287655" indent="-215900"/>
            <a:endParaRPr lang="en-US" sz="2000" b="1">
              <a:latin typeface="Montserrat"/>
            </a:endParaRPr>
          </a:p>
          <a:p>
            <a:pPr marL="287655" indent="-215900"/>
            <a:endParaRPr lang="en-US" sz="2000" b="1">
              <a:latin typeface="Montserrat"/>
            </a:endParaRPr>
          </a:p>
          <a:p>
            <a:pPr marL="287655" indent="-215900"/>
            <a:endParaRPr lang="en-US" sz="2000" b="1">
              <a:latin typeface="Montserrat"/>
            </a:endParaRPr>
          </a:p>
          <a:p>
            <a:pPr marL="287655" indent="-215900"/>
            <a:endParaRPr lang="en-US" sz="2000" b="1">
              <a:latin typeface="Montserrat"/>
            </a:endParaRPr>
          </a:p>
          <a:p>
            <a:pPr marL="287655" indent="-215900"/>
            <a:endParaRPr lang="en-US" sz="2000" b="1">
              <a:latin typeface="Montserrat"/>
            </a:endParaRPr>
          </a:p>
          <a:p>
            <a:pPr marL="287655" indent="-215900"/>
            <a:endParaRPr lang="en-US" sz="2000" b="1">
              <a:latin typeface="Montserrat"/>
            </a:endParaRPr>
          </a:p>
        </p:txBody>
      </p:sp>
      <p:sp>
        <p:nvSpPr>
          <p:cNvPr id="8" name="Rubrik 7">
            <a:extLst>
              <a:ext uri="{FF2B5EF4-FFF2-40B4-BE49-F238E27FC236}">
                <a16:creationId xmlns:a16="http://schemas.microsoft.com/office/drawing/2014/main" id="{1192FDEE-7591-B575-1E46-EBCC88DAA778}"/>
              </a:ext>
            </a:extLst>
          </p:cNvPr>
          <p:cNvSpPr>
            <a:spLocks noGrp="1"/>
          </p:cNvSpPr>
          <p:nvPr>
            <p:ph type="title"/>
          </p:nvPr>
        </p:nvSpPr>
        <p:spPr/>
        <p:txBody>
          <a:bodyPr/>
          <a:lstStyle/>
          <a:p>
            <a:r>
              <a:rPr lang="sv-SE"/>
              <a:t>AGENDA</a:t>
            </a:r>
          </a:p>
        </p:txBody>
      </p:sp>
      <p:pic>
        <p:nvPicPr>
          <p:cNvPr id="6" name="Bild 5">
            <a:extLst>
              <a:ext uri="{FF2B5EF4-FFF2-40B4-BE49-F238E27FC236}">
                <a16:creationId xmlns:a16="http://schemas.microsoft.com/office/drawing/2014/main" id="{5C1F704C-FC1C-6781-AD21-47279F8AA7C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1355" y="1907919"/>
            <a:ext cx="1965290" cy="3042161"/>
          </a:xfrm>
          <a:prstGeom prst="rect">
            <a:avLst/>
          </a:prstGeom>
        </p:spPr>
      </p:pic>
    </p:spTree>
    <p:extLst>
      <p:ext uri="{BB962C8B-B14F-4D97-AF65-F5344CB8AC3E}">
        <p14:creationId xmlns:p14="http://schemas.microsoft.com/office/powerpoint/2010/main" val="258457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B8491C1A-4A41-FA45-4A6C-2B49E981DDDD}"/>
              </a:ext>
            </a:extLst>
          </p:cNvPr>
          <p:cNvSpPr>
            <a:spLocks noGrp="1"/>
          </p:cNvSpPr>
          <p:nvPr>
            <p:ph idx="10"/>
          </p:nvPr>
        </p:nvSpPr>
        <p:spPr/>
        <p:txBody>
          <a:bodyPr/>
          <a:lstStyle/>
          <a:p>
            <a:r>
              <a:rPr lang="sv-SE" b="1"/>
              <a:t>Hittills har vi byggt applikationer</a:t>
            </a:r>
            <a:br>
              <a:rPr lang="sv-SE" b="1"/>
            </a:br>
            <a:endParaRPr lang="sv-SE" b="1"/>
          </a:p>
          <a:p>
            <a:r>
              <a:rPr lang="sv-SE" b="1"/>
              <a:t>Nu ska vi bygga ”bibliotek”</a:t>
            </a:r>
          </a:p>
          <a:p>
            <a:pPr lvl="1"/>
            <a:r>
              <a:rPr lang="sv-SE"/>
              <a:t>Så vi kan använda kod i flera applikationer utan att kompilera om</a:t>
            </a:r>
            <a:br>
              <a:rPr lang="sv-SE"/>
            </a:br>
            <a:endParaRPr lang="sv-SE"/>
          </a:p>
          <a:p>
            <a:r>
              <a:rPr lang="sv-SE" b="1"/>
              <a:t>Sen ska vi börja med ett eget bibliotek</a:t>
            </a:r>
            <a:br>
              <a:rPr lang="sv-SE" b="1"/>
            </a:br>
            <a:endParaRPr lang="sv-SE" b="1"/>
          </a:p>
          <a:p>
            <a:r>
              <a:rPr lang="sv-SE" b="1"/>
              <a:t>Och göra en timer-klass till biblioteket</a:t>
            </a:r>
          </a:p>
          <a:p>
            <a:pPr marL="0" indent="0">
              <a:buNone/>
            </a:pPr>
            <a:endParaRPr lang="sv-SE"/>
          </a:p>
        </p:txBody>
      </p:sp>
      <p:sp>
        <p:nvSpPr>
          <p:cNvPr id="4" name="Rubrik 3">
            <a:extLst>
              <a:ext uri="{FF2B5EF4-FFF2-40B4-BE49-F238E27FC236}">
                <a16:creationId xmlns:a16="http://schemas.microsoft.com/office/drawing/2014/main" id="{D5D894F4-06A9-5F78-961A-B9565FE2017F}"/>
              </a:ext>
            </a:extLst>
          </p:cNvPr>
          <p:cNvSpPr>
            <a:spLocks noGrp="1"/>
          </p:cNvSpPr>
          <p:nvPr>
            <p:ph type="title"/>
          </p:nvPr>
        </p:nvSpPr>
        <p:spPr/>
        <p:txBody>
          <a:bodyPr/>
          <a:lstStyle/>
          <a:p>
            <a:r>
              <a:rPr lang="sv-SE"/>
              <a:t>AGENDA</a:t>
            </a:r>
          </a:p>
        </p:txBody>
      </p:sp>
      <p:pic>
        <p:nvPicPr>
          <p:cNvPr id="7" name="Bild 6">
            <a:extLst>
              <a:ext uri="{FF2B5EF4-FFF2-40B4-BE49-F238E27FC236}">
                <a16:creationId xmlns:a16="http://schemas.microsoft.com/office/drawing/2014/main" id="{E7E8733F-DA12-48AA-A6DD-A84C6D4E68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1355" y="1907919"/>
            <a:ext cx="1965290" cy="3042161"/>
          </a:xfrm>
          <a:prstGeom prst="rect">
            <a:avLst/>
          </a:prstGeom>
        </p:spPr>
      </p:pic>
    </p:spTree>
    <p:extLst>
      <p:ext uri="{BB962C8B-B14F-4D97-AF65-F5344CB8AC3E}">
        <p14:creationId xmlns:p14="http://schemas.microsoft.com/office/powerpoint/2010/main" val="1448956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derrubrik 2">
            <a:extLst>
              <a:ext uri="{FF2B5EF4-FFF2-40B4-BE49-F238E27FC236}">
                <a16:creationId xmlns:a16="http://schemas.microsoft.com/office/drawing/2014/main" id="{A3DFB809-A57F-D522-2FE2-C497E8CAFA45}"/>
              </a:ext>
            </a:extLst>
          </p:cNvPr>
          <p:cNvSpPr>
            <a:spLocks noGrp="1"/>
          </p:cNvSpPr>
          <p:nvPr>
            <p:ph type="subTitle" idx="1"/>
          </p:nvPr>
        </p:nvSpPr>
        <p:spPr/>
        <p:txBody>
          <a:bodyPr/>
          <a:lstStyle/>
          <a:p>
            <a:r>
              <a:rPr lang="sv-SE"/>
              <a:t>Introduktion till C++</a:t>
            </a:r>
          </a:p>
        </p:txBody>
      </p:sp>
      <p:sp>
        <p:nvSpPr>
          <p:cNvPr id="2" name="Rubrik 1">
            <a:extLst>
              <a:ext uri="{FF2B5EF4-FFF2-40B4-BE49-F238E27FC236}">
                <a16:creationId xmlns:a16="http://schemas.microsoft.com/office/drawing/2014/main" id="{14CD90CC-F566-139C-83AF-2EEE7E39B044}"/>
              </a:ext>
            </a:extLst>
          </p:cNvPr>
          <p:cNvSpPr>
            <a:spLocks noGrp="1"/>
          </p:cNvSpPr>
          <p:nvPr>
            <p:ph type="ctrTitle"/>
          </p:nvPr>
        </p:nvSpPr>
        <p:spPr/>
        <p:txBody>
          <a:bodyPr/>
          <a:lstStyle/>
          <a:p>
            <a:r>
              <a:rPr lang="sv-SE"/>
              <a:t>PROGRAMBIBLIOTEK</a:t>
            </a:r>
          </a:p>
        </p:txBody>
      </p:sp>
    </p:spTree>
    <p:extLst>
      <p:ext uri="{BB962C8B-B14F-4D97-AF65-F5344CB8AC3E}">
        <p14:creationId xmlns:p14="http://schemas.microsoft.com/office/powerpoint/2010/main" val="263058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Ett </a:t>
            </a:r>
            <a:r>
              <a:rPr lang="sv-SE" b="1" i="1"/>
              <a:t>bibliotek</a:t>
            </a:r>
            <a:r>
              <a:rPr lang="sv-SE" b="1"/>
              <a:t>, eller </a:t>
            </a:r>
            <a:r>
              <a:rPr lang="sv-SE" b="1" i="1" err="1"/>
              <a:t>library</a:t>
            </a:r>
            <a:r>
              <a:rPr lang="sv-SE" b="1"/>
              <a:t>, är ett stycke kod</a:t>
            </a:r>
            <a:r>
              <a:rPr lang="en-GB" b="1"/>
              <a:t> </a:t>
            </a:r>
            <a:r>
              <a:rPr lang="sv-SE" b="1"/>
              <a:t>gjort för att återanvändas</a:t>
            </a:r>
            <a:br>
              <a:rPr lang="sv-SE" b="1"/>
            </a:br>
            <a:endParaRPr lang="sv-SE" b="1"/>
          </a:p>
          <a:p>
            <a:r>
              <a:rPr lang="sv-SE" b="1"/>
              <a:t>De har oftast två delar:</a:t>
            </a:r>
          </a:p>
          <a:p>
            <a:pPr lvl="1"/>
            <a:r>
              <a:rPr lang="sv-SE" err="1"/>
              <a:t>Header</a:t>
            </a:r>
            <a:r>
              <a:rPr lang="sv-SE"/>
              <a:t>-filer som innehåller gränssnittet för biblioteket</a:t>
            </a:r>
          </a:p>
          <a:p>
            <a:pPr lvl="2"/>
            <a:r>
              <a:rPr lang="sv-SE"/>
              <a:t>Den funktionalitet vi kan använda</a:t>
            </a:r>
          </a:p>
          <a:p>
            <a:pPr lvl="1"/>
            <a:r>
              <a:rPr lang="sv-SE"/>
              <a:t>En förkompilerad binärfil som innehåller implementationen av funktionaliteten</a:t>
            </a:r>
          </a:p>
          <a:p>
            <a:pPr lvl="2"/>
            <a:r>
              <a:rPr lang="sv-SE"/>
              <a:t>Kortare kompileringstid – de ska inte ändras så ofta så då behöver de inte kompileras om hela tiden</a:t>
            </a:r>
          </a:p>
          <a:p>
            <a:pPr lvl="2"/>
            <a:r>
              <a:rPr lang="sv-SE"/>
              <a:t>Implementationen kan gömmas om det behövs</a:t>
            </a:r>
            <a:br>
              <a:rPr lang="sv-SE"/>
            </a:br>
            <a:endParaRPr lang="sv-SE"/>
          </a:p>
          <a:p>
            <a:r>
              <a:rPr lang="sv-SE" b="1"/>
              <a:t>Ett bibliotek kan ha flera </a:t>
            </a:r>
            <a:r>
              <a:rPr lang="sv-SE" b="1" err="1"/>
              <a:t>header</a:t>
            </a:r>
            <a:r>
              <a:rPr lang="sv-SE" b="1"/>
              <a:t>-filer och/eller binär-filer</a:t>
            </a:r>
          </a:p>
          <a:p>
            <a:endParaRPr lang="sv-SE"/>
          </a:p>
          <a:p>
            <a:pPr lvl="1"/>
            <a:endParaRPr lang="sv-SE"/>
          </a:p>
          <a:p>
            <a:pPr lvl="1"/>
            <a:endParaRPr lang="sv-SE"/>
          </a:p>
          <a:p>
            <a:pPr lvl="1"/>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PROGRAMBIBLIOTEK</a:t>
            </a:r>
          </a:p>
        </p:txBody>
      </p:sp>
    </p:spTree>
    <p:extLst>
      <p:ext uri="{BB962C8B-B14F-4D97-AF65-F5344CB8AC3E}">
        <p14:creationId xmlns:p14="http://schemas.microsoft.com/office/powerpoint/2010/main" val="1649476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Två typer av bibliotek:</a:t>
            </a:r>
          </a:p>
          <a:p>
            <a:pPr lvl="1"/>
            <a:r>
              <a:rPr lang="sv-SE"/>
              <a:t>Statiska bibliotek </a:t>
            </a:r>
          </a:p>
          <a:p>
            <a:pPr lvl="1"/>
            <a:r>
              <a:rPr lang="sv-SE"/>
              <a:t>Dynamiska bibliotek </a:t>
            </a:r>
          </a:p>
          <a:p>
            <a:pPr lvl="2"/>
            <a:r>
              <a:rPr lang="sv-SE"/>
              <a:t>kallas också för </a:t>
            </a:r>
            <a:r>
              <a:rPr lang="sv-SE" i="1"/>
              <a:t>delade (</a:t>
            </a:r>
            <a:r>
              <a:rPr lang="sv-SE" i="1" err="1"/>
              <a:t>shared</a:t>
            </a:r>
            <a:r>
              <a:rPr lang="sv-SE" i="1"/>
              <a:t>) bibliotek</a:t>
            </a:r>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PROGRAMBIBLIOTEK</a:t>
            </a:r>
          </a:p>
        </p:txBody>
      </p:sp>
    </p:spTree>
    <p:extLst>
      <p:ext uri="{BB962C8B-B14F-4D97-AF65-F5344CB8AC3E}">
        <p14:creationId xmlns:p14="http://schemas.microsoft.com/office/powerpoint/2010/main" val="1991111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solidFill>
                  <a:schemeClr val="tx1"/>
                </a:solidFill>
              </a:rPr>
              <a:t>STATISKA BIBLIOTEK</a:t>
            </a:r>
          </a:p>
        </p:txBody>
      </p:sp>
      <p:sp>
        <p:nvSpPr>
          <p:cNvPr id="10" name="Platshållare för text 9">
            <a:extLst>
              <a:ext uri="{FF2B5EF4-FFF2-40B4-BE49-F238E27FC236}">
                <a16:creationId xmlns:a16="http://schemas.microsoft.com/office/drawing/2014/main" id="{135CE206-CF30-0AA0-E9B8-F6AFBE658706}"/>
              </a:ext>
            </a:extLst>
          </p:cNvPr>
          <p:cNvSpPr>
            <a:spLocks noGrp="1"/>
          </p:cNvSpPr>
          <p:nvPr>
            <p:ph type="body" sz="quarter" idx="15"/>
          </p:nvPr>
        </p:nvSpPr>
        <p:spPr>
          <a:xfrm>
            <a:off x="466944" y="1459345"/>
            <a:ext cx="11264656" cy="1220483"/>
          </a:xfrm>
        </p:spPr>
        <p:txBody>
          <a:bodyPr>
            <a:normAutofit/>
          </a:bodyPr>
          <a:lstStyle/>
          <a:p>
            <a:pPr marL="285750" indent="-285750">
              <a:buFont typeface="Arial" panose="020B0604020202020204" pitchFamily="34" charset="0"/>
              <a:buChar char="•"/>
            </a:pPr>
            <a:r>
              <a:rPr lang="sv-SE">
                <a:latin typeface="Montserrat" pitchFamily="2" charset="77"/>
              </a:rPr>
              <a:t>Inkluderas i vårt program i </a:t>
            </a:r>
            <a:r>
              <a:rPr lang="sv-SE" err="1">
                <a:latin typeface="Montserrat" pitchFamily="2" charset="77"/>
              </a:rPr>
              <a:t>compile</a:t>
            </a:r>
            <a:r>
              <a:rPr lang="sv-SE">
                <a:latin typeface="Montserrat" pitchFamily="2" charset="77"/>
              </a:rPr>
              <a:t> </a:t>
            </a:r>
            <a:r>
              <a:rPr lang="sv-SE" err="1">
                <a:latin typeface="Montserrat" pitchFamily="2" charset="77"/>
              </a:rPr>
              <a:t>time</a:t>
            </a:r>
            <a:r>
              <a:rPr lang="sv-SE">
                <a:latin typeface="Montserrat" pitchFamily="2" charset="77"/>
              </a:rPr>
              <a:t>, dvs. de blir en del av vår .</a:t>
            </a:r>
            <a:r>
              <a:rPr lang="sv-SE" err="1">
                <a:latin typeface="Montserrat" pitchFamily="2" charset="77"/>
              </a:rPr>
              <a:t>exe</a:t>
            </a:r>
            <a:endParaRPr lang="sv-SE">
              <a:latin typeface="Montserrat" pitchFamily="2" charset="77"/>
            </a:endParaRPr>
          </a:p>
          <a:p>
            <a:pPr marL="612000" lvl="1" indent="-216000">
              <a:buFont typeface="Systemtypsnitt normalt"/>
              <a:buChar char="⎯"/>
            </a:pPr>
            <a:r>
              <a:rPr lang="sv-SE" sz="1400" b="0"/>
              <a:t>Kopieras in</a:t>
            </a:r>
          </a:p>
          <a:p>
            <a:pPr marL="285750" indent="-285750">
              <a:buFont typeface="Arial" panose="020B0604020202020204" pitchFamily="34" charset="0"/>
              <a:buChar char="•"/>
            </a:pPr>
            <a:r>
              <a:rPr lang="sv-SE">
                <a:latin typeface="Montserrat" pitchFamily="2" charset="77"/>
              </a:rPr>
              <a:t>Har oftast filtillägget .</a:t>
            </a:r>
            <a:r>
              <a:rPr lang="sv-SE" err="1">
                <a:latin typeface="Montserrat" pitchFamily="2" charset="77"/>
              </a:rPr>
              <a:t>lib</a:t>
            </a:r>
            <a:r>
              <a:rPr lang="sv-SE">
                <a:latin typeface="Montserrat" pitchFamily="2" charset="77"/>
              </a:rPr>
              <a:t> på Windows (.a på Linux)</a:t>
            </a:r>
          </a:p>
        </p:txBody>
      </p:sp>
      <p:sp>
        <p:nvSpPr>
          <p:cNvPr id="12" name="Platshållare för innehåll 11">
            <a:extLst>
              <a:ext uri="{FF2B5EF4-FFF2-40B4-BE49-F238E27FC236}">
                <a16:creationId xmlns:a16="http://schemas.microsoft.com/office/drawing/2014/main" id="{BC772C31-9B30-8E2D-2D36-C873E03A64B4}"/>
              </a:ext>
            </a:extLst>
          </p:cNvPr>
          <p:cNvSpPr>
            <a:spLocks noGrp="1"/>
          </p:cNvSpPr>
          <p:nvPr>
            <p:ph sz="quarter" idx="18"/>
          </p:nvPr>
        </p:nvSpPr>
        <p:spPr/>
        <p:txBody>
          <a:bodyPr/>
          <a:lstStyle/>
          <a:p>
            <a:pPr marL="72000" indent="0">
              <a:buNone/>
            </a:pPr>
            <a:r>
              <a:rPr lang="sv-SE" sz="1600" b="1" err="1">
                <a:solidFill>
                  <a:srgbClr val="FF0000"/>
                </a:solidFill>
              </a:rPr>
              <a:t>Cons</a:t>
            </a:r>
            <a:endParaRPr lang="sv-SE" sz="1600" b="1">
              <a:solidFill>
                <a:srgbClr val="FF0000"/>
              </a:solidFill>
            </a:endParaRPr>
          </a:p>
          <a:p>
            <a:r>
              <a:rPr lang="sv-SE"/>
              <a:t>Större .</a:t>
            </a:r>
            <a:r>
              <a:rPr lang="sv-SE" err="1"/>
              <a:t>exe</a:t>
            </a:r>
            <a:r>
              <a:rPr lang="sv-SE"/>
              <a:t>-filer</a:t>
            </a:r>
          </a:p>
          <a:p>
            <a:r>
              <a:rPr lang="sv-SE"/>
              <a:t>Ny version innebär ny .</a:t>
            </a:r>
            <a:r>
              <a:rPr lang="sv-SE" err="1"/>
              <a:t>exe</a:t>
            </a:r>
            <a:r>
              <a:rPr lang="sv-SE"/>
              <a:t>-fil</a:t>
            </a:r>
          </a:p>
          <a:p>
            <a:r>
              <a:rPr lang="sv-SE"/>
              <a:t>Dvs koden måste kompileras om</a:t>
            </a:r>
          </a:p>
          <a:p>
            <a:r>
              <a:rPr lang="sv-SE"/>
              <a:t>Biblioteket måste laddas in i minnet av varje program som använder det</a:t>
            </a:r>
          </a:p>
        </p:txBody>
      </p:sp>
      <p:pic>
        <p:nvPicPr>
          <p:cNvPr id="7" name="Picture 2" descr="http://www.bogotobogo.com/cplusplus/images/libraries/StaticLibraryLink.png">
            <a:extLst>
              <a:ext uri="{FF2B5EF4-FFF2-40B4-BE49-F238E27FC236}">
                <a16:creationId xmlns:a16="http://schemas.microsoft.com/office/drawing/2014/main" id="{9C35810E-55D5-48A6-8F83-14979224F2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156" y="4474232"/>
            <a:ext cx="3867150" cy="1390650"/>
          </a:xfrm>
          <a:prstGeom prst="rect">
            <a:avLst/>
          </a:prstGeom>
          <a:noFill/>
          <a:extLst>
            <a:ext uri="{909E8E84-426E-40DD-AFC4-6F175D3DCCD1}">
              <a14:hiddenFill xmlns:a14="http://schemas.microsoft.com/office/drawing/2010/main">
                <a:solidFill>
                  <a:srgbClr val="FFFFFF"/>
                </a:solidFill>
              </a14:hiddenFill>
            </a:ext>
          </a:extLst>
        </p:spPr>
      </p:pic>
      <p:sp>
        <p:nvSpPr>
          <p:cNvPr id="14" name="Platshållare för innehåll 13">
            <a:extLst>
              <a:ext uri="{FF2B5EF4-FFF2-40B4-BE49-F238E27FC236}">
                <a16:creationId xmlns:a16="http://schemas.microsoft.com/office/drawing/2014/main" id="{914D2558-E1A6-EE95-399B-68BB8EF4E1E3}"/>
              </a:ext>
            </a:extLst>
          </p:cNvPr>
          <p:cNvSpPr>
            <a:spLocks noGrp="1"/>
          </p:cNvSpPr>
          <p:nvPr>
            <p:ph sz="quarter" idx="16"/>
          </p:nvPr>
        </p:nvSpPr>
        <p:spPr>
          <a:xfrm>
            <a:off x="479469" y="2963846"/>
            <a:ext cx="5468525" cy="2736000"/>
          </a:xfrm>
        </p:spPr>
        <p:txBody>
          <a:bodyPr/>
          <a:lstStyle/>
          <a:p>
            <a:pPr marL="72000" indent="0">
              <a:buNone/>
            </a:pPr>
            <a:r>
              <a:rPr lang="sv-SE" sz="1600" b="1" err="1">
                <a:solidFill>
                  <a:srgbClr val="00B050"/>
                </a:solidFill>
              </a:rPr>
              <a:t>Pros</a:t>
            </a:r>
            <a:endParaRPr lang="sv-SE" sz="1600" b="1">
              <a:solidFill>
                <a:srgbClr val="00B050"/>
              </a:solidFill>
            </a:endParaRPr>
          </a:p>
          <a:p>
            <a:r>
              <a:rPr lang="sv-SE"/>
              <a:t>Garanterat rätt version</a:t>
            </a:r>
          </a:p>
          <a:p>
            <a:r>
              <a:rPr lang="sv-SE">
                <a:solidFill>
                  <a:schemeClr val="tx1"/>
                </a:solidFill>
              </a:rPr>
              <a:t>Delar vi vårt program kommer den automatiskt med också</a:t>
            </a:r>
          </a:p>
        </p:txBody>
      </p:sp>
    </p:spTree>
    <p:extLst>
      <p:ext uri="{BB962C8B-B14F-4D97-AF65-F5344CB8AC3E}">
        <p14:creationId xmlns:p14="http://schemas.microsoft.com/office/powerpoint/2010/main" val="197985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2" grpId="0" uiExpand="1" build="p"/>
      <p:bldP spid="1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A22DC-B31C-BBD2-83AA-EEA361844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0AF18-58A7-9B23-11D0-886D63D74645}"/>
              </a:ext>
            </a:extLst>
          </p:cNvPr>
          <p:cNvSpPr>
            <a:spLocks noGrp="1"/>
          </p:cNvSpPr>
          <p:nvPr>
            <p:ph type="title"/>
          </p:nvPr>
        </p:nvSpPr>
        <p:spPr/>
        <p:txBody>
          <a:bodyPr/>
          <a:lstStyle/>
          <a:p>
            <a:r>
              <a:rPr lang="sv-SE">
                <a:solidFill>
                  <a:schemeClr val="tx1"/>
                </a:solidFill>
              </a:rPr>
              <a:t>DYNAMISKA BIBLIOTEK</a:t>
            </a:r>
          </a:p>
        </p:txBody>
      </p:sp>
      <p:sp>
        <p:nvSpPr>
          <p:cNvPr id="10" name="Platshållare för text 9">
            <a:extLst>
              <a:ext uri="{FF2B5EF4-FFF2-40B4-BE49-F238E27FC236}">
                <a16:creationId xmlns:a16="http://schemas.microsoft.com/office/drawing/2014/main" id="{5B6E665B-F3CA-7C34-3B19-FCD3B9080C19}"/>
              </a:ext>
            </a:extLst>
          </p:cNvPr>
          <p:cNvSpPr>
            <a:spLocks noGrp="1"/>
          </p:cNvSpPr>
          <p:nvPr>
            <p:ph type="body" sz="quarter" idx="15"/>
          </p:nvPr>
        </p:nvSpPr>
        <p:spPr>
          <a:xfrm>
            <a:off x="466944" y="1459345"/>
            <a:ext cx="11264656" cy="1220483"/>
          </a:xfrm>
        </p:spPr>
        <p:txBody>
          <a:bodyPr>
            <a:noAutofit/>
          </a:bodyPr>
          <a:lstStyle/>
          <a:p>
            <a:pPr marL="285750" indent="-285750">
              <a:buFont typeface="Arial" panose="020B0604020202020204" pitchFamily="34" charset="0"/>
              <a:buChar char="•"/>
            </a:pPr>
            <a:r>
              <a:rPr lang="sv-SE">
                <a:latin typeface="Montserrat" pitchFamily="2" charset="77"/>
              </a:rPr>
              <a:t>Inkluderas i vårt program i </a:t>
            </a:r>
            <a:r>
              <a:rPr lang="sv-SE" err="1">
                <a:latin typeface="Montserrat" pitchFamily="2" charset="77"/>
              </a:rPr>
              <a:t>run</a:t>
            </a:r>
            <a:r>
              <a:rPr lang="sv-SE">
                <a:latin typeface="Montserrat" pitchFamily="2" charset="77"/>
              </a:rPr>
              <a:t> </a:t>
            </a:r>
            <a:r>
              <a:rPr lang="sv-SE" err="1">
                <a:latin typeface="Montserrat" pitchFamily="2" charset="77"/>
              </a:rPr>
              <a:t>time</a:t>
            </a:r>
            <a:endParaRPr lang="sv-SE">
              <a:latin typeface="Montserrat" pitchFamily="2" charset="77"/>
            </a:endParaRPr>
          </a:p>
          <a:p>
            <a:pPr marL="612000" lvl="1" indent="-216000">
              <a:buFont typeface="Systemtypsnitt normalt"/>
              <a:buChar char="⎯"/>
            </a:pPr>
            <a:r>
              <a:rPr lang="sv-SE" sz="1400" b="0"/>
              <a:t>Måste därför laddas explicit med kod</a:t>
            </a:r>
          </a:p>
          <a:p>
            <a:pPr marL="612000" lvl="1" indent="-216000">
              <a:buFont typeface="Systemtypsnitt normalt"/>
              <a:buChar char="⎯"/>
            </a:pPr>
            <a:r>
              <a:rPr lang="sv-SE" sz="1400" b="0"/>
              <a:t>Kan göras med hjälp av ett importbibliotek</a:t>
            </a:r>
          </a:p>
          <a:p>
            <a:pPr marL="285750" indent="-285750">
              <a:buFont typeface="Arial" panose="020B0604020202020204" pitchFamily="34" charset="0"/>
              <a:buChar char="•"/>
            </a:pPr>
            <a:r>
              <a:rPr lang="sv-SE">
                <a:latin typeface="Montserrat" pitchFamily="2" charset="77"/>
              </a:rPr>
              <a:t>Har oftast filtillägget .dll på Windows (.so på Linux)</a:t>
            </a:r>
          </a:p>
        </p:txBody>
      </p:sp>
      <p:sp>
        <p:nvSpPr>
          <p:cNvPr id="12" name="Platshållare för innehåll 11">
            <a:extLst>
              <a:ext uri="{FF2B5EF4-FFF2-40B4-BE49-F238E27FC236}">
                <a16:creationId xmlns:a16="http://schemas.microsoft.com/office/drawing/2014/main" id="{DB965056-6CE6-01B7-663A-C812DE707357}"/>
              </a:ext>
            </a:extLst>
          </p:cNvPr>
          <p:cNvSpPr>
            <a:spLocks noGrp="1"/>
          </p:cNvSpPr>
          <p:nvPr>
            <p:ph sz="quarter" idx="18"/>
          </p:nvPr>
        </p:nvSpPr>
        <p:spPr/>
        <p:txBody>
          <a:bodyPr/>
          <a:lstStyle/>
          <a:p>
            <a:pPr marL="72000" indent="0">
              <a:buNone/>
            </a:pPr>
            <a:r>
              <a:rPr lang="sv-SE" sz="1600" b="1" err="1">
                <a:solidFill>
                  <a:srgbClr val="FF0000"/>
                </a:solidFill>
              </a:rPr>
              <a:t>Cons</a:t>
            </a:r>
            <a:endParaRPr lang="sv-SE" sz="1600" b="1">
              <a:solidFill>
                <a:srgbClr val="FF0000"/>
              </a:solidFill>
            </a:endParaRPr>
          </a:p>
          <a:p>
            <a:r>
              <a:rPr lang="sv-SE"/>
              <a:t>Måste laddas explicit</a:t>
            </a:r>
          </a:p>
          <a:p>
            <a:r>
              <a:rPr lang="sv-SE"/>
              <a:t>.</a:t>
            </a:r>
            <a:r>
              <a:rPr lang="sv-SE" err="1"/>
              <a:t>dll-filen</a:t>
            </a:r>
            <a:r>
              <a:rPr lang="sv-SE"/>
              <a:t> måste delas tillsammans med vårt program annars kör det inte</a:t>
            </a:r>
          </a:p>
          <a:p>
            <a:r>
              <a:rPr lang="sv-SE"/>
              <a:t>Svårt med versioner</a:t>
            </a:r>
          </a:p>
        </p:txBody>
      </p:sp>
      <p:sp>
        <p:nvSpPr>
          <p:cNvPr id="14" name="Platshållare för innehåll 13">
            <a:extLst>
              <a:ext uri="{FF2B5EF4-FFF2-40B4-BE49-F238E27FC236}">
                <a16:creationId xmlns:a16="http://schemas.microsoft.com/office/drawing/2014/main" id="{7F0506A9-93B5-0DED-95D0-3F0DB4F7B07B}"/>
              </a:ext>
            </a:extLst>
          </p:cNvPr>
          <p:cNvSpPr>
            <a:spLocks noGrp="1"/>
          </p:cNvSpPr>
          <p:nvPr>
            <p:ph sz="quarter" idx="16"/>
          </p:nvPr>
        </p:nvSpPr>
        <p:spPr>
          <a:xfrm>
            <a:off x="479469" y="2963846"/>
            <a:ext cx="5468525" cy="2736000"/>
          </a:xfrm>
        </p:spPr>
        <p:txBody>
          <a:bodyPr/>
          <a:lstStyle/>
          <a:p>
            <a:pPr marL="72000" indent="0">
              <a:buNone/>
            </a:pPr>
            <a:r>
              <a:rPr lang="sv-SE" sz="1600" b="1" err="1">
                <a:solidFill>
                  <a:srgbClr val="00B050"/>
                </a:solidFill>
              </a:rPr>
              <a:t>Pros</a:t>
            </a:r>
            <a:endParaRPr lang="sv-SE" sz="1600" b="1">
              <a:solidFill>
                <a:srgbClr val="00B050"/>
              </a:solidFill>
            </a:endParaRPr>
          </a:p>
          <a:p>
            <a:r>
              <a:rPr lang="sv-SE"/>
              <a:t>Många program kan använda samma kopia av biblioteket</a:t>
            </a:r>
          </a:p>
          <a:p>
            <a:r>
              <a:rPr lang="sv-SE"/>
              <a:t>Lätt att uppgradera till en nyare version – bara byt .</a:t>
            </a:r>
            <a:r>
              <a:rPr lang="sv-SE" err="1"/>
              <a:t>dll-filen</a:t>
            </a:r>
            <a:endParaRPr lang="sv-SE"/>
          </a:p>
        </p:txBody>
      </p:sp>
      <p:pic>
        <p:nvPicPr>
          <p:cNvPr id="3" name="Picture 2" descr="http://www.bogotobogo.com/cplusplus/images/libraries/DynamicLibraryLink.png">
            <a:extLst>
              <a:ext uri="{FF2B5EF4-FFF2-40B4-BE49-F238E27FC236}">
                <a16:creationId xmlns:a16="http://schemas.microsoft.com/office/drawing/2014/main" id="{500D72CC-4131-2C20-34FE-160992A14B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156" y="4783707"/>
            <a:ext cx="3867150" cy="139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50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2" grpId="0" build="p"/>
      <p:bldP spid="1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IMPORTBIBLIOTEK</a:t>
            </a:r>
          </a:p>
        </p:txBody>
      </p:sp>
      <p:sp>
        <p:nvSpPr>
          <p:cNvPr id="5" name="Platshållare för innehåll 4">
            <a:extLst>
              <a:ext uri="{FF2B5EF4-FFF2-40B4-BE49-F238E27FC236}">
                <a16:creationId xmlns:a16="http://schemas.microsoft.com/office/drawing/2014/main" id="{1C985B9D-AFBE-2BE8-0903-C604A83EF1CF}"/>
              </a:ext>
            </a:extLst>
          </p:cNvPr>
          <p:cNvSpPr>
            <a:spLocks noGrp="1"/>
          </p:cNvSpPr>
          <p:nvPr>
            <p:ph idx="1"/>
          </p:nvPr>
        </p:nvSpPr>
        <p:spPr>
          <a:xfrm>
            <a:off x="413629" y="1505666"/>
            <a:ext cx="11298946" cy="4479498"/>
          </a:xfrm>
        </p:spPr>
        <p:txBody>
          <a:bodyPr>
            <a:normAutofit fontScale="92500" lnSpcReduction="20000"/>
          </a:bodyPr>
          <a:lstStyle/>
          <a:p>
            <a:r>
              <a:rPr lang="sv-SE" b="1"/>
              <a:t>På Windows finns två sätt att ladda .dll</a:t>
            </a:r>
            <a:br>
              <a:rPr lang="sv-SE" b="1"/>
            </a:br>
            <a:endParaRPr lang="sv-SE" b="1"/>
          </a:p>
          <a:p>
            <a:r>
              <a:rPr lang="sv-SE" b="1"/>
              <a:t>Implicit länkning (använder importbibliotek)</a:t>
            </a:r>
          </a:p>
          <a:p>
            <a:pPr lvl="1"/>
            <a:r>
              <a:rPr lang="sv-SE"/>
              <a:t>Heter också .</a:t>
            </a:r>
            <a:r>
              <a:rPr lang="sv-SE" err="1"/>
              <a:t>lib</a:t>
            </a:r>
            <a:r>
              <a:rPr lang="sv-SE"/>
              <a:t> </a:t>
            </a:r>
          </a:p>
          <a:p>
            <a:pPr lvl="2"/>
            <a:r>
              <a:rPr lang="sv-SE"/>
              <a:t>Men är inte ett statiskt bibliotek, bara samma namn</a:t>
            </a:r>
          </a:p>
          <a:p>
            <a:pPr lvl="1"/>
            <a:r>
              <a:rPr lang="sv-SE"/>
              <a:t>Hjälper </a:t>
            </a:r>
            <a:r>
              <a:rPr lang="sv-SE" err="1"/>
              <a:t>länkaren</a:t>
            </a:r>
            <a:r>
              <a:rPr lang="sv-SE"/>
              <a:t> att koppla vårt program och dll</a:t>
            </a:r>
          </a:p>
          <a:p>
            <a:pPr lvl="2"/>
            <a:r>
              <a:rPr lang="sv-SE"/>
              <a:t>För att symbolerna inte ligger i vår kod</a:t>
            </a:r>
          </a:p>
          <a:p>
            <a:pPr lvl="1"/>
            <a:r>
              <a:rPr lang="sv-SE"/>
              <a:t>Har IAT (Import </a:t>
            </a:r>
            <a:r>
              <a:rPr lang="sv-SE" err="1"/>
              <a:t>Address</a:t>
            </a:r>
            <a:r>
              <a:rPr lang="sv-SE"/>
              <a:t> Table)</a:t>
            </a:r>
          </a:p>
          <a:p>
            <a:pPr lvl="2"/>
            <a:r>
              <a:rPr lang="sv-SE"/>
              <a:t>För automatisera kopplingen till symboler</a:t>
            </a:r>
            <a:br>
              <a:rPr lang="sv-SE"/>
            </a:br>
            <a:endParaRPr lang="sv-SE"/>
          </a:p>
          <a:p>
            <a:r>
              <a:rPr lang="sv-SE" b="1"/>
              <a:t>Explicit länkning</a:t>
            </a:r>
          </a:p>
          <a:p>
            <a:pPr lvl="1"/>
            <a:r>
              <a:rPr lang="sv-SE"/>
              <a:t>Laddar symboler genom anrop till</a:t>
            </a:r>
          </a:p>
          <a:p>
            <a:pPr lvl="2"/>
            <a:r>
              <a:rPr lang="sv-SE" err="1"/>
              <a:t>LoadLibrary</a:t>
            </a:r>
            <a:r>
              <a:rPr lang="sv-SE"/>
              <a:t> - för att ladda själva </a:t>
            </a:r>
            <a:r>
              <a:rPr lang="sv-SE" err="1"/>
              <a:t>dll-filen</a:t>
            </a:r>
            <a:endParaRPr lang="sv-SE"/>
          </a:p>
          <a:p>
            <a:pPr lvl="2"/>
            <a:r>
              <a:rPr lang="sv-SE" err="1"/>
              <a:t>GetProcAddress</a:t>
            </a:r>
            <a:r>
              <a:rPr lang="sv-SE"/>
              <a:t> - För att binda symboler för funktioner</a:t>
            </a:r>
          </a:p>
          <a:p>
            <a:pPr lvl="1"/>
            <a:r>
              <a:rPr lang="sv-SE"/>
              <a:t>Behöver inte en extra .</a:t>
            </a:r>
            <a:r>
              <a:rPr lang="sv-SE" err="1"/>
              <a:t>lib</a:t>
            </a:r>
            <a:r>
              <a:rPr lang="sv-SE"/>
              <a:t>-fil</a:t>
            </a:r>
          </a:p>
          <a:p>
            <a:pPr lvl="1"/>
            <a:r>
              <a:rPr lang="sv-SE"/>
              <a:t>Mer flexibelt då vi kan ladda dll vid behov</a:t>
            </a:r>
          </a:p>
          <a:p>
            <a:endParaRPr lang="sv-SE"/>
          </a:p>
        </p:txBody>
      </p:sp>
      <p:pic>
        <p:nvPicPr>
          <p:cNvPr id="7" name="Bild 6">
            <a:extLst>
              <a:ext uri="{FF2B5EF4-FFF2-40B4-BE49-F238E27FC236}">
                <a16:creationId xmlns:a16="http://schemas.microsoft.com/office/drawing/2014/main" id="{81FF1D34-0B2F-6BFD-078C-D453AE542B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21758" y="0"/>
            <a:ext cx="7397393" cy="6858000"/>
          </a:xfrm>
          <a:prstGeom prst="rect">
            <a:avLst/>
          </a:prstGeom>
        </p:spPr>
      </p:pic>
    </p:spTree>
    <p:extLst>
      <p:ext uri="{BB962C8B-B14F-4D97-AF65-F5344CB8AC3E}">
        <p14:creationId xmlns:p14="http://schemas.microsoft.com/office/powerpoint/2010/main" val="863043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STATISKA VS. DYNAMISKA BIBLIOTEK</a:t>
            </a:r>
          </a:p>
        </p:txBody>
      </p:sp>
      <p:pic>
        <p:nvPicPr>
          <p:cNvPr id="6" name="Picture 2" descr="http://www.bogotobogo.com/cplusplus/images/libraries/static_vs_dynamic_1.png">
            <a:extLst>
              <a:ext uri="{FF2B5EF4-FFF2-40B4-BE49-F238E27FC236}">
                <a16:creationId xmlns:a16="http://schemas.microsoft.com/office/drawing/2014/main" id="{86C1A2B3-0746-40E3-BB97-A1FC121D7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4997" y="1209367"/>
            <a:ext cx="7822005" cy="4720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163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94BBA-2D11-10B3-0370-6C8CD34D066A}"/>
            </a:ext>
          </a:extLst>
        </p:cNvPr>
        <p:cNvGrpSpPr/>
        <p:nvPr/>
      </p:nvGrpSpPr>
      <p:grpSpPr>
        <a:xfrm>
          <a:off x="0" y="0"/>
          <a:ext cx="0" cy="0"/>
          <a:chOff x="0" y="0"/>
          <a:chExt cx="0" cy="0"/>
        </a:xfrm>
      </p:grpSpPr>
      <p:sp>
        <p:nvSpPr>
          <p:cNvPr id="3" name="Underrubrik 2">
            <a:extLst>
              <a:ext uri="{FF2B5EF4-FFF2-40B4-BE49-F238E27FC236}">
                <a16:creationId xmlns:a16="http://schemas.microsoft.com/office/drawing/2014/main" id="{B7D3072E-6795-F40B-E3FA-FD8DD33A0BF5}"/>
              </a:ext>
            </a:extLst>
          </p:cNvPr>
          <p:cNvSpPr>
            <a:spLocks noGrp="1"/>
          </p:cNvSpPr>
          <p:nvPr>
            <p:ph type="subTitle" idx="1"/>
          </p:nvPr>
        </p:nvSpPr>
        <p:spPr/>
        <p:txBody>
          <a:bodyPr/>
          <a:lstStyle/>
          <a:p>
            <a:r>
              <a:rPr lang="sv-SE"/>
              <a:t>Introduktion till C++</a:t>
            </a:r>
          </a:p>
        </p:txBody>
      </p:sp>
      <p:sp>
        <p:nvSpPr>
          <p:cNvPr id="2" name="Rubrik 1">
            <a:extLst>
              <a:ext uri="{FF2B5EF4-FFF2-40B4-BE49-F238E27FC236}">
                <a16:creationId xmlns:a16="http://schemas.microsoft.com/office/drawing/2014/main" id="{106D1A7F-409C-6AA9-8FF1-4DC5A8470BEA}"/>
              </a:ext>
            </a:extLst>
          </p:cNvPr>
          <p:cNvSpPr>
            <a:spLocks noGrp="1"/>
          </p:cNvSpPr>
          <p:nvPr>
            <p:ph type="ctrTitle"/>
          </p:nvPr>
        </p:nvSpPr>
        <p:spPr/>
        <p:txBody>
          <a:bodyPr/>
          <a:lstStyle/>
          <a:p>
            <a:r>
              <a:rPr lang="sv-SE"/>
              <a:t>PROJEKT-INSTÄLLNINGAR</a:t>
            </a:r>
          </a:p>
        </p:txBody>
      </p:sp>
    </p:spTree>
    <p:extLst>
      <p:ext uri="{BB962C8B-B14F-4D97-AF65-F5344CB8AC3E}">
        <p14:creationId xmlns:p14="http://schemas.microsoft.com/office/powerpoint/2010/main" val="3789917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a:xfrm>
            <a:off x="413629" y="2240280"/>
            <a:ext cx="6655765" cy="3457257"/>
          </a:xfrm>
        </p:spPr>
        <p:txBody>
          <a:bodyPr>
            <a:normAutofit/>
          </a:bodyPr>
          <a:lstStyle/>
          <a:p>
            <a:r>
              <a:rPr lang="sv-SE" b="1"/>
              <a:t>Vi öppnar inställningarna för ett projekt genom att högerklicka på det i Solution Explorer och välj </a:t>
            </a:r>
            <a:r>
              <a:rPr lang="sv-SE" b="1" i="1" err="1"/>
              <a:t>Properties</a:t>
            </a:r>
            <a:r>
              <a:rPr lang="sv-SE" b="1"/>
              <a:t> näst sist på listan</a:t>
            </a:r>
          </a:p>
          <a:p>
            <a:endParaRPr lang="sv-SE" b="1"/>
          </a:p>
          <a:p>
            <a:r>
              <a:rPr lang="sv-SE" b="1"/>
              <a:t>Då öppnas en ny ruta där vi har </a:t>
            </a:r>
            <a:r>
              <a:rPr lang="sv-SE" b="1" i="1"/>
              <a:t>massor</a:t>
            </a:r>
            <a:r>
              <a:rPr lang="sv-SE" b="1"/>
              <a:t> med inställningar</a:t>
            </a:r>
          </a:p>
          <a:p>
            <a:pPr lvl="1"/>
            <a:r>
              <a:rPr lang="sv-SE"/>
              <a:t>Rekommenderat att kolla in dem och bekanta sig med vad som finns</a:t>
            </a:r>
          </a:p>
          <a:p>
            <a:pPr lvl="1"/>
            <a:r>
              <a:rPr lang="sv-SE"/>
              <a:t>Ni kommer att använda få av dem</a:t>
            </a:r>
          </a:p>
          <a:p>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pic>
        <p:nvPicPr>
          <p:cNvPr id="3" name="Bildobjekt 2">
            <a:extLst>
              <a:ext uri="{FF2B5EF4-FFF2-40B4-BE49-F238E27FC236}">
                <a16:creationId xmlns:a16="http://schemas.microsoft.com/office/drawing/2014/main" id="{3CA75210-26D3-4B31-8CE2-65AE84EEAB64}"/>
              </a:ext>
            </a:extLst>
          </p:cNvPr>
          <p:cNvPicPr>
            <a:picLocks noChangeAspect="1"/>
          </p:cNvPicPr>
          <p:nvPr/>
        </p:nvPicPr>
        <p:blipFill>
          <a:blip r:embed="rId3"/>
          <a:stretch>
            <a:fillRect/>
          </a:stretch>
        </p:blipFill>
        <p:spPr>
          <a:xfrm>
            <a:off x="8239852" y="714859"/>
            <a:ext cx="2738374" cy="5428281"/>
          </a:xfrm>
          <a:prstGeom prst="rect">
            <a:avLst/>
          </a:prstGeom>
        </p:spPr>
      </p:pic>
    </p:spTree>
    <p:extLst>
      <p:ext uri="{BB962C8B-B14F-4D97-AF65-F5344CB8AC3E}">
        <p14:creationId xmlns:p14="http://schemas.microsoft.com/office/powerpoint/2010/main" val="1440790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fade">
                                      <p:cBhvr>
                                        <p:cTn id="18" dur="500"/>
                                        <p:tgtEl>
                                          <p:spTgt spid="7">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a:xfrm>
            <a:off x="413629" y="1505666"/>
            <a:ext cx="5682371" cy="4191871"/>
          </a:xfrm>
        </p:spPr>
        <p:txBody>
          <a:bodyPr>
            <a:normAutofit/>
          </a:bodyPr>
          <a:lstStyle/>
          <a:p>
            <a:r>
              <a:rPr lang="sv-SE" b="1"/>
              <a:t>Fönstret är uppdelat främst i två delar:</a:t>
            </a:r>
          </a:p>
          <a:p>
            <a:pPr lvl="1"/>
            <a:r>
              <a:rPr lang="sv-SE"/>
              <a:t>Till vänster kategorier av inställningar</a:t>
            </a:r>
          </a:p>
          <a:p>
            <a:pPr lvl="1"/>
            <a:r>
              <a:rPr lang="sv-SE"/>
              <a:t>Till höger de faktiska inställningarna och deras värden</a:t>
            </a:r>
            <a:br>
              <a:rPr lang="sv-SE"/>
            </a:br>
            <a:endParaRPr lang="sv-SE"/>
          </a:p>
          <a:p>
            <a:r>
              <a:rPr lang="sv-SE" b="1"/>
              <a:t>Ovanför dessa två delar kan vi ställa in vilken – eller </a:t>
            </a:r>
            <a:r>
              <a:rPr lang="sv-SE" b="1" i="1"/>
              <a:t>vilka</a:t>
            </a:r>
            <a:r>
              <a:rPr lang="sv-SE" b="1"/>
              <a:t> – konfigurationer inställningarna vi gör ska gälla för:</a:t>
            </a:r>
          </a:p>
          <a:p>
            <a:pPr lvl="1"/>
            <a:r>
              <a:rPr lang="sv-SE"/>
              <a:t>Active</a:t>
            </a:r>
          </a:p>
          <a:p>
            <a:pPr lvl="1"/>
            <a:r>
              <a:rPr lang="sv-SE" err="1"/>
              <a:t>Debug</a:t>
            </a:r>
            <a:r>
              <a:rPr lang="sv-SE"/>
              <a:t> / Release / All </a:t>
            </a:r>
            <a:r>
              <a:rPr lang="sv-SE" err="1"/>
              <a:t>Configurations</a:t>
            </a:r>
            <a:endParaRPr lang="sv-SE"/>
          </a:p>
          <a:p>
            <a:pPr lvl="1"/>
            <a:r>
              <a:rPr lang="sv-SE"/>
              <a:t>Win32 / x64 / All Platforms</a:t>
            </a:r>
          </a:p>
          <a:p>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pic>
        <p:nvPicPr>
          <p:cNvPr id="4" name="Bildobjekt 3">
            <a:extLst>
              <a:ext uri="{FF2B5EF4-FFF2-40B4-BE49-F238E27FC236}">
                <a16:creationId xmlns:a16="http://schemas.microsoft.com/office/drawing/2014/main" id="{87E5F77E-EB20-4AF6-8242-1F167AF1247D}"/>
              </a:ext>
            </a:extLst>
          </p:cNvPr>
          <p:cNvPicPr>
            <a:picLocks noChangeAspect="1"/>
          </p:cNvPicPr>
          <p:nvPr/>
        </p:nvPicPr>
        <p:blipFill>
          <a:blip r:embed="rId3"/>
          <a:stretch>
            <a:fillRect/>
          </a:stretch>
        </p:blipFill>
        <p:spPr>
          <a:xfrm>
            <a:off x="6214390" y="1505666"/>
            <a:ext cx="5563981" cy="3877927"/>
          </a:xfrm>
          <a:prstGeom prst="rect">
            <a:avLst/>
          </a:prstGeom>
        </p:spPr>
      </p:pic>
      <p:pic>
        <p:nvPicPr>
          <p:cNvPr id="3" name="Bildobjekt 4" descr="En bild som visar text&#10;&#10;Automatiskt genererad beskrivning">
            <a:extLst>
              <a:ext uri="{FF2B5EF4-FFF2-40B4-BE49-F238E27FC236}">
                <a16:creationId xmlns:a16="http://schemas.microsoft.com/office/drawing/2014/main" id="{128B15D6-D8A6-6C73-BBE3-0C6E83434BA9}"/>
              </a:ext>
            </a:extLst>
          </p:cNvPr>
          <p:cNvPicPr>
            <a:picLocks noChangeAspect="1"/>
          </p:cNvPicPr>
          <p:nvPr/>
        </p:nvPicPr>
        <p:blipFill>
          <a:blip r:embed="rId4"/>
          <a:stretch>
            <a:fillRect/>
          </a:stretch>
        </p:blipFill>
        <p:spPr>
          <a:xfrm>
            <a:off x="6996377" y="5576095"/>
            <a:ext cx="4000005" cy="556829"/>
          </a:xfrm>
          <a:prstGeom prst="rect">
            <a:avLst/>
          </a:prstGeom>
        </p:spPr>
      </p:pic>
    </p:spTree>
    <p:extLst>
      <p:ext uri="{BB962C8B-B14F-4D97-AF65-F5344CB8AC3E}">
        <p14:creationId xmlns:p14="http://schemas.microsoft.com/office/powerpoint/2010/main" val="1713583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50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500"/>
                                        <p:tgtEl>
                                          <p:spTgt spid="7">
                                            <p:txEl>
                                              <p:pRg st="3" end="3"/>
                                            </p:txEl>
                                          </p:spTgt>
                                        </p:tgtEl>
                                      </p:cBhvr>
                                    </p:animEffect>
                                  </p:childTnLst>
                                </p:cTn>
                              </p:par>
                              <p:par>
                                <p:cTn id="24" presetID="1" presetClass="entr" presetSubtype="0" fill="hold" nodeType="with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Effect transition="in" filter="fade">
                                      <p:cBhvr>
                                        <p:cTn id="30" dur="500"/>
                                        <p:tgtEl>
                                          <p:spTgt spid="7">
                                            <p:txEl>
                                              <p:pRg st="4" end="4"/>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fade">
                                      <p:cBhvr>
                                        <p:cTn id="33" dur="500"/>
                                        <p:tgtEl>
                                          <p:spTgt spid="7">
                                            <p:txEl>
                                              <p:pRg st="5" end="5"/>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xEl>
                                              <p:pRg st="6" end="6"/>
                                            </p:txEl>
                                          </p:spTgt>
                                        </p:tgtEl>
                                        <p:attrNameLst>
                                          <p:attrName>style.visibility</p:attrName>
                                        </p:attrNameLst>
                                      </p:cBhvr>
                                      <p:to>
                                        <p:strVal val="visible"/>
                                      </p:to>
                                    </p:set>
                                    <p:animEffect transition="in" filter="fade">
                                      <p:cBhvr>
                                        <p:cTn id="36"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a:xfrm>
            <a:off x="413629" y="1505666"/>
            <a:ext cx="6883283" cy="4191871"/>
          </a:xfrm>
        </p:spPr>
        <p:txBody>
          <a:bodyPr>
            <a:normAutofit/>
          </a:bodyPr>
          <a:lstStyle/>
          <a:p>
            <a:r>
              <a:rPr lang="sv-SE" b="1"/>
              <a:t>För att ändra en inställning klickar vi på dess värde och därefter nedåtpilen längst till höger i rutan med värdet</a:t>
            </a:r>
          </a:p>
          <a:p>
            <a:pPr lvl="1"/>
            <a:r>
              <a:rPr lang="sv-SE"/>
              <a:t>Om det finns alternativ ser vi dem i en lista.</a:t>
            </a:r>
          </a:p>
          <a:p>
            <a:pPr lvl="1"/>
            <a:r>
              <a:rPr lang="sv-SE"/>
              <a:t>Även om det inte finns några alternativ</a:t>
            </a:r>
            <a:br>
              <a:rPr lang="sv-SE"/>
            </a:br>
            <a:r>
              <a:rPr lang="sv-SE"/>
              <a:t>för värden så ser vi listat &lt;Edit…&gt;</a:t>
            </a:r>
            <a:br>
              <a:rPr lang="sv-SE"/>
            </a:br>
            <a:endParaRPr lang="sv-SE"/>
          </a:p>
          <a:p>
            <a:r>
              <a:rPr lang="sv-SE" b="1"/>
              <a:t>Ändra värden genom att välja dem i listan eller klicka på &lt;Edit…&gt;</a:t>
            </a:r>
          </a:p>
          <a:p>
            <a:pPr lvl="1"/>
            <a:r>
              <a:rPr lang="sv-SE"/>
              <a:t>Det </a:t>
            </a:r>
            <a:r>
              <a:rPr lang="sv-SE" i="1"/>
              <a:t>går</a:t>
            </a:r>
            <a:r>
              <a:rPr lang="sv-SE"/>
              <a:t> att skriva i rutan direkt, men det</a:t>
            </a:r>
            <a:br>
              <a:rPr lang="sv-SE"/>
            </a:br>
            <a:r>
              <a:rPr lang="sv-SE"/>
              <a:t>behövs ofta speciell formatering som är</a:t>
            </a:r>
            <a:br>
              <a:rPr lang="sv-SE"/>
            </a:br>
            <a:r>
              <a:rPr lang="sv-SE"/>
              <a:t>lätt att göra fel på.</a:t>
            </a:r>
          </a:p>
          <a:p>
            <a:pPr lvl="1"/>
            <a:r>
              <a:rPr lang="sv-SE"/>
              <a:t>Använder vi oss av fönstret som öppnas</a:t>
            </a:r>
            <a:br>
              <a:rPr lang="sv-SE"/>
            </a:br>
            <a:r>
              <a:rPr lang="sv-SE"/>
              <a:t>av &lt;Edit…&gt; får vi automatiskt rätt formatering</a:t>
            </a:r>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pic>
        <p:nvPicPr>
          <p:cNvPr id="3" name="Bildobjekt 2">
            <a:extLst>
              <a:ext uri="{FF2B5EF4-FFF2-40B4-BE49-F238E27FC236}">
                <a16:creationId xmlns:a16="http://schemas.microsoft.com/office/drawing/2014/main" id="{11044AC3-DB97-4EB9-98DC-3D4DA97616F3}"/>
              </a:ext>
            </a:extLst>
          </p:cNvPr>
          <p:cNvPicPr>
            <a:picLocks noChangeAspect="1"/>
          </p:cNvPicPr>
          <p:nvPr/>
        </p:nvPicPr>
        <p:blipFill>
          <a:blip r:embed="rId3"/>
          <a:stretch>
            <a:fillRect/>
          </a:stretch>
        </p:blipFill>
        <p:spPr>
          <a:xfrm>
            <a:off x="7611054" y="1505666"/>
            <a:ext cx="3295046" cy="1329819"/>
          </a:xfrm>
          <a:prstGeom prst="rect">
            <a:avLst/>
          </a:prstGeom>
        </p:spPr>
      </p:pic>
      <p:pic>
        <p:nvPicPr>
          <p:cNvPr id="4" name="Bildobjekt 3">
            <a:extLst>
              <a:ext uri="{FF2B5EF4-FFF2-40B4-BE49-F238E27FC236}">
                <a16:creationId xmlns:a16="http://schemas.microsoft.com/office/drawing/2014/main" id="{AAE69FA7-2F75-48C6-8D5E-5EFEEACBB20C}"/>
              </a:ext>
            </a:extLst>
          </p:cNvPr>
          <p:cNvPicPr>
            <a:picLocks noChangeAspect="1"/>
          </p:cNvPicPr>
          <p:nvPr/>
        </p:nvPicPr>
        <p:blipFill>
          <a:blip r:embed="rId4"/>
          <a:stretch>
            <a:fillRect/>
          </a:stretch>
        </p:blipFill>
        <p:spPr>
          <a:xfrm>
            <a:off x="7611054" y="3084149"/>
            <a:ext cx="3295046" cy="573435"/>
          </a:xfrm>
          <a:prstGeom prst="rect">
            <a:avLst/>
          </a:prstGeom>
        </p:spPr>
      </p:pic>
      <p:pic>
        <p:nvPicPr>
          <p:cNvPr id="6" name="Bildobjekt 5">
            <a:extLst>
              <a:ext uri="{FF2B5EF4-FFF2-40B4-BE49-F238E27FC236}">
                <a16:creationId xmlns:a16="http://schemas.microsoft.com/office/drawing/2014/main" id="{EF4B8306-7B2C-4918-8E5B-41EC38C127C5}"/>
              </a:ext>
            </a:extLst>
          </p:cNvPr>
          <p:cNvPicPr>
            <a:picLocks noChangeAspect="1"/>
          </p:cNvPicPr>
          <p:nvPr/>
        </p:nvPicPr>
        <p:blipFill>
          <a:blip r:embed="rId5"/>
          <a:stretch>
            <a:fillRect/>
          </a:stretch>
        </p:blipFill>
        <p:spPr>
          <a:xfrm>
            <a:off x="7599460" y="4096787"/>
            <a:ext cx="3306640" cy="1943145"/>
          </a:xfrm>
          <a:prstGeom prst="rect">
            <a:avLst/>
          </a:prstGeom>
        </p:spPr>
      </p:pic>
    </p:spTree>
    <p:extLst>
      <p:ext uri="{BB962C8B-B14F-4D97-AF65-F5344CB8AC3E}">
        <p14:creationId xmlns:p14="http://schemas.microsoft.com/office/powerpoint/2010/main" val="1409876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500"/>
                                        <p:tgtEl>
                                          <p:spTgt spid="7">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xEl>
                                              <p:pRg st="4" end="4"/>
                                            </p:txEl>
                                          </p:spTgt>
                                        </p:tgtEl>
                                        <p:attrNameLst>
                                          <p:attrName>style.visibility</p:attrName>
                                        </p:attrNameLst>
                                      </p:cBhvr>
                                      <p:to>
                                        <p:strVal val="visible"/>
                                      </p:to>
                                    </p:set>
                                    <p:animEffect transition="in" filter="fade">
                                      <p:cBhvr>
                                        <p:cTn id="36" dur="500"/>
                                        <p:tgtEl>
                                          <p:spTgt spid="7">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Effect transition="in" filter="fade">
                                      <p:cBhvr>
                                        <p:cTn id="4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De första inställningarna vi ska titta på ligger under den första kategorin, </a:t>
            </a:r>
            <a:r>
              <a:rPr lang="sv-SE" b="1" i="1"/>
              <a:t>General</a:t>
            </a:r>
            <a:br>
              <a:rPr lang="sv-SE" b="1" i="1"/>
            </a:br>
            <a:endParaRPr lang="sv-SE" b="1" i="1"/>
          </a:p>
          <a:p>
            <a:r>
              <a:rPr lang="sv-SE" b="1"/>
              <a:t>Här är vi intresserade av:</a:t>
            </a:r>
          </a:p>
          <a:p>
            <a:pPr lvl="1"/>
            <a:r>
              <a:rPr lang="sv-SE"/>
              <a:t>Output Directory</a:t>
            </a:r>
          </a:p>
          <a:p>
            <a:pPr lvl="1"/>
            <a:r>
              <a:rPr lang="sv-SE" err="1"/>
              <a:t>Intermediate</a:t>
            </a:r>
            <a:r>
              <a:rPr lang="sv-SE"/>
              <a:t> Directory</a:t>
            </a:r>
          </a:p>
          <a:p>
            <a:pPr lvl="1"/>
            <a:r>
              <a:rPr lang="sv-SE"/>
              <a:t>Target </a:t>
            </a:r>
            <a:r>
              <a:rPr lang="sv-SE" err="1"/>
              <a:t>Name</a:t>
            </a:r>
            <a:endParaRPr lang="sv-SE"/>
          </a:p>
          <a:p>
            <a:pPr lvl="1"/>
            <a:endParaRPr lang="sv-SE"/>
          </a:p>
          <a:p>
            <a:r>
              <a:rPr lang="sv-SE" b="1"/>
              <a:t>Nu blir det intressant med Visual Studios </a:t>
            </a:r>
            <a:r>
              <a:rPr lang="sv-SE" b="1" i="1"/>
              <a:t>Makron</a:t>
            </a:r>
          </a:p>
          <a:p>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spTree>
    <p:extLst>
      <p:ext uri="{BB962C8B-B14F-4D97-AF65-F5344CB8AC3E}">
        <p14:creationId xmlns:p14="http://schemas.microsoft.com/office/powerpoint/2010/main" val="372810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Om vi tittar på värdet för </a:t>
            </a:r>
            <a:r>
              <a:rPr lang="sv-SE" b="1" i="1"/>
              <a:t>Output Directory</a:t>
            </a:r>
            <a:r>
              <a:rPr lang="sv-SE" b="1"/>
              <a:t> ser vi makron:</a:t>
            </a:r>
          </a:p>
          <a:p>
            <a:pPr lvl="1"/>
            <a:r>
              <a:rPr lang="sv-SE"/>
              <a:t>$(</a:t>
            </a:r>
            <a:r>
              <a:rPr lang="sv-SE" err="1"/>
              <a:t>SolutionDir</a:t>
            </a:r>
            <a:r>
              <a:rPr lang="sv-SE"/>
              <a:t>)</a:t>
            </a:r>
          </a:p>
          <a:p>
            <a:pPr lvl="1"/>
            <a:r>
              <a:rPr lang="sv-SE"/>
              <a:t>$(</a:t>
            </a:r>
            <a:r>
              <a:rPr lang="sv-SE" err="1"/>
              <a:t>Configuration</a:t>
            </a:r>
            <a:r>
              <a:rPr lang="sv-SE"/>
              <a:t>)</a:t>
            </a:r>
            <a:br>
              <a:rPr lang="sv-SE"/>
            </a:br>
            <a:endParaRPr lang="sv-SE"/>
          </a:p>
          <a:p>
            <a:r>
              <a:rPr lang="sv-SE" b="1"/>
              <a:t>Ett makro fungerar som ett variabelnamn</a:t>
            </a:r>
          </a:p>
          <a:p>
            <a:pPr lvl="1"/>
            <a:r>
              <a:rPr lang="sv-SE"/>
              <a:t>Vi skriver namnet på makrot</a:t>
            </a:r>
          </a:p>
          <a:p>
            <a:pPr lvl="1"/>
            <a:r>
              <a:rPr lang="sv-SE"/>
              <a:t>Makrot ersätts med det värde det representerar</a:t>
            </a:r>
            <a:br>
              <a:rPr lang="sv-SE"/>
            </a:br>
            <a:endParaRPr lang="sv-SE"/>
          </a:p>
          <a:p>
            <a:r>
              <a:rPr lang="sv-SE" b="1"/>
              <a:t>Makron ändras med projektet</a:t>
            </a:r>
          </a:p>
          <a:p>
            <a:pPr lvl="1"/>
            <a:r>
              <a:rPr lang="sv-SE"/>
              <a:t>Om vi flyttar en projektmapp så kommer de makron som har med mappens sökväg att göra att uppdateras så att de alltid stämmer!</a:t>
            </a:r>
          </a:p>
          <a:p>
            <a:pPr lvl="1"/>
            <a:endParaRPr lang="sv-SE"/>
          </a:p>
          <a:p>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MAKRON</a:t>
            </a:r>
          </a:p>
        </p:txBody>
      </p:sp>
    </p:spTree>
    <p:extLst>
      <p:ext uri="{BB962C8B-B14F-4D97-AF65-F5344CB8AC3E}">
        <p14:creationId xmlns:p14="http://schemas.microsoft.com/office/powerpoint/2010/main" val="531593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0"/>
          </p:nvPr>
        </p:nvSpPr>
        <p:spPr/>
        <p:txBody>
          <a:bodyPr>
            <a:normAutofit/>
          </a:bodyPr>
          <a:lstStyle/>
          <a:p>
            <a:r>
              <a:rPr lang="sv-SE" b="1"/>
              <a:t>Makron i Visual Studio börjar alltid med ett dollartecken följt av en parantes i vilken vi skriver makrots namn</a:t>
            </a:r>
            <a:br>
              <a:rPr lang="sv-SE" b="1"/>
            </a:br>
            <a:endParaRPr lang="sv-SE" b="1"/>
          </a:p>
          <a:p>
            <a:r>
              <a:rPr lang="sv-SE" b="1"/>
              <a:t>I redigeringsfönstret kan vi se vad våra makron utvärderas till</a:t>
            </a:r>
          </a:p>
          <a:p>
            <a:pPr lvl="1"/>
            <a:r>
              <a:rPr lang="sv-SE"/>
              <a:t>Se den grå rutan under textrutan vi</a:t>
            </a:r>
            <a:br>
              <a:rPr lang="sv-SE"/>
            </a:br>
            <a:r>
              <a:rPr lang="sv-SE"/>
              <a:t>kan skriva i</a:t>
            </a:r>
            <a:br>
              <a:rPr lang="sv-SE"/>
            </a:br>
            <a:endParaRPr lang="sv-SE"/>
          </a:p>
          <a:p>
            <a:r>
              <a:rPr lang="sv-SE" b="1"/>
              <a:t>Vi kan även få upp vilka makron som finns genom att klicka på knappen </a:t>
            </a:r>
            <a:r>
              <a:rPr lang="sv-SE" b="1" u="sng" err="1"/>
              <a:t>M</a:t>
            </a:r>
            <a:r>
              <a:rPr lang="sv-SE" b="1" err="1"/>
              <a:t>acros</a:t>
            </a:r>
            <a:r>
              <a:rPr lang="sv-SE" b="1"/>
              <a:t>&gt;&gt;</a:t>
            </a:r>
          </a:p>
          <a:p>
            <a:endParaRPr lang="sv-SE"/>
          </a:p>
          <a:p>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MAKRON</a:t>
            </a:r>
          </a:p>
        </p:txBody>
      </p:sp>
      <p:pic>
        <p:nvPicPr>
          <p:cNvPr id="5" name="Bildobjekt 4">
            <a:extLst>
              <a:ext uri="{FF2B5EF4-FFF2-40B4-BE49-F238E27FC236}">
                <a16:creationId xmlns:a16="http://schemas.microsoft.com/office/drawing/2014/main" id="{3FFD8358-6715-416F-BF16-3E7868ABE51F}"/>
              </a:ext>
            </a:extLst>
          </p:cNvPr>
          <p:cNvPicPr>
            <a:picLocks noChangeAspect="1"/>
          </p:cNvPicPr>
          <p:nvPr/>
        </p:nvPicPr>
        <p:blipFill>
          <a:blip r:embed="rId3"/>
          <a:stretch>
            <a:fillRect/>
          </a:stretch>
        </p:blipFill>
        <p:spPr>
          <a:xfrm>
            <a:off x="7067550" y="2366962"/>
            <a:ext cx="4152900" cy="2124075"/>
          </a:xfrm>
          <a:prstGeom prst="rect">
            <a:avLst/>
          </a:prstGeom>
        </p:spPr>
      </p:pic>
    </p:spTree>
    <p:extLst>
      <p:ext uri="{BB962C8B-B14F-4D97-AF65-F5344CB8AC3E}">
        <p14:creationId xmlns:p14="http://schemas.microsoft.com/office/powerpoint/2010/main" val="299541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a:xfrm>
            <a:off x="413629" y="1505666"/>
            <a:ext cx="6626268" cy="4191871"/>
          </a:xfrm>
        </p:spPr>
        <p:txBody>
          <a:bodyPr>
            <a:normAutofit fontScale="92500" lnSpcReduction="10000"/>
          </a:bodyPr>
          <a:lstStyle/>
          <a:p>
            <a:r>
              <a:rPr lang="sv-SE" b="1"/>
              <a:t>Här kan vi söka på makron samt se vad värdet är på olika makron</a:t>
            </a:r>
          </a:p>
          <a:p>
            <a:pPr lvl="1"/>
            <a:r>
              <a:rPr lang="sv-SE"/>
              <a:t>I bilden har jag sökt på makron som innehåller ”Solution”</a:t>
            </a:r>
          </a:p>
          <a:p>
            <a:pPr lvl="1"/>
            <a:r>
              <a:rPr lang="sv-SE"/>
              <a:t>Notera att makron med sökväg kan innehålla en avslutande backslash   \</a:t>
            </a:r>
            <a:br>
              <a:rPr lang="sv-SE"/>
            </a:br>
            <a:endParaRPr lang="sv-SE"/>
          </a:p>
          <a:p>
            <a:r>
              <a:rPr lang="sv-SE" b="1"/>
              <a:t>Användbara makron:</a:t>
            </a:r>
          </a:p>
          <a:p>
            <a:pPr lvl="1"/>
            <a:r>
              <a:rPr lang="sv-SE"/>
              <a:t>$(</a:t>
            </a:r>
            <a:r>
              <a:rPr lang="sv-SE" err="1"/>
              <a:t>SolutionDir</a:t>
            </a:r>
            <a:r>
              <a:rPr lang="sv-SE"/>
              <a:t>)</a:t>
            </a:r>
          </a:p>
          <a:p>
            <a:pPr lvl="1"/>
            <a:r>
              <a:rPr lang="sv-SE"/>
              <a:t>$(</a:t>
            </a:r>
            <a:r>
              <a:rPr lang="sv-SE" err="1"/>
              <a:t>SolutionName</a:t>
            </a:r>
            <a:r>
              <a:rPr lang="sv-SE"/>
              <a:t>)</a:t>
            </a:r>
          </a:p>
          <a:p>
            <a:pPr lvl="1"/>
            <a:r>
              <a:rPr lang="sv-SE"/>
              <a:t>$(</a:t>
            </a:r>
            <a:r>
              <a:rPr lang="sv-SE" err="1"/>
              <a:t>ProjectDir</a:t>
            </a:r>
            <a:r>
              <a:rPr lang="sv-SE"/>
              <a:t>)</a:t>
            </a:r>
          </a:p>
          <a:p>
            <a:pPr lvl="1"/>
            <a:r>
              <a:rPr lang="sv-SE"/>
              <a:t>$(</a:t>
            </a:r>
            <a:r>
              <a:rPr lang="sv-SE" err="1"/>
              <a:t>TargetName</a:t>
            </a:r>
            <a:r>
              <a:rPr lang="sv-SE"/>
              <a:t>)</a:t>
            </a:r>
          </a:p>
          <a:p>
            <a:pPr lvl="1"/>
            <a:r>
              <a:rPr lang="sv-SE"/>
              <a:t>$(</a:t>
            </a:r>
            <a:r>
              <a:rPr lang="sv-SE" err="1"/>
              <a:t>PlatformTarget</a:t>
            </a:r>
            <a:r>
              <a:rPr lang="sv-SE"/>
              <a:t>)</a:t>
            </a:r>
          </a:p>
          <a:p>
            <a:pPr lvl="1"/>
            <a:r>
              <a:rPr lang="sv-SE"/>
              <a:t>$(</a:t>
            </a:r>
            <a:r>
              <a:rPr lang="sv-SE" err="1"/>
              <a:t>PlatformName</a:t>
            </a:r>
            <a:r>
              <a:rPr lang="sv-SE"/>
              <a:t>)</a:t>
            </a:r>
          </a:p>
          <a:p>
            <a:pPr lvl="1"/>
            <a:r>
              <a:rPr lang="sv-SE"/>
              <a:t>$(</a:t>
            </a:r>
            <a:r>
              <a:rPr lang="sv-SE" err="1"/>
              <a:t>Configuration</a:t>
            </a:r>
            <a:r>
              <a:rPr lang="sv-SE"/>
              <a:t>)</a:t>
            </a:r>
          </a:p>
          <a:p>
            <a:pPr lvl="1"/>
            <a:endParaRPr lang="sv-SE"/>
          </a:p>
          <a:p>
            <a:pPr lvl="1"/>
            <a:endParaRPr lang="sv-SE"/>
          </a:p>
          <a:p>
            <a:endParaRPr lang="sv-SE"/>
          </a:p>
          <a:p>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MAKRON</a:t>
            </a:r>
          </a:p>
        </p:txBody>
      </p:sp>
      <p:pic>
        <p:nvPicPr>
          <p:cNvPr id="4" name="Bildobjekt 4" descr="En bild som visar text&#10;&#10;Automatiskt genererad beskrivning">
            <a:extLst>
              <a:ext uri="{FF2B5EF4-FFF2-40B4-BE49-F238E27FC236}">
                <a16:creationId xmlns:a16="http://schemas.microsoft.com/office/drawing/2014/main" id="{D4BF7879-44FF-1A88-4968-E201F580453E}"/>
              </a:ext>
            </a:extLst>
          </p:cNvPr>
          <p:cNvPicPr>
            <a:picLocks noChangeAspect="1"/>
          </p:cNvPicPr>
          <p:nvPr/>
        </p:nvPicPr>
        <p:blipFill>
          <a:blip r:embed="rId3"/>
          <a:stretch>
            <a:fillRect/>
          </a:stretch>
        </p:blipFill>
        <p:spPr>
          <a:xfrm>
            <a:off x="7154436" y="1638882"/>
            <a:ext cx="4415642" cy="3925438"/>
          </a:xfrm>
          <a:prstGeom prst="rect">
            <a:avLst/>
          </a:prstGeom>
        </p:spPr>
      </p:pic>
    </p:spTree>
    <p:extLst>
      <p:ext uri="{BB962C8B-B14F-4D97-AF65-F5344CB8AC3E}">
        <p14:creationId xmlns:p14="http://schemas.microsoft.com/office/powerpoint/2010/main" val="383309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fade">
                                      <p:cBhvr>
                                        <p:cTn id="47" dur="500"/>
                                        <p:tgtEl>
                                          <p:spTgt spid="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
                                            <p:txEl>
                                              <p:pRg st="9" end="9"/>
                                            </p:txEl>
                                          </p:spTgt>
                                        </p:tgtEl>
                                        <p:attrNameLst>
                                          <p:attrName>style.visibility</p:attrName>
                                        </p:attrNameLst>
                                      </p:cBhvr>
                                      <p:to>
                                        <p:strVal val="visible"/>
                                      </p:to>
                                    </p:set>
                                    <p:animEffect transition="in" filter="fade">
                                      <p:cBhvr>
                                        <p:cTn id="52" dur="500"/>
                                        <p:tgtEl>
                                          <p:spTgt spid="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7">
                                            <p:txEl>
                                              <p:pRg st="10" end="10"/>
                                            </p:txEl>
                                          </p:spTgt>
                                        </p:tgtEl>
                                        <p:attrNameLst>
                                          <p:attrName>style.visibility</p:attrName>
                                        </p:attrNameLst>
                                      </p:cBhvr>
                                      <p:to>
                                        <p:strVal val="visible"/>
                                      </p:to>
                                    </p:set>
                                    <p:animEffect transition="in" filter="fade">
                                      <p:cBhvr>
                                        <p:cTn id="57"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lnSpcReduction="10000"/>
          </a:bodyPr>
          <a:lstStyle/>
          <a:p>
            <a:r>
              <a:rPr lang="sv-SE" b="1"/>
              <a:t>Tillbaka till </a:t>
            </a:r>
            <a:r>
              <a:rPr lang="sv-SE" b="1" err="1"/>
              <a:t>projektinställningarna</a:t>
            </a:r>
            <a:r>
              <a:rPr lang="sv-SE" b="1"/>
              <a:t>…</a:t>
            </a:r>
            <a:br>
              <a:rPr lang="sv-SE" b="1"/>
            </a:br>
            <a:endParaRPr lang="sv-SE" b="1"/>
          </a:p>
          <a:p>
            <a:r>
              <a:rPr lang="sv-SE" b="1" i="1"/>
              <a:t>Output Directory</a:t>
            </a:r>
          </a:p>
          <a:p>
            <a:pPr lvl="1"/>
            <a:r>
              <a:rPr lang="sv-SE"/>
              <a:t>Där .</a:t>
            </a:r>
            <a:r>
              <a:rPr lang="sv-SE" err="1"/>
              <a:t>exe</a:t>
            </a:r>
            <a:r>
              <a:rPr lang="sv-SE"/>
              <a:t>-filen hamnar</a:t>
            </a:r>
          </a:p>
          <a:p>
            <a:pPr lvl="1"/>
            <a:r>
              <a:rPr lang="sv-SE"/>
              <a:t>Kan vara intressant att ha olika mappar för Plattform-Konfiguration</a:t>
            </a:r>
          </a:p>
          <a:p>
            <a:pPr lvl="2"/>
            <a:r>
              <a:rPr lang="sv-SE"/>
              <a:t>Ex. som på bilden</a:t>
            </a:r>
            <a:br>
              <a:rPr lang="sv-SE"/>
            </a:br>
            <a:endParaRPr lang="sv-SE"/>
          </a:p>
          <a:p>
            <a:r>
              <a:rPr lang="sv-SE" b="1"/>
              <a:t>En sådan mappstruktur kan man uppnå på två sätt:</a:t>
            </a:r>
          </a:p>
          <a:p>
            <a:pPr marL="914400" lvl="1" indent="-457200">
              <a:buFont typeface="+mj-lt"/>
              <a:buAutoNum type="arabicPeriod"/>
            </a:pPr>
            <a:r>
              <a:rPr lang="sv-SE"/>
              <a:t>Skriv in den manuellt för varje konfiguration + plattform</a:t>
            </a:r>
          </a:p>
          <a:p>
            <a:pPr marL="914400" lvl="1" indent="-457200">
              <a:buFont typeface="+mj-lt"/>
              <a:buAutoNum type="arabicPeriod"/>
            </a:pPr>
            <a:r>
              <a:rPr lang="sv-SE"/>
              <a:t>Använd makron</a:t>
            </a:r>
          </a:p>
          <a:p>
            <a:pPr lvl="2"/>
            <a:r>
              <a:rPr lang="sv-SE"/>
              <a:t>Skriv in den en gång för alla konfigurationer + plattformar</a:t>
            </a:r>
          </a:p>
          <a:p>
            <a:pPr lvl="2"/>
            <a:r>
              <a:rPr lang="sv-SE"/>
              <a:t>Ex. För att skapa en mapp, Output, som ligger i samma mapp som vår solution (.</a:t>
            </a:r>
            <a:r>
              <a:rPr lang="sv-SE" err="1"/>
              <a:t>sln</a:t>
            </a:r>
            <a:r>
              <a:rPr lang="sv-SE"/>
              <a:t>-fil) som har undermappar med formatet Plattform-Konfiguration blir inställningen:</a:t>
            </a:r>
            <a:br>
              <a:rPr lang="sv-SE"/>
            </a:br>
            <a:r>
              <a:rPr lang="sv-SE">
                <a:solidFill>
                  <a:schemeClr val="accent2">
                    <a:lumMod val="60000"/>
                    <a:lumOff val="40000"/>
                  </a:schemeClr>
                </a:solidFill>
                <a:latin typeface="Consolas" panose="020B0609020204030204" pitchFamily="49" charset="0"/>
              </a:rPr>
              <a:t>$(</a:t>
            </a:r>
            <a:r>
              <a:rPr lang="sv-SE" err="1">
                <a:solidFill>
                  <a:schemeClr val="accent2">
                    <a:lumMod val="60000"/>
                    <a:lumOff val="40000"/>
                  </a:schemeClr>
                </a:solidFill>
                <a:latin typeface="Consolas" panose="020B0609020204030204" pitchFamily="49" charset="0"/>
              </a:rPr>
              <a:t>SolutionDir</a:t>
            </a:r>
            <a:r>
              <a:rPr lang="sv-SE">
                <a:solidFill>
                  <a:schemeClr val="accent2">
                    <a:lumMod val="60000"/>
                    <a:lumOff val="40000"/>
                  </a:schemeClr>
                </a:solidFill>
                <a:latin typeface="Consolas" panose="020B0609020204030204" pitchFamily="49" charset="0"/>
              </a:rPr>
              <a:t>)</a:t>
            </a:r>
            <a:r>
              <a:rPr lang="sv-SE">
                <a:solidFill>
                  <a:schemeClr val="accent2">
                    <a:lumMod val="60000"/>
                    <a:lumOff val="40000"/>
                  </a:schemeClr>
                </a:solidFill>
              </a:rPr>
              <a:t>\</a:t>
            </a:r>
            <a:r>
              <a:rPr lang="sv-SE">
                <a:solidFill>
                  <a:schemeClr val="tx1"/>
                </a:solidFill>
              </a:rPr>
              <a:t>Output</a:t>
            </a:r>
            <a:r>
              <a:rPr lang="sv-SE">
                <a:solidFill>
                  <a:schemeClr val="accent2">
                    <a:lumMod val="60000"/>
                    <a:lumOff val="40000"/>
                  </a:schemeClr>
                </a:solidFill>
              </a:rPr>
              <a:t>\</a:t>
            </a:r>
            <a:r>
              <a:rPr lang="sv-SE">
                <a:solidFill>
                  <a:schemeClr val="accent2">
                    <a:lumMod val="60000"/>
                    <a:lumOff val="40000"/>
                  </a:schemeClr>
                </a:solidFill>
                <a:latin typeface="Consolas" panose="020B0609020204030204" pitchFamily="49" charset="0"/>
              </a:rPr>
              <a:t>$(</a:t>
            </a:r>
            <a:r>
              <a:rPr lang="sv-SE" err="1">
                <a:solidFill>
                  <a:schemeClr val="accent2">
                    <a:lumMod val="60000"/>
                    <a:lumOff val="40000"/>
                  </a:schemeClr>
                </a:solidFill>
                <a:latin typeface="Consolas" panose="020B0609020204030204" pitchFamily="49" charset="0"/>
              </a:rPr>
              <a:t>PlatformTarget</a:t>
            </a:r>
            <a:r>
              <a:rPr lang="sv-SE">
                <a:solidFill>
                  <a:schemeClr val="accent2">
                    <a:lumMod val="60000"/>
                    <a:lumOff val="40000"/>
                  </a:schemeClr>
                </a:solidFill>
                <a:latin typeface="Consolas" panose="020B0609020204030204" pitchFamily="49" charset="0"/>
              </a:rPr>
              <a:t>)</a:t>
            </a:r>
            <a:r>
              <a:rPr lang="sv-SE">
                <a:solidFill>
                  <a:schemeClr val="accent2">
                    <a:lumMod val="60000"/>
                    <a:lumOff val="40000"/>
                  </a:schemeClr>
                </a:solidFill>
              </a:rPr>
              <a:t>-</a:t>
            </a:r>
            <a:r>
              <a:rPr lang="sv-SE">
                <a:solidFill>
                  <a:schemeClr val="accent2">
                    <a:lumMod val="60000"/>
                    <a:lumOff val="40000"/>
                  </a:schemeClr>
                </a:solidFill>
                <a:latin typeface="Consolas" panose="020B0609020204030204" pitchFamily="49" charset="0"/>
              </a:rPr>
              <a:t>$(</a:t>
            </a:r>
            <a:r>
              <a:rPr lang="sv-SE" err="1">
                <a:solidFill>
                  <a:schemeClr val="accent2">
                    <a:lumMod val="60000"/>
                    <a:lumOff val="40000"/>
                  </a:schemeClr>
                </a:solidFill>
                <a:latin typeface="Consolas" panose="020B0609020204030204" pitchFamily="49" charset="0"/>
              </a:rPr>
              <a:t>Configuration</a:t>
            </a:r>
            <a:r>
              <a:rPr lang="sv-SE">
                <a:solidFill>
                  <a:schemeClr val="accent2">
                    <a:lumMod val="60000"/>
                    <a:lumOff val="40000"/>
                  </a:schemeClr>
                </a:solidFill>
                <a:latin typeface="Consolas" panose="020B0609020204030204" pitchFamily="49" charset="0"/>
              </a:rPr>
              <a:t>)</a:t>
            </a:r>
            <a:r>
              <a:rPr lang="sv-SE">
                <a:solidFill>
                  <a:schemeClr val="accent2">
                    <a:lumMod val="60000"/>
                    <a:lumOff val="40000"/>
                  </a:schemeClr>
                </a:solidFill>
              </a:rPr>
              <a:t>\</a:t>
            </a:r>
          </a:p>
          <a:p>
            <a:pPr lvl="2"/>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pic>
        <p:nvPicPr>
          <p:cNvPr id="3" name="Bildobjekt 2">
            <a:extLst>
              <a:ext uri="{FF2B5EF4-FFF2-40B4-BE49-F238E27FC236}">
                <a16:creationId xmlns:a16="http://schemas.microsoft.com/office/drawing/2014/main" id="{2EDB5803-BA9B-4AC4-A025-045BCE760994}"/>
              </a:ext>
            </a:extLst>
          </p:cNvPr>
          <p:cNvPicPr>
            <a:picLocks noChangeAspect="1"/>
          </p:cNvPicPr>
          <p:nvPr/>
        </p:nvPicPr>
        <p:blipFill>
          <a:blip r:embed="rId3"/>
          <a:stretch>
            <a:fillRect/>
          </a:stretch>
        </p:blipFill>
        <p:spPr>
          <a:xfrm>
            <a:off x="7719282" y="1505665"/>
            <a:ext cx="2821093" cy="1652054"/>
          </a:xfrm>
          <a:prstGeom prst="rect">
            <a:avLst/>
          </a:prstGeom>
        </p:spPr>
      </p:pic>
      <p:grpSp>
        <p:nvGrpSpPr>
          <p:cNvPr id="5" name="Grupp 4">
            <a:extLst>
              <a:ext uri="{FF2B5EF4-FFF2-40B4-BE49-F238E27FC236}">
                <a16:creationId xmlns:a16="http://schemas.microsoft.com/office/drawing/2014/main" id="{34383DA7-6743-40BA-ADB4-C98986AB84BD}"/>
              </a:ext>
            </a:extLst>
          </p:cNvPr>
          <p:cNvGrpSpPr/>
          <p:nvPr/>
        </p:nvGrpSpPr>
        <p:grpSpPr>
          <a:xfrm>
            <a:off x="2986087" y="5841306"/>
            <a:ext cx="6219825" cy="276226"/>
            <a:chOff x="2477337" y="6442968"/>
            <a:chExt cx="6219825" cy="276226"/>
          </a:xfrm>
        </p:grpSpPr>
        <p:pic>
          <p:nvPicPr>
            <p:cNvPr id="6" name="Bildobjekt 5">
              <a:extLst>
                <a:ext uri="{FF2B5EF4-FFF2-40B4-BE49-F238E27FC236}">
                  <a16:creationId xmlns:a16="http://schemas.microsoft.com/office/drawing/2014/main" id="{5126ABCC-F161-4922-B621-6F091E9535DE}"/>
                </a:ext>
              </a:extLst>
            </p:cNvPr>
            <p:cNvPicPr>
              <a:picLocks noChangeAspect="1"/>
            </p:cNvPicPr>
            <p:nvPr/>
          </p:nvPicPr>
          <p:blipFill>
            <a:blip r:embed="rId4"/>
            <a:stretch>
              <a:fillRect/>
            </a:stretch>
          </p:blipFill>
          <p:spPr>
            <a:xfrm>
              <a:off x="2477337" y="6442969"/>
              <a:ext cx="2514600" cy="276225"/>
            </a:xfrm>
            <a:prstGeom prst="rect">
              <a:avLst/>
            </a:prstGeom>
          </p:spPr>
        </p:pic>
        <p:pic>
          <p:nvPicPr>
            <p:cNvPr id="8" name="Bildobjekt 7">
              <a:extLst>
                <a:ext uri="{FF2B5EF4-FFF2-40B4-BE49-F238E27FC236}">
                  <a16:creationId xmlns:a16="http://schemas.microsoft.com/office/drawing/2014/main" id="{80795ADF-857C-4E6E-9401-AC5CA4471600}"/>
                </a:ext>
              </a:extLst>
            </p:cNvPr>
            <p:cNvPicPr>
              <a:picLocks noChangeAspect="1"/>
            </p:cNvPicPr>
            <p:nvPr/>
          </p:nvPicPr>
          <p:blipFill>
            <a:blip r:embed="rId5"/>
            <a:stretch>
              <a:fillRect/>
            </a:stretch>
          </p:blipFill>
          <p:spPr>
            <a:xfrm>
              <a:off x="4991937" y="6442968"/>
              <a:ext cx="3705225" cy="276225"/>
            </a:xfrm>
            <a:prstGeom prst="rect">
              <a:avLst/>
            </a:prstGeom>
          </p:spPr>
        </p:pic>
      </p:grpSp>
    </p:spTree>
    <p:extLst>
      <p:ext uri="{BB962C8B-B14F-4D97-AF65-F5344CB8AC3E}">
        <p14:creationId xmlns:p14="http://schemas.microsoft.com/office/powerpoint/2010/main" val="235616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fade">
                                      <p:cBhvr>
                                        <p:cTn id="25" dur="500"/>
                                        <p:tgtEl>
                                          <p:spTgt spid="7">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fade">
                                      <p:cBhvr>
                                        <p:cTn id="33" dur="500"/>
                                        <p:tgtEl>
                                          <p:spTgt spid="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xEl>
                                              <p:pRg st="6" end="6"/>
                                            </p:txEl>
                                          </p:spTgt>
                                        </p:tgtEl>
                                        <p:attrNameLst>
                                          <p:attrName>style.visibility</p:attrName>
                                        </p:attrNameLst>
                                      </p:cBhvr>
                                      <p:to>
                                        <p:strVal val="visible"/>
                                      </p:to>
                                    </p:set>
                                    <p:animEffect transition="in" filter="fade">
                                      <p:cBhvr>
                                        <p:cTn id="38" dur="500"/>
                                        <p:tgtEl>
                                          <p:spTgt spid="7">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animEffect transition="in" filter="fade">
                                      <p:cBhvr>
                                        <p:cTn id="43" dur="500"/>
                                        <p:tgtEl>
                                          <p:spTgt spid="7">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7">
                                            <p:txEl>
                                              <p:pRg st="8" end="8"/>
                                            </p:txEl>
                                          </p:spTgt>
                                        </p:tgtEl>
                                        <p:attrNameLst>
                                          <p:attrName>style.visibility</p:attrName>
                                        </p:attrNameLst>
                                      </p:cBhvr>
                                      <p:to>
                                        <p:strVal val="visible"/>
                                      </p:to>
                                    </p:set>
                                    <p:animEffect transition="in" filter="fade">
                                      <p:cBhvr>
                                        <p:cTn id="48" dur="500"/>
                                        <p:tgtEl>
                                          <p:spTgt spid="7">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
                                            <p:txEl>
                                              <p:pRg st="9" end="9"/>
                                            </p:txEl>
                                          </p:spTgt>
                                        </p:tgtEl>
                                        <p:attrNameLst>
                                          <p:attrName>style.visibility</p:attrName>
                                        </p:attrNameLst>
                                      </p:cBhvr>
                                      <p:to>
                                        <p:strVal val="visible"/>
                                      </p:to>
                                    </p:set>
                                    <p:animEffect transition="in" filter="fade">
                                      <p:cBhvr>
                                        <p:cTn id="53" dur="500"/>
                                        <p:tgtEl>
                                          <p:spTgt spid="7">
                                            <p:txEl>
                                              <p:pRg st="9" end="9"/>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fade">
                                      <p:cBhvr>
                                        <p:cTn id="5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vert="horz" lIns="91440" tIns="45720" rIns="91440" bIns="45720" rtlCol="0" anchor="t">
            <a:normAutofit/>
          </a:bodyPr>
          <a:lstStyle/>
          <a:p>
            <a:r>
              <a:rPr lang="sv-SE" sz="1800" b="1" i="1" err="1"/>
              <a:t>Intermediate</a:t>
            </a:r>
            <a:r>
              <a:rPr lang="sv-SE" sz="1800" b="1" i="1"/>
              <a:t> Directory</a:t>
            </a:r>
            <a:endParaRPr lang="sv-SE" sz="1800" b="1"/>
          </a:p>
          <a:p>
            <a:pPr lvl="1"/>
            <a:r>
              <a:rPr lang="sv-SE" sz="1600">
                <a:latin typeface="Montserrat Light"/>
              </a:rPr>
              <a:t>Där</a:t>
            </a:r>
            <a:r>
              <a:rPr lang="sv-SE" sz="1600" i="1">
                <a:latin typeface="Montserrat Light"/>
              </a:rPr>
              <a:t> </a:t>
            </a:r>
            <a:r>
              <a:rPr lang="sv-SE" sz="1600">
                <a:latin typeface="Montserrat Light"/>
              </a:rPr>
              <a:t>alla filer som skapas under kompileringen, ex. loggfiler, objektfiler etc. läggs</a:t>
            </a:r>
          </a:p>
          <a:p>
            <a:pPr lvl="1"/>
            <a:r>
              <a:rPr lang="sv-SE" sz="1600">
                <a:latin typeface="Montserrat Light"/>
              </a:rPr>
              <a:t>Ett förslag är att ha samma mappstruktur som för </a:t>
            </a:r>
            <a:r>
              <a:rPr lang="sv-SE" sz="1600" i="1">
                <a:latin typeface="Montserrat Light"/>
              </a:rPr>
              <a:t>Output Directory</a:t>
            </a:r>
            <a:r>
              <a:rPr lang="sv-SE" sz="1600">
                <a:latin typeface="Montserrat Light"/>
              </a:rPr>
              <a:t> men för </a:t>
            </a:r>
            <a:r>
              <a:rPr lang="sv-SE" sz="1600" i="1" err="1">
                <a:latin typeface="Montserrat Light"/>
              </a:rPr>
              <a:t>Intermediate</a:t>
            </a:r>
            <a:r>
              <a:rPr lang="sv-SE" sz="1600">
                <a:latin typeface="Montserrat Light"/>
              </a:rPr>
              <a:t> istället för </a:t>
            </a:r>
            <a:r>
              <a:rPr lang="sv-SE" sz="1600" i="1">
                <a:latin typeface="Montserrat Light"/>
              </a:rPr>
              <a:t>Output</a:t>
            </a:r>
          </a:p>
          <a:p>
            <a:pPr lvl="1"/>
            <a:r>
              <a:rPr lang="sv-SE" sz="1600"/>
              <a:t>Denna kan vi ställa in en gång för alla</a:t>
            </a:r>
            <a:br>
              <a:rPr lang="sv-SE" sz="1600"/>
            </a:br>
            <a:r>
              <a:rPr lang="sv-SE" sz="1600"/>
              <a:t>konfigurationer + plattformar med hjälp av makron:</a:t>
            </a:r>
          </a:p>
          <a:p>
            <a:pPr lvl="2">
              <a:buClr>
                <a:schemeClr val="tx1"/>
              </a:buClr>
            </a:pPr>
            <a:r>
              <a:rPr lang="sv-SE" sz="1800">
                <a:solidFill>
                  <a:schemeClr val="accent2">
                    <a:lumMod val="60000"/>
                    <a:lumOff val="40000"/>
                  </a:schemeClr>
                </a:solidFill>
              </a:rPr>
              <a:t> </a:t>
            </a:r>
            <a:r>
              <a:rPr lang="sv-SE">
                <a:solidFill>
                  <a:schemeClr val="accent2">
                    <a:lumMod val="60000"/>
                    <a:lumOff val="40000"/>
                  </a:schemeClr>
                </a:solidFill>
                <a:latin typeface="Consolas" panose="020B0609020204030204" pitchFamily="49" charset="0"/>
              </a:rPr>
              <a:t>$(</a:t>
            </a:r>
            <a:r>
              <a:rPr lang="sv-SE" err="1">
                <a:solidFill>
                  <a:schemeClr val="accent2">
                    <a:lumMod val="60000"/>
                    <a:lumOff val="40000"/>
                  </a:schemeClr>
                </a:solidFill>
                <a:latin typeface="Consolas" panose="020B0609020204030204" pitchFamily="49" charset="0"/>
              </a:rPr>
              <a:t>SolutionDir</a:t>
            </a:r>
            <a:r>
              <a:rPr lang="sv-SE">
                <a:solidFill>
                  <a:schemeClr val="accent2">
                    <a:lumMod val="60000"/>
                    <a:lumOff val="40000"/>
                  </a:schemeClr>
                </a:solidFill>
                <a:latin typeface="Consolas" panose="020B0609020204030204" pitchFamily="49" charset="0"/>
              </a:rPr>
              <a:t>)</a:t>
            </a:r>
            <a:r>
              <a:rPr lang="sv-SE">
                <a:solidFill>
                  <a:schemeClr val="accent2">
                    <a:lumMod val="60000"/>
                    <a:lumOff val="40000"/>
                  </a:schemeClr>
                </a:solidFill>
              </a:rPr>
              <a:t>\</a:t>
            </a:r>
            <a:r>
              <a:rPr lang="sv-SE" err="1">
                <a:solidFill>
                  <a:schemeClr val="tx1"/>
                </a:solidFill>
              </a:rPr>
              <a:t>Intermediate</a:t>
            </a:r>
            <a:r>
              <a:rPr lang="sv-SE">
                <a:solidFill>
                  <a:schemeClr val="accent2">
                    <a:lumMod val="60000"/>
                    <a:lumOff val="40000"/>
                  </a:schemeClr>
                </a:solidFill>
              </a:rPr>
              <a:t>\</a:t>
            </a:r>
            <a:r>
              <a:rPr lang="sv-SE">
                <a:solidFill>
                  <a:schemeClr val="accent2">
                    <a:lumMod val="60000"/>
                    <a:lumOff val="40000"/>
                  </a:schemeClr>
                </a:solidFill>
                <a:latin typeface="Consolas" panose="020B0609020204030204" pitchFamily="49" charset="0"/>
              </a:rPr>
              <a:t>$(</a:t>
            </a:r>
            <a:r>
              <a:rPr lang="sv-SE" err="1">
                <a:solidFill>
                  <a:schemeClr val="accent2">
                    <a:lumMod val="60000"/>
                    <a:lumOff val="40000"/>
                  </a:schemeClr>
                </a:solidFill>
                <a:latin typeface="Consolas" panose="020B0609020204030204" pitchFamily="49" charset="0"/>
              </a:rPr>
              <a:t>PlatformTarget</a:t>
            </a:r>
            <a:r>
              <a:rPr lang="sv-SE">
                <a:solidFill>
                  <a:schemeClr val="accent2">
                    <a:lumMod val="60000"/>
                    <a:lumOff val="40000"/>
                  </a:schemeClr>
                </a:solidFill>
                <a:latin typeface="Consolas" panose="020B0609020204030204" pitchFamily="49" charset="0"/>
              </a:rPr>
              <a:t>)</a:t>
            </a:r>
            <a:r>
              <a:rPr lang="sv-SE">
                <a:solidFill>
                  <a:schemeClr val="accent2">
                    <a:lumMod val="60000"/>
                    <a:lumOff val="40000"/>
                  </a:schemeClr>
                </a:solidFill>
              </a:rPr>
              <a:t>-</a:t>
            </a:r>
            <a:r>
              <a:rPr lang="sv-SE">
                <a:solidFill>
                  <a:schemeClr val="accent2">
                    <a:lumMod val="60000"/>
                    <a:lumOff val="40000"/>
                  </a:schemeClr>
                </a:solidFill>
                <a:latin typeface="Consolas" panose="020B0609020204030204" pitchFamily="49" charset="0"/>
              </a:rPr>
              <a:t>$(</a:t>
            </a:r>
            <a:r>
              <a:rPr lang="sv-SE" err="1">
                <a:solidFill>
                  <a:schemeClr val="accent2">
                    <a:lumMod val="60000"/>
                    <a:lumOff val="40000"/>
                  </a:schemeClr>
                </a:solidFill>
                <a:latin typeface="Consolas" panose="020B0609020204030204" pitchFamily="49" charset="0"/>
              </a:rPr>
              <a:t>Configuration</a:t>
            </a:r>
            <a:r>
              <a:rPr lang="sv-SE">
                <a:solidFill>
                  <a:schemeClr val="accent2">
                    <a:lumMod val="60000"/>
                    <a:lumOff val="40000"/>
                  </a:schemeClr>
                </a:solidFill>
                <a:latin typeface="Consolas" panose="020B0609020204030204" pitchFamily="49" charset="0"/>
              </a:rPr>
              <a:t>)</a:t>
            </a:r>
            <a:r>
              <a:rPr lang="sv-SE">
                <a:solidFill>
                  <a:schemeClr val="accent2">
                    <a:lumMod val="60000"/>
                    <a:lumOff val="40000"/>
                  </a:schemeClr>
                </a:solidFill>
              </a:rPr>
              <a:t>\</a:t>
            </a:r>
          </a:p>
          <a:p>
            <a:pPr lvl="2"/>
            <a:endParaRPr lang="sv-SE"/>
          </a:p>
          <a:p>
            <a:pPr lvl="1"/>
            <a:endParaRPr lang="sv-SE" i="1"/>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grpSp>
        <p:nvGrpSpPr>
          <p:cNvPr id="5" name="Grupp 4">
            <a:extLst>
              <a:ext uri="{FF2B5EF4-FFF2-40B4-BE49-F238E27FC236}">
                <a16:creationId xmlns:a16="http://schemas.microsoft.com/office/drawing/2014/main" id="{7037A9D4-DD04-4A2B-B6F2-6637C65C67F6}"/>
              </a:ext>
            </a:extLst>
          </p:cNvPr>
          <p:cNvGrpSpPr/>
          <p:nvPr/>
        </p:nvGrpSpPr>
        <p:grpSpPr>
          <a:xfrm>
            <a:off x="2986087" y="4738521"/>
            <a:ext cx="6219825" cy="276226"/>
            <a:chOff x="2477337" y="6442968"/>
            <a:chExt cx="6219825" cy="276226"/>
          </a:xfrm>
        </p:grpSpPr>
        <p:pic>
          <p:nvPicPr>
            <p:cNvPr id="6" name="Bildobjekt 5">
              <a:extLst>
                <a:ext uri="{FF2B5EF4-FFF2-40B4-BE49-F238E27FC236}">
                  <a16:creationId xmlns:a16="http://schemas.microsoft.com/office/drawing/2014/main" id="{01311EA9-9659-48D5-B972-8687F9953C3F}"/>
                </a:ext>
              </a:extLst>
            </p:cNvPr>
            <p:cNvPicPr>
              <a:picLocks noChangeAspect="1"/>
            </p:cNvPicPr>
            <p:nvPr/>
          </p:nvPicPr>
          <p:blipFill>
            <a:blip r:embed="rId3"/>
            <a:stretch>
              <a:fillRect/>
            </a:stretch>
          </p:blipFill>
          <p:spPr>
            <a:xfrm>
              <a:off x="2477337" y="6442969"/>
              <a:ext cx="2514600" cy="276225"/>
            </a:xfrm>
            <a:prstGeom prst="rect">
              <a:avLst/>
            </a:prstGeom>
          </p:spPr>
        </p:pic>
        <p:pic>
          <p:nvPicPr>
            <p:cNvPr id="8" name="Bildobjekt 7">
              <a:extLst>
                <a:ext uri="{FF2B5EF4-FFF2-40B4-BE49-F238E27FC236}">
                  <a16:creationId xmlns:a16="http://schemas.microsoft.com/office/drawing/2014/main" id="{E6FAAB20-3B9E-4BBA-BA3D-1256BBEB29E6}"/>
                </a:ext>
              </a:extLst>
            </p:cNvPr>
            <p:cNvPicPr>
              <a:picLocks noChangeAspect="1"/>
            </p:cNvPicPr>
            <p:nvPr/>
          </p:nvPicPr>
          <p:blipFill>
            <a:blip r:embed="rId4"/>
            <a:stretch>
              <a:fillRect/>
            </a:stretch>
          </p:blipFill>
          <p:spPr>
            <a:xfrm>
              <a:off x="4991937" y="6442968"/>
              <a:ext cx="3705225" cy="276225"/>
            </a:xfrm>
            <a:prstGeom prst="rect">
              <a:avLst/>
            </a:prstGeom>
          </p:spPr>
        </p:pic>
      </p:grpSp>
    </p:spTree>
    <p:extLst>
      <p:ext uri="{BB962C8B-B14F-4D97-AF65-F5344CB8AC3E}">
        <p14:creationId xmlns:p14="http://schemas.microsoft.com/office/powerpoint/2010/main" val="26083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fade">
                                      <p:cBhvr>
                                        <p:cTn id="23" dur="500"/>
                                        <p:tgtEl>
                                          <p:spTgt spid="7">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vert="horz" lIns="91440" tIns="45720" rIns="91440" bIns="45720" rtlCol="0" anchor="t">
            <a:normAutofit/>
          </a:bodyPr>
          <a:lstStyle/>
          <a:p>
            <a:r>
              <a:rPr lang="sv-SE" b="1" i="1"/>
              <a:t>Target </a:t>
            </a:r>
            <a:r>
              <a:rPr lang="sv-SE" b="1" i="1" err="1"/>
              <a:t>Name</a:t>
            </a:r>
            <a:endParaRPr lang="sv-SE" i="1">
              <a:latin typeface="Montserrat Light"/>
            </a:endParaRPr>
          </a:p>
          <a:p>
            <a:pPr lvl="1"/>
            <a:r>
              <a:rPr lang="sv-SE"/>
              <a:t>Namnet på den .</a:t>
            </a:r>
            <a:r>
              <a:rPr lang="sv-SE" err="1"/>
              <a:t>exe</a:t>
            </a:r>
            <a:r>
              <a:rPr lang="sv-SE"/>
              <a:t>-fil som genereras</a:t>
            </a:r>
          </a:p>
          <a:p>
            <a:pPr lvl="1"/>
            <a:r>
              <a:rPr lang="sv-SE">
                <a:latin typeface="Montserrat Light"/>
              </a:rPr>
              <a:t>Default är projektnamnet</a:t>
            </a:r>
          </a:p>
          <a:p>
            <a:pPr lvl="1"/>
            <a:r>
              <a:rPr lang="sv-SE"/>
              <a:t>Det vi väljer här kan vi senare hämta med makrot $(</a:t>
            </a:r>
            <a:r>
              <a:rPr lang="sv-SE" err="1"/>
              <a:t>TargetName</a:t>
            </a:r>
            <a:r>
              <a:rPr lang="sv-SE"/>
              <a:t>)</a:t>
            </a:r>
          </a:p>
          <a:p>
            <a:pPr lvl="1"/>
            <a:r>
              <a:rPr lang="sv-SE"/>
              <a:t>Denna ställer vi ofta in till olika för olika konfigurationer</a:t>
            </a:r>
          </a:p>
          <a:p>
            <a:pPr lvl="2"/>
            <a:r>
              <a:rPr lang="sv-SE"/>
              <a:t>Vanligt att lägga till –d eller liknande i </a:t>
            </a:r>
            <a:r>
              <a:rPr lang="sv-SE" err="1"/>
              <a:t>Debug</a:t>
            </a:r>
            <a:endParaRPr lang="sv-SE"/>
          </a:p>
          <a:p>
            <a:pPr lvl="1"/>
            <a:r>
              <a:rPr lang="sv-SE"/>
              <a:t>Ibland vill vi ha olika namn för 64-bitarsversioner</a:t>
            </a:r>
          </a:p>
          <a:p>
            <a:pPr lvl="2"/>
            <a:r>
              <a:rPr lang="sv-SE"/>
              <a:t>Ex. lägga till ”64” sist i namnet</a:t>
            </a:r>
            <a:endParaRPr lang="sv-SE">
              <a:latin typeface="Consolas" panose="020B0609020204030204" pitchFamily="49" charset="0"/>
            </a:endParaRPr>
          </a:p>
          <a:p>
            <a:pPr lvl="2"/>
            <a:endParaRPr lang="sv-SE"/>
          </a:p>
          <a:p>
            <a:pPr lvl="2"/>
            <a:endParaRPr lang="sv-SE" i="1"/>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pic>
        <p:nvPicPr>
          <p:cNvPr id="3" name="Bildobjekt 3" descr="En bild som visar text&#10;&#10;Automatiskt genererad beskrivning">
            <a:extLst>
              <a:ext uri="{FF2B5EF4-FFF2-40B4-BE49-F238E27FC236}">
                <a16:creationId xmlns:a16="http://schemas.microsoft.com/office/drawing/2014/main" id="{B51785B1-0FDF-4741-ED24-81BE60297751}"/>
              </a:ext>
            </a:extLst>
          </p:cNvPr>
          <p:cNvPicPr>
            <a:picLocks noChangeAspect="1"/>
          </p:cNvPicPr>
          <p:nvPr/>
        </p:nvPicPr>
        <p:blipFill>
          <a:blip r:embed="rId3"/>
          <a:stretch>
            <a:fillRect/>
          </a:stretch>
        </p:blipFill>
        <p:spPr>
          <a:xfrm>
            <a:off x="2926027" y="4266622"/>
            <a:ext cx="6339945" cy="1823307"/>
          </a:xfrm>
          <a:prstGeom prst="rect">
            <a:avLst/>
          </a:prstGeom>
        </p:spPr>
      </p:pic>
    </p:spTree>
    <p:extLst>
      <p:ext uri="{BB962C8B-B14F-4D97-AF65-F5344CB8AC3E}">
        <p14:creationId xmlns:p14="http://schemas.microsoft.com/office/powerpoint/2010/main" val="252025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0" presetClass="entr" presetSubtype="0" fill="hold" grpId="0" nodeType="with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500"/>
                                        <p:tgtEl>
                                          <p:spTgt spid="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500"/>
                                        <p:tgtEl>
                                          <p:spTgt spid="7">
                                            <p:txEl>
                                              <p:pRg st="2" end="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animEffect transition="in" filter="fade">
                                      <p:cBhvr>
                                        <p:cTn id="30" dur="500"/>
                                        <p:tgtEl>
                                          <p:spTgt spid="7">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fade">
                                      <p:cBhvr>
                                        <p:cTn id="33" dur="500"/>
                                        <p:tgtEl>
                                          <p:spTgt spid="7">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fade">
                                      <p:cBhvr>
                                        <p:cTn id="36"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a:xfrm>
            <a:off x="413629" y="1505666"/>
            <a:ext cx="5806355" cy="4191871"/>
          </a:xfrm>
        </p:spPr>
        <p:txBody>
          <a:bodyPr>
            <a:normAutofit lnSpcReduction="10000"/>
          </a:bodyPr>
          <a:lstStyle/>
          <a:p>
            <a:r>
              <a:rPr lang="sv-SE" b="1"/>
              <a:t>Nästa intressanta kategori är </a:t>
            </a:r>
            <a:r>
              <a:rPr lang="sv-SE" b="1" i="1"/>
              <a:t>C/C++</a:t>
            </a:r>
            <a:r>
              <a:rPr lang="sv-SE" b="1"/>
              <a:t> som har två intressanta underkategorier:</a:t>
            </a:r>
            <a:br>
              <a:rPr lang="sv-SE" b="1"/>
            </a:br>
            <a:br>
              <a:rPr lang="sv-SE" b="1"/>
            </a:br>
            <a:r>
              <a:rPr lang="sv-SE" b="1" i="1"/>
              <a:t>General</a:t>
            </a:r>
            <a:r>
              <a:rPr lang="sv-SE" b="1"/>
              <a:t> och </a:t>
            </a:r>
            <a:r>
              <a:rPr lang="sv-SE" b="1" i="1"/>
              <a:t>Preprocessor</a:t>
            </a:r>
            <a:br>
              <a:rPr lang="sv-SE" b="1" i="1"/>
            </a:br>
            <a:endParaRPr lang="sv-SE" i="1"/>
          </a:p>
          <a:p>
            <a:r>
              <a:rPr lang="sv-SE" b="1"/>
              <a:t>Under </a:t>
            </a:r>
            <a:r>
              <a:rPr lang="sv-SE" b="1" i="1"/>
              <a:t>General </a:t>
            </a:r>
            <a:r>
              <a:rPr lang="sv-SE" b="1"/>
              <a:t>har vi </a:t>
            </a:r>
            <a:r>
              <a:rPr lang="sv-SE" b="1" i="1" err="1"/>
              <a:t>Additional</a:t>
            </a:r>
            <a:r>
              <a:rPr lang="sv-SE" b="1" i="1"/>
              <a:t> </a:t>
            </a:r>
            <a:r>
              <a:rPr lang="sv-SE" b="1" i="1" err="1"/>
              <a:t>Include</a:t>
            </a:r>
            <a:r>
              <a:rPr lang="sv-SE" b="1" i="1"/>
              <a:t> </a:t>
            </a:r>
            <a:r>
              <a:rPr lang="sv-SE" b="1" i="1" err="1"/>
              <a:t>Directories</a:t>
            </a:r>
            <a:endParaRPr lang="sv-SE" b="1" i="1"/>
          </a:p>
          <a:p>
            <a:pPr lvl="1"/>
            <a:r>
              <a:rPr lang="sv-SE"/>
              <a:t>Här anger vi de mappar vi vill leta efter </a:t>
            </a:r>
            <a:r>
              <a:rPr lang="sv-SE" err="1"/>
              <a:t>header</a:t>
            </a:r>
            <a:r>
              <a:rPr lang="sv-SE"/>
              <a:t>-filer i</a:t>
            </a:r>
          </a:p>
          <a:p>
            <a:pPr lvl="1"/>
            <a:r>
              <a:rPr lang="sv-SE"/>
              <a:t>Ange en mapp på varje rad!</a:t>
            </a:r>
          </a:p>
          <a:p>
            <a:pPr lvl="1"/>
            <a:r>
              <a:rPr lang="sv-SE"/>
              <a:t>Används ofta när vi ska inkludera bibliotek</a:t>
            </a:r>
          </a:p>
          <a:p>
            <a:pPr lvl="1"/>
            <a:r>
              <a:rPr lang="sv-SE"/>
              <a:t>Denna ställer vi ofta in till olika beroende på plattform</a:t>
            </a:r>
          </a:p>
          <a:p>
            <a:pPr lvl="2"/>
            <a:r>
              <a:rPr lang="sv-SE"/>
              <a:t>Vi har ofta 32- och 64-bitarsverisonerna av biblioteket i olika mappar</a:t>
            </a:r>
          </a:p>
          <a:p>
            <a:pPr lvl="2"/>
            <a:endParaRPr lang="sv-SE"/>
          </a:p>
          <a:p>
            <a:pPr lvl="1"/>
            <a:endParaRPr lang="sv-SE"/>
          </a:p>
          <a:p>
            <a:pPr lvl="2"/>
            <a:endParaRPr lang="sv-SE"/>
          </a:p>
          <a:p>
            <a:pPr lvl="2"/>
            <a:endParaRPr lang="sv-SE" i="1"/>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pic>
        <p:nvPicPr>
          <p:cNvPr id="4" name="Bildobjekt 3">
            <a:extLst>
              <a:ext uri="{FF2B5EF4-FFF2-40B4-BE49-F238E27FC236}">
                <a16:creationId xmlns:a16="http://schemas.microsoft.com/office/drawing/2014/main" id="{3236A720-73C8-4586-A09E-34C213769539}"/>
              </a:ext>
            </a:extLst>
          </p:cNvPr>
          <p:cNvPicPr>
            <a:picLocks noChangeAspect="1"/>
          </p:cNvPicPr>
          <p:nvPr/>
        </p:nvPicPr>
        <p:blipFill>
          <a:blip r:embed="rId3"/>
          <a:stretch>
            <a:fillRect/>
          </a:stretch>
        </p:blipFill>
        <p:spPr>
          <a:xfrm>
            <a:off x="6219984" y="1613613"/>
            <a:ext cx="5238254" cy="3630774"/>
          </a:xfrm>
          <a:prstGeom prst="rect">
            <a:avLst/>
          </a:prstGeom>
        </p:spPr>
      </p:pic>
    </p:spTree>
    <p:extLst>
      <p:ext uri="{BB962C8B-B14F-4D97-AF65-F5344CB8AC3E}">
        <p14:creationId xmlns:p14="http://schemas.microsoft.com/office/powerpoint/2010/main" val="2350313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500"/>
                                        <p:tgtEl>
                                          <p:spTgt spid="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Effect transition="in" filter="fade">
                                      <p:cBhvr>
                                        <p:cTn id="30" dur="500"/>
                                        <p:tgtEl>
                                          <p:spTgt spid="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animEffect transition="in" filter="fade">
                                      <p:cBhvr>
                                        <p:cTn id="35" dur="500"/>
                                        <p:tgtEl>
                                          <p:spTgt spid="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6" end="6"/>
                                            </p:txEl>
                                          </p:spTgt>
                                        </p:tgtEl>
                                        <p:attrNameLst>
                                          <p:attrName>style.visibility</p:attrName>
                                        </p:attrNameLst>
                                      </p:cBhvr>
                                      <p:to>
                                        <p:strVal val="visible"/>
                                      </p:to>
                                    </p:set>
                                    <p:animEffect transition="in" filter="fade">
                                      <p:cBhvr>
                                        <p:cTn id="40"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Under </a:t>
            </a:r>
            <a:r>
              <a:rPr lang="sv-SE" b="1" i="1"/>
              <a:t>Preprocessor</a:t>
            </a:r>
            <a:r>
              <a:rPr lang="sv-SE" b="1"/>
              <a:t> har vi </a:t>
            </a:r>
            <a:r>
              <a:rPr lang="sv-SE" b="1" i="1"/>
              <a:t>Preprocessor Definitions</a:t>
            </a:r>
            <a:endParaRPr lang="sv-SE" b="1"/>
          </a:p>
          <a:p>
            <a:pPr lvl="1"/>
            <a:r>
              <a:rPr lang="sv-SE"/>
              <a:t>Här kan vi lägga till </a:t>
            </a:r>
            <a:r>
              <a:rPr lang="sv-SE" i="1" err="1"/>
              <a:t>Defines</a:t>
            </a:r>
            <a:br>
              <a:rPr lang="sv-SE" i="1"/>
            </a:br>
            <a:endParaRPr lang="sv-SE"/>
          </a:p>
          <a:p>
            <a:pPr lvl="1"/>
            <a:r>
              <a:rPr lang="sv-SE"/>
              <a:t>Vi får vissa gratis, ex</a:t>
            </a:r>
          </a:p>
          <a:p>
            <a:pPr lvl="2"/>
            <a:r>
              <a:rPr lang="sv-SE"/>
              <a:t>WIN32	om vi kompilerar 32-bitar</a:t>
            </a:r>
          </a:p>
          <a:p>
            <a:pPr lvl="2"/>
            <a:r>
              <a:rPr lang="sv-SE"/>
              <a:t>_DEBUG	om vi kompilerar </a:t>
            </a:r>
            <a:r>
              <a:rPr lang="sv-SE" err="1"/>
              <a:t>Debug</a:t>
            </a:r>
            <a:endParaRPr lang="sv-SE"/>
          </a:p>
          <a:p>
            <a:pPr lvl="2"/>
            <a:r>
              <a:rPr lang="sv-SE"/>
              <a:t>NDEBUG	om vi kompilerar Release</a:t>
            </a:r>
          </a:p>
          <a:p>
            <a:pPr lvl="2"/>
            <a:r>
              <a:rPr lang="sv-SE"/>
              <a:t>_CONSOLE	om vi kör ett konsol-projekt</a:t>
            </a:r>
          </a:p>
          <a:p>
            <a:pPr lvl="1"/>
            <a:endParaRPr lang="sv-SE"/>
          </a:p>
          <a:p>
            <a:pPr lvl="1"/>
            <a:r>
              <a:rPr lang="sv-SE"/>
              <a:t>Är främst intressant när vi ska kompilera egna bibliotek då vi</a:t>
            </a:r>
            <a:br>
              <a:rPr lang="sv-SE"/>
            </a:br>
            <a:r>
              <a:rPr lang="sv-SE"/>
              <a:t>lägger till </a:t>
            </a:r>
            <a:r>
              <a:rPr lang="sv-SE">
                <a:latin typeface="Consolas" panose="020B0609020204030204" pitchFamily="49" charset="0"/>
              </a:rPr>
              <a:t>COMMON_UTILITIES_EXPORTS</a:t>
            </a:r>
          </a:p>
          <a:p>
            <a:pPr lvl="1"/>
            <a:endParaRPr lang="sv-SE" sz="2200"/>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pic>
        <p:nvPicPr>
          <p:cNvPr id="3" name="Bildobjekt 2">
            <a:extLst>
              <a:ext uri="{FF2B5EF4-FFF2-40B4-BE49-F238E27FC236}">
                <a16:creationId xmlns:a16="http://schemas.microsoft.com/office/drawing/2014/main" id="{F286D2EC-51FC-4FC0-98BA-6A5153CFDCF1}"/>
              </a:ext>
            </a:extLst>
          </p:cNvPr>
          <p:cNvPicPr>
            <a:picLocks noChangeAspect="1"/>
          </p:cNvPicPr>
          <p:nvPr/>
        </p:nvPicPr>
        <p:blipFill>
          <a:blip r:embed="rId3"/>
          <a:stretch>
            <a:fillRect/>
          </a:stretch>
        </p:blipFill>
        <p:spPr>
          <a:xfrm>
            <a:off x="6678560" y="1783552"/>
            <a:ext cx="4732907" cy="3290896"/>
          </a:xfrm>
          <a:prstGeom prst="rect">
            <a:avLst/>
          </a:prstGeom>
        </p:spPr>
      </p:pic>
    </p:spTree>
    <p:extLst>
      <p:ext uri="{BB962C8B-B14F-4D97-AF65-F5344CB8AC3E}">
        <p14:creationId xmlns:p14="http://schemas.microsoft.com/office/powerpoint/2010/main" val="928325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500"/>
                                        <p:tgtEl>
                                          <p:spTgt spid="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Effect transition="in" filter="fade">
                                      <p:cBhvr>
                                        <p:cTn id="30" dur="500"/>
                                        <p:tgtEl>
                                          <p:spTgt spid="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animEffect transition="in" filter="fade">
                                      <p:cBhvr>
                                        <p:cTn id="35" dur="500"/>
                                        <p:tgtEl>
                                          <p:spTgt spid="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6" end="6"/>
                                            </p:txEl>
                                          </p:spTgt>
                                        </p:tgtEl>
                                        <p:attrNameLst>
                                          <p:attrName>style.visibility</p:attrName>
                                        </p:attrNameLst>
                                      </p:cBhvr>
                                      <p:to>
                                        <p:strVal val="visible"/>
                                      </p:to>
                                    </p:set>
                                    <p:animEffect transition="in" filter="fade">
                                      <p:cBhvr>
                                        <p:cTn id="40" dur="500"/>
                                        <p:tgtEl>
                                          <p:spTgt spid="7">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xEl>
                                              <p:pRg st="8" end="8"/>
                                            </p:txEl>
                                          </p:spTgt>
                                        </p:tgtEl>
                                        <p:attrNameLst>
                                          <p:attrName>style.visibility</p:attrName>
                                        </p:attrNameLst>
                                      </p:cBhvr>
                                      <p:to>
                                        <p:strVal val="visible"/>
                                      </p:to>
                                    </p:set>
                                    <p:animEffect transition="in" filter="fade">
                                      <p:cBhvr>
                                        <p:cTn id="45"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a:xfrm>
            <a:off x="413629" y="1505666"/>
            <a:ext cx="6362075" cy="4191871"/>
          </a:xfrm>
        </p:spPr>
        <p:txBody>
          <a:bodyPr>
            <a:normAutofit/>
          </a:bodyPr>
          <a:lstStyle/>
          <a:p>
            <a:r>
              <a:rPr lang="sv-SE" b="1"/>
              <a:t>Slutligen har vi ett par intressanta inställningar i kategorin </a:t>
            </a:r>
            <a:r>
              <a:rPr lang="sv-SE" b="1" i="1" err="1"/>
              <a:t>Linker</a:t>
            </a:r>
            <a:br>
              <a:rPr lang="sv-SE" b="1" i="1"/>
            </a:br>
            <a:endParaRPr lang="sv-SE" b="1" i="1"/>
          </a:p>
          <a:p>
            <a:r>
              <a:rPr lang="sv-SE" b="1" i="1" err="1"/>
              <a:t>Additional</a:t>
            </a:r>
            <a:r>
              <a:rPr lang="sv-SE" b="1" i="1"/>
              <a:t> </a:t>
            </a:r>
            <a:r>
              <a:rPr lang="sv-SE" b="1" i="1" err="1"/>
              <a:t>Library</a:t>
            </a:r>
            <a:r>
              <a:rPr lang="sv-SE" b="1" i="1"/>
              <a:t> </a:t>
            </a:r>
            <a:r>
              <a:rPr lang="sv-SE" b="1" i="1" err="1"/>
              <a:t>Directories</a:t>
            </a:r>
            <a:r>
              <a:rPr lang="sv-SE" b="1"/>
              <a:t> kan </a:t>
            </a:r>
            <a:r>
              <a:rPr lang="sv-SE"/>
              <a:t>vi använda när vi ska inkludera bibliotek</a:t>
            </a:r>
          </a:p>
          <a:p>
            <a:pPr lvl="1"/>
            <a:r>
              <a:rPr lang="sv-SE"/>
              <a:t>Fungerar likt </a:t>
            </a:r>
            <a:r>
              <a:rPr lang="sv-SE" i="1" err="1"/>
              <a:t>Additional</a:t>
            </a:r>
            <a:r>
              <a:rPr lang="sv-SE" i="1"/>
              <a:t> </a:t>
            </a:r>
            <a:r>
              <a:rPr lang="sv-SE" i="1" err="1"/>
              <a:t>Include</a:t>
            </a:r>
            <a:r>
              <a:rPr lang="sv-SE" i="1"/>
              <a:t> </a:t>
            </a:r>
            <a:r>
              <a:rPr lang="sv-SE" i="1" err="1"/>
              <a:t>Directories</a:t>
            </a:r>
            <a:r>
              <a:rPr lang="sv-SE"/>
              <a:t> under </a:t>
            </a:r>
            <a:r>
              <a:rPr lang="sv-SE" i="1"/>
              <a:t>C/C++</a:t>
            </a:r>
            <a:r>
              <a:rPr lang="sv-SE"/>
              <a:t> -&gt; </a:t>
            </a:r>
            <a:r>
              <a:rPr lang="sv-SE" i="1"/>
              <a:t>General</a:t>
            </a:r>
            <a:endParaRPr lang="sv-SE"/>
          </a:p>
          <a:p>
            <a:pPr lvl="1"/>
            <a:r>
              <a:rPr lang="sv-SE"/>
              <a:t>Ange de mappar vi vill leta efter .</a:t>
            </a:r>
            <a:r>
              <a:rPr lang="sv-SE" err="1"/>
              <a:t>lib</a:t>
            </a:r>
            <a:r>
              <a:rPr lang="sv-SE"/>
              <a:t>-filer i</a:t>
            </a:r>
          </a:p>
          <a:p>
            <a:pPr lvl="1"/>
            <a:r>
              <a:rPr lang="sv-SE"/>
              <a:t>En mapp per rad!</a:t>
            </a:r>
          </a:p>
          <a:p>
            <a:pPr lvl="1"/>
            <a:r>
              <a:rPr lang="sv-SE"/>
              <a:t>Denna ställer vi ofta in till </a:t>
            </a:r>
            <a:r>
              <a:rPr lang="sv-SE" err="1"/>
              <a:t>olikaberoende</a:t>
            </a:r>
            <a:r>
              <a:rPr lang="sv-SE"/>
              <a:t> på plattform</a:t>
            </a:r>
          </a:p>
          <a:p>
            <a:pPr lvl="2"/>
            <a:r>
              <a:rPr lang="sv-SE"/>
              <a:t>Vi har ofta 32- och 64-bitarsverisonerna av biblioteket i olika mappar.</a:t>
            </a:r>
          </a:p>
          <a:p>
            <a:pPr lvl="1"/>
            <a:endParaRPr lang="sv-SE" sz="2200"/>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pic>
        <p:nvPicPr>
          <p:cNvPr id="4" name="Bildobjekt 3">
            <a:extLst>
              <a:ext uri="{FF2B5EF4-FFF2-40B4-BE49-F238E27FC236}">
                <a16:creationId xmlns:a16="http://schemas.microsoft.com/office/drawing/2014/main" id="{F4BFC0E1-8829-47CF-A493-229D94C3F33A}"/>
              </a:ext>
            </a:extLst>
          </p:cNvPr>
          <p:cNvPicPr>
            <a:picLocks noChangeAspect="1"/>
          </p:cNvPicPr>
          <p:nvPr/>
        </p:nvPicPr>
        <p:blipFill>
          <a:blip r:embed="rId3"/>
          <a:stretch>
            <a:fillRect/>
          </a:stretch>
        </p:blipFill>
        <p:spPr>
          <a:xfrm>
            <a:off x="6979668" y="1953960"/>
            <a:ext cx="4732907" cy="3295281"/>
          </a:xfrm>
          <a:prstGeom prst="rect">
            <a:avLst/>
          </a:prstGeom>
        </p:spPr>
      </p:pic>
      <p:pic>
        <p:nvPicPr>
          <p:cNvPr id="5" name="Bildobjekt 4">
            <a:extLst>
              <a:ext uri="{FF2B5EF4-FFF2-40B4-BE49-F238E27FC236}">
                <a16:creationId xmlns:a16="http://schemas.microsoft.com/office/drawing/2014/main" id="{913B4835-BD97-4E06-A39C-4F08B9BC6799}"/>
              </a:ext>
            </a:extLst>
          </p:cNvPr>
          <p:cNvPicPr>
            <a:picLocks noChangeAspect="1"/>
          </p:cNvPicPr>
          <p:nvPr/>
        </p:nvPicPr>
        <p:blipFill>
          <a:blip r:embed="rId4"/>
          <a:stretch>
            <a:fillRect/>
          </a:stretch>
        </p:blipFill>
        <p:spPr>
          <a:xfrm>
            <a:off x="2046853" y="5502274"/>
            <a:ext cx="3095625" cy="390525"/>
          </a:xfrm>
          <a:prstGeom prst="rect">
            <a:avLst/>
          </a:prstGeom>
        </p:spPr>
      </p:pic>
    </p:spTree>
    <p:extLst>
      <p:ext uri="{BB962C8B-B14F-4D97-AF65-F5344CB8AC3E}">
        <p14:creationId xmlns:p14="http://schemas.microsoft.com/office/powerpoint/2010/main" val="278502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500"/>
                                        <p:tgtEl>
                                          <p:spTgt spid="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Effect transition="in" filter="fade">
                                      <p:cBhvr>
                                        <p:cTn id="30" dur="500"/>
                                        <p:tgtEl>
                                          <p:spTgt spid="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animEffect transition="in" filter="fade">
                                      <p:cBhvr>
                                        <p:cTn id="35" dur="500"/>
                                        <p:tgtEl>
                                          <p:spTgt spid="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6" end="6"/>
                                            </p:txEl>
                                          </p:spTgt>
                                        </p:tgtEl>
                                        <p:attrNameLst>
                                          <p:attrName>style.visibility</p:attrName>
                                        </p:attrNameLst>
                                      </p:cBhvr>
                                      <p:to>
                                        <p:strVal val="visible"/>
                                      </p:to>
                                    </p:set>
                                    <p:animEffect transition="in" filter="fade">
                                      <p:cBhvr>
                                        <p:cTn id="40" dur="500"/>
                                        <p:tgtEl>
                                          <p:spTgt spid="7">
                                            <p:txEl>
                                              <p:pRg st="6" end="6"/>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a:xfrm>
            <a:off x="413629" y="1505666"/>
            <a:ext cx="6069467" cy="4191871"/>
          </a:xfrm>
        </p:spPr>
        <p:txBody>
          <a:bodyPr>
            <a:normAutofit/>
          </a:bodyPr>
          <a:lstStyle/>
          <a:p>
            <a:r>
              <a:rPr lang="sv-SE" b="1"/>
              <a:t>Under </a:t>
            </a:r>
            <a:r>
              <a:rPr lang="sv-SE" b="1" i="1"/>
              <a:t>Input</a:t>
            </a:r>
            <a:r>
              <a:rPr lang="sv-SE" b="1"/>
              <a:t> hittar vi </a:t>
            </a:r>
            <a:r>
              <a:rPr lang="sv-SE" b="1" err="1"/>
              <a:t>Additional</a:t>
            </a:r>
            <a:r>
              <a:rPr lang="sv-SE" b="1"/>
              <a:t> </a:t>
            </a:r>
            <a:r>
              <a:rPr lang="sv-SE" b="1" err="1"/>
              <a:t>Dependencies</a:t>
            </a:r>
            <a:endParaRPr lang="sv-SE" b="1"/>
          </a:p>
          <a:p>
            <a:pPr lvl="1"/>
            <a:r>
              <a:rPr lang="sv-SE"/>
              <a:t>Här listar vi de .</a:t>
            </a:r>
            <a:r>
              <a:rPr lang="sv-SE" err="1"/>
              <a:t>lib</a:t>
            </a:r>
            <a:r>
              <a:rPr lang="sv-SE"/>
              <a:t>-filer vi vill använda</a:t>
            </a:r>
          </a:p>
          <a:p>
            <a:pPr lvl="1"/>
            <a:r>
              <a:rPr lang="sv-SE"/>
              <a:t>Ett filnamn per rad!</a:t>
            </a:r>
          </a:p>
          <a:p>
            <a:pPr lvl="1"/>
            <a:r>
              <a:rPr lang="sv-SE"/>
              <a:t>Denna ställer vi ofta in olika beroende på konfiguration</a:t>
            </a:r>
          </a:p>
          <a:p>
            <a:pPr lvl="2"/>
            <a:r>
              <a:rPr lang="sv-SE" err="1"/>
              <a:t>Debug</a:t>
            </a:r>
            <a:r>
              <a:rPr lang="sv-SE"/>
              <a:t>-versioner har ofta ett –d eller liknande i namnet på .</a:t>
            </a:r>
            <a:r>
              <a:rPr lang="sv-SE" err="1"/>
              <a:t>lib</a:t>
            </a:r>
            <a:r>
              <a:rPr lang="sv-SE"/>
              <a:t>-filerna</a:t>
            </a:r>
          </a:p>
          <a:p>
            <a:pPr lvl="2"/>
            <a:r>
              <a:rPr lang="sv-SE"/>
              <a:t>Ofta heter .</a:t>
            </a:r>
            <a:r>
              <a:rPr lang="sv-SE" err="1"/>
              <a:t>lib</a:t>
            </a:r>
            <a:r>
              <a:rPr lang="sv-SE"/>
              <a:t>-filerna samma sak oberoende av plattform, så vi behöver inte ställa in olika namn för 32- och 64-bitarsplattformarna</a:t>
            </a:r>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PROJEKTINSTÄLLNINGAR</a:t>
            </a:r>
          </a:p>
        </p:txBody>
      </p:sp>
      <p:pic>
        <p:nvPicPr>
          <p:cNvPr id="6" name="Bildobjekt 5">
            <a:extLst>
              <a:ext uri="{FF2B5EF4-FFF2-40B4-BE49-F238E27FC236}">
                <a16:creationId xmlns:a16="http://schemas.microsoft.com/office/drawing/2014/main" id="{EFAC5826-27DE-4949-BBF1-EFB7510D0D06}"/>
              </a:ext>
            </a:extLst>
          </p:cNvPr>
          <p:cNvPicPr>
            <a:picLocks noChangeAspect="1"/>
          </p:cNvPicPr>
          <p:nvPr/>
        </p:nvPicPr>
        <p:blipFill>
          <a:blip r:embed="rId3"/>
          <a:stretch>
            <a:fillRect/>
          </a:stretch>
        </p:blipFill>
        <p:spPr>
          <a:xfrm>
            <a:off x="1900549" y="4961809"/>
            <a:ext cx="3095625" cy="390525"/>
          </a:xfrm>
          <a:prstGeom prst="rect">
            <a:avLst/>
          </a:prstGeom>
        </p:spPr>
      </p:pic>
      <p:pic>
        <p:nvPicPr>
          <p:cNvPr id="3" name="Bildobjekt 2">
            <a:extLst>
              <a:ext uri="{FF2B5EF4-FFF2-40B4-BE49-F238E27FC236}">
                <a16:creationId xmlns:a16="http://schemas.microsoft.com/office/drawing/2014/main" id="{16FCD6B0-C22B-4C43-AEAA-D5434DF690F9}"/>
              </a:ext>
            </a:extLst>
          </p:cNvPr>
          <p:cNvPicPr>
            <a:picLocks noChangeAspect="1"/>
          </p:cNvPicPr>
          <p:nvPr/>
        </p:nvPicPr>
        <p:blipFill>
          <a:blip r:embed="rId4"/>
          <a:stretch>
            <a:fillRect/>
          </a:stretch>
        </p:blipFill>
        <p:spPr>
          <a:xfrm>
            <a:off x="6675907" y="1781359"/>
            <a:ext cx="4753848" cy="3295281"/>
          </a:xfrm>
          <a:prstGeom prst="rect">
            <a:avLst/>
          </a:prstGeom>
        </p:spPr>
      </p:pic>
    </p:spTree>
    <p:extLst>
      <p:ext uri="{BB962C8B-B14F-4D97-AF65-F5344CB8AC3E}">
        <p14:creationId xmlns:p14="http://schemas.microsoft.com/office/powerpoint/2010/main" val="3141859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500"/>
                                        <p:tgtEl>
                                          <p:spTgt spid="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Effect transition="in" filter="fade">
                                      <p:cBhvr>
                                        <p:cTn id="30" dur="500"/>
                                        <p:tgtEl>
                                          <p:spTgt spid="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animEffect transition="in" filter="fade">
                                      <p:cBhvr>
                                        <p:cTn id="35" dur="500"/>
                                        <p:tgtEl>
                                          <p:spTgt spid="7">
                                            <p:txEl>
                                              <p:pRg st="5" end="5"/>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6AF83-AE25-9045-96A5-E784B21F6D75}"/>
            </a:ext>
          </a:extLst>
        </p:cNvPr>
        <p:cNvGrpSpPr/>
        <p:nvPr/>
      </p:nvGrpSpPr>
      <p:grpSpPr>
        <a:xfrm>
          <a:off x="0" y="0"/>
          <a:ext cx="0" cy="0"/>
          <a:chOff x="0" y="0"/>
          <a:chExt cx="0" cy="0"/>
        </a:xfrm>
      </p:grpSpPr>
      <p:sp>
        <p:nvSpPr>
          <p:cNvPr id="3" name="Underrubrik 2">
            <a:extLst>
              <a:ext uri="{FF2B5EF4-FFF2-40B4-BE49-F238E27FC236}">
                <a16:creationId xmlns:a16="http://schemas.microsoft.com/office/drawing/2014/main" id="{A7D23263-3D10-A405-FE84-E773FF3C808C}"/>
              </a:ext>
            </a:extLst>
          </p:cNvPr>
          <p:cNvSpPr>
            <a:spLocks noGrp="1"/>
          </p:cNvSpPr>
          <p:nvPr>
            <p:ph type="subTitle" idx="1"/>
          </p:nvPr>
        </p:nvSpPr>
        <p:spPr/>
        <p:txBody>
          <a:bodyPr/>
          <a:lstStyle/>
          <a:p>
            <a:r>
              <a:rPr lang="sv-SE"/>
              <a:t>Introduktion till C++</a:t>
            </a:r>
          </a:p>
        </p:txBody>
      </p:sp>
      <p:sp>
        <p:nvSpPr>
          <p:cNvPr id="2" name="Rubrik 1">
            <a:extLst>
              <a:ext uri="{FF2B5EF4-FFF2-40B4-BE49-F238E27FC236}">
                <a16:creationId xmlns:a16="http://schemas.microsoft.com/office/drawing/2014/main" id="{7DEDF7A5-8D2B-9602-2374-DD0A6D8FDB48}"/>
              </a:ext>
            </a:extLst>
          </p:cNvPr>
          <p:cNvSpPr>
            <a:spLocks noGrp="1"/>
          </p:cNvSpPr>
          <p:nvPr>
            <p:ph type="ctrTitle"/>
          </p:nvPr>
        </p:nvSpPr>
        <p:spPr/>
        <p:txBody>
          <a:bodyPr/>
          <a:lstStyle/>
          <a:p>
            <a:r>
              <a:rPr lang="sv-SE"/>
              <a:t>KONFIGURATIONER</a:t>
            </a:r>
          </a:p>
        </p:txBody>
      </p:sp>
    </p:spTree>
    <p:extLst>
      <p:ext uri="{BB962C8B-B14F-4D97-AF65-F5344CB8AC3E}">
        <p14:creationId xmlns:p14="http://schemas.microsoft.com/office/powerpoint/2010/main" val="286322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När vi skapar ett nytt projekt får vi automatiskt konfigurationer för både 32- och 64-bitarsplattform</a:t>
            </a:r>
            <a:br>
              <a:rPr lang="sv-SE" b="1"/>
            </a:br>
            <a:endParaRPr lang="sv-SE" b="1"/>
          </a:p>
          <a:p>
            <a:r>
              <a:rPr lang="sv-SE" b="1"/>
              <a:t>Detta kan vi sedan ändra för vårt projekt</a:t>
            </a:r>
            <a:br>
              <a:rPr lang="sv-SE" b="1"/>
            </a:br>
            <a:endParaRPr lang="sv-SE" b="1"/>
          </a:p>
          <a:p>
            <a:r>
              <a:rPr lang="sv-SE" b="1"/>
              <a:t>Klicka på </a:t>
            </a:r>
            <a:r>
              <a:rPr lang="sv-SE" b="1" i="1" err="1"/>
              <a:t>Build</a:t>
            </a:r>
            <a:r>
              <a:rPr lang="sv-SE" b="1"/>
              <a:t> -&gt; </a:t>
            </a:r>
            <a:r>
              <a:rPr lang="sv-SE" b="1" i="1" err="1"/>
              <a:t>Configuration</a:t>
            </a:r>
            <a:r>
              <a:rPr lang="sv-SE" b="1" i="1"/>
              <a:t> Manager</a:t>
            </a:r>
            <a:endParaRPr lang="sv-SE" b="1"/>
          </a:p>
          <a:p>
            <a:pPr lvl="1"/>
            <a:r>
              <a:rPr lang="sv-SE"/>
              <a:t>Den går även att hitta i listrutorna för konfiguration </a:t>
            </a:r>
            <a:br>
              <a:rPr lang="sv-SE"/>
            </a:br>
            <a:r>
              <a:rPr lang="sv-SE"/>
              <a:t>(</a:t>
            </a:r>
            <a:r>
              <a:rPr lang="sv-SE" err="1"/>
              <a:t>Debug</a:t>
            </a:r>
            <a:r>
              <a:rPr lang="sv-SE"/>
              <a:t>/Release) och plattform (x86/x64)</a:t>
            </a:r>
          </a:p>
          <a:p>
            <a:pPr lvl="1"/>
            <a:endParaRPr lang="sv-SE" i="1"/>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KONFIGURATIONER</a:t>
            </a:r>
          </a:p>
        </p:txBody>
      </p:sp>
      <p:pic>
        <p:nvPicPr>
          <p:cNvPr id="4" name="Bildobjekt 3">
            <a:extLst>
              <a:ext uri="{FF2B5EF4-FFF2-40B4-BE49-F238E27FC236}">
                <a16:creationId xmlns:a16="http://schemas.microsoft.com/office/drawing/2014/main" id="{10C6D76C-9265-429C-9C94-849C19E389C6}"/>
              </a:ext>
            </a:extLst>
          </p:cNvPr>
          <p:cNvPicPr>
            <a:picLocks noChangeAspect="1"/>
          </p:cNvPicPr>
          <p:nvPr/>
        </p:nvPicPr>
        <p:blipFill>
          <a:blip r:embed="rId3"/>
          <a:stretch>
            <a:fillRect/>
          </a:stretch>
        </p:blipFill>
        <p:spPr>
          <a:xfrm>
            <a:off x="6887137" y="2566417"/>
            <a:ext cx="4133659" cy="3131120"/>
          </a:xfrm>
          <a:prstGeom prst="rect">
            <a:avLst/>
          </a:prstGeom>
        </p:spPr>
      </p:pic>
    </p:spTree>
    <p:extLst>
      <p:ext uri="{BB962C8B-B14F-4D97-AF65-F5344CB8AC3E}">
        <p14:creationId xmlns:p14="http://schemas.microsoft.com/office/powerpoint/2010/main" val="414865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a:xfrm>
            <a:off x="413629" y="2240280"/>
            <a:ext cx="5820023" cy="3457257"/>
          </a:xfrm>
        </p:spPr>
        <p:txBody>
          <a:bodyPr>
            <a:normAutofit/>
          </a:bodyPr>
          <a:lstStyle/>
          <a:p>
            <a:r>
              <a:rPr lang="sv-SE" b="1"/>
              <a:t>Här kan vi se vilka inställningar som är gjorda för våra olika konfigurationer och plattformar</a:t>
            </a:r>
          </a:p>
          <a:p>
            <a:pPr lvl="1"/>
            <a:r>
              <a:rPr lang="sv-SE"/>
              <a:t>Vi kan även ändra inställningarna</a:t>
            </a:r>
          </a:p>
          <a:p>
            <a:pPr lvl="1"/>
            <a:r>
              <a:rPr lang="sv-SE"/>
              <a:t>Ändra inte de befintliga konfigurationerna/plattformarna</a:t>
            </a:r>
            <a:br>
              <a:rPr lang="sv-SE"/>
            </a:br>
            <a:r>
              <a:rPr lang="sv-SE"/>
              <a:t>om du inte vet vad du gör!</a:t>
            </a:r>
          </a:p>
          <a:p>
            <a:pPr lvl="2"/>
            <a:r>
              <a:rPr lang="sv-SE"/>
              <a:t>Skapa istället nya att leka med</a:t>
            </a:r>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KONFIGURATIONER</a:t>
            </a:r>
          </a:p>
        </p:txBody>
      </p:sp>
      <p:pic>
        <p:nvPicPr>
          <p:cNvPr id="5" name="Bildobjekt 4">
            <a:extLst>
              <a:ext uri="{FF2B5EF4-FFF2-40B4-BE49-F238E27FC236}">
                <a16:creationId xmlns:a16="http://schemas.microsoft.com/office/drawing/2014/main" id="{91F24C35-7CA4-4330-B2E9-DDAB3A64942F}"/>
              </a:ext>
            </a:extLst>
          </p:cNvPr>
          <p:cNvPicPr>
            <a:picLocks noChangeAspect="1"/>
          </p:cNvPicPr>
          <p:nvPr/>
        </p:nvPicPr>
        <p:blipFill>
          <a:blip r:embed="rId3"/>
          <a:stretch>
            <a:fillRect/>
          </a:stretch>
        </p:blipFill>
        <p:spPr>
          <a:xfrm>
            <a:off x="6666734" y="2240280"/>
            <a:ext cx="5045841" cy="3190227"/>
          </a:xfrm>
          <a:prstGeom prst="rect">
            <a:avLst/>
          </a:prstGeom>
        </p:spPr>
      </p:pic>
    </p:spTree>
    <p:extLst>
      <p:ext uri="{BB962C8B-B14F-4D97-AF65-F5344CB8AC3E}">
        <p14:creationId xmlns:p14="http://schemas.microsoft.com/office/powerpoint/2010/main" val="2652744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a:xfrm>
            <a:off x="413629" y="2240280"/>
            <a:ext cx="5682371" cy="3457257"/>
          </a:xfrm>
        </p:spPr>
        <p:txBody>
          <a:bodyPr>
            <a:normAutofit/>
          </a:bodyPr>
          <a:lstStyle/>
          <a:p>
            <a:r>
              <a:rPr lang="sv-SE" b="1"/>
              <a:t>Vi kan skapa nya genom att klicka på listrutan för konfiguration/plattform och välja &lt;New…&gt;</a:t>
            </a:r>
          </a:p>
          <a:p>
            <a:pPr lvl="1"/>
            <a:r>
              <a:rPr lang="sv-SE"/>
              <a:t>Välj ett namn</a:t>
            </a:r>
          </a:p>
          <a:p>
            <a:pPr lvl="1"/>
            <a:r>
              <a:rPr lang="sv-SE"/>
              <a:t>Välj en befintlig konfiguration/</a:t>
            </a:r>
            <a:br>
              <a:rPr lang="sv-SE"/>
            </a:br>
            <a:r>
              <a:rPr lang="sv-SE"/>
              <a:t>plattform att kopiera</a:t>
            </a:r>
          </a:p>
          <a:p>
            <a:pPr lvl="1"/>
            <a:r>
              <a:rPr lang="sv-SE"/>
              <a:t>Sedan kan du ändra inställningarna</a:t>
            </a:r>
          </a:p>
          <a:p>
            <a:pPr lvl="1"/>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KONFIGURATIONER</a:t>
            </a:r>
          </a:p>
        </p:txBody>
      </p:sp>
      <p:pic>
        <p:nvPicPr>
          <p:cNvPr id="4" name="Bildobjekt 3">
            <a:extLst>
              <a:ext uri="{FF2B5EF4-FFF2-40B4-BE49-F238E27FC236}">
                <a16:creationId xmlns:a16="http://schemas.microsoft.com/office/drawing/2014/main" id="{0CD32232-2A34-4A9D-BE2E-1948CD090F6B}"/>
              </a:ext>
            </a:extLst>
          </p:cNvPr>
          <p:cNvPicPr>
            <a:picLocks noChangeAspect="1"/>
          </p:cNvPicPr>
          <p:nvPr/>
        </p:nvPicPr>
        <p:blipFill>
          <a:blip r:embed="rId3"/>
          <a:stretch>
            <a:fillRect/>
          </a:stretch>
        </p:blipFill>
        <p:spPr>
          <a:xfrm>
            <a:off x="6576863" y="1833886"/>
            <a:ext cx="5060360" cy="3190227"/>
          </a:xfrm>
          <a:prstGeom prst="rect">
            <a:avLst/>
          </a:prstGeom>
        </p:spPr>
      </p:pic>
      <p:pic>
        <p:nvPicPr>
          <p:cNvPr id="6" name="Bildobjekt 5">
            <a:extLst>
              <a:ext uri="{FF2B5EF4-FFF2-40B4-BE49-F238E27FC236}">
                <a16:creationId xmlns:a16="http://schemas.microsoft.com/office/drawing/2014/main" id="{64D77873-E21F-4BB3-A8AE-CE02B8B2EFA2}"/>
              </a:ext>
            </a:extLst>
          </p:cNvPr>
          <p:cNvPicPr>
            <a:picLocks noChangeAspect="1"/>
          </p:cNvPicPr>
          <p:nvPr/>
        </p:nvPicPr>
        <p:blipFill>
          <a:blip r:embed="rId4"/>
          <a:stretch>
            <a:fillRect/>
          </a:stretch>
        </p:blipFill>
        <p:spPr>
          <a:xfrm>
            <a:off x="6172475" y="3776776"/>
            <a:ext cx="4124325" cy="2181225"/>
          </a:xfrm>
          <a:prstGeom prst="rect">
            <a:avLst/>
          </a:prstGeom>
        </p:spPr>
      </p:pic>
      <p:sp>
        <p:nvSpPr>
          <p:cNvPr id="7" name="Rektangel 6">
            <a:extLst>
              <a:ext uri="{FF2B5EF4-FFF2-40B4-BE49-F238E27FC236}">
                <a16:creationId xmlns:a16="http://schemas.microsoft.com/office/drawing/2014/main" id="{7FCBE189-5A19-4AF9-BF13-E4A05F65A244}"/>
              </a:ext>
            </a:extLst>
          </p:cNvPr>
          <p:cNvSpPr/>
          <p:nvPr/>
        </p:nvSpPr>
        <p:spPr>
          <a:xfrm>
            <a:off x="8123802" y="3226850"/>
            <a:ext cx="982413" cy="2021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66212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objekt 8">
            <a:extLst>
              <a:ext uri="{FF2B5EF4-FFF2-40B4-BE49-F238E27FC236}">
                <a16:creationId xmlns:a16="http://schemas.microsoft.com/office/drawing/2014/main" id="{72BAA7E4-4F6F-469D-916D-945004C56153}"/>
              </a:ext>
            </a:extLst>
          </p:cNvPr>
          <p:cNvPicPr>
            <a:picLocks noChangeAspect="1"/>
          </p:cNvPicPr>
          <p:nvPr/>
        </p:nvPicPr>
        <p:blipFill>
          <a:blip r:embed="rId3"/>
          <a:stretch>
            <a:fillRect/>
          </a:stretch>
        </p:blipFill>
        <p:spPr>
          <a:xfrm>
            <a:off x="6576862" y="1833885"/>
            <a:ext cx="5051189" cy="3190225"/>
          </a:xfrm>
          <a:prstGeom prst="rect">
            <a:avLst/>
          </a:prstGeom>
        </p:spPr>
      </p:pic>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a:xfrm>
            <a:off x="413629" y="2240280"/>
            <a:ext cx="6078709" cy="3457257"/>
          </a:xfrm>
        </p:spPr>
        <p:txBody>
          <a:bodyPr>
            <a:normAutofit/>
          </a:bodyPr>
          <a:lstStyle/>
          <a:p>
            <a:r>
              <a:rPr lang="sv-SE" b="1"/>
              <a:t>Om vi vill ta bort en konfiguration klickar vi i listrutan och väljer alternativet &lt;Edit…&gt;</a:t>
            </a:r>
          </a:p>
          <a:p>
            <a:pPr lvl="1"/>
            <a:r>
              <a:rPr lang="sv-SE"/>
              <a:t>Då får vi en lista över de vi har</a:t>
            </a:r>
          </a:p>
          <a:p>
            <a:pPr lvl="1"/>
            <a:r>
              <a:rPr lang="sv-SE"/>
              <a:t>Välj den du vill ta bort och klicka på </a:t>
            </a:r>
            <a:r>
              <a:rPr lang="sv-SE" i="1" err="1"/>
              <a:t>Remove</a:t>
            </a:r>
            <a:br>
              <a:rPr lang="sv-SE" i="1"/>
            </a:br>
            <a:endParaRPr lang="sv-SE" i="1"/>
          </a:p>
          <a:p>
            <a:r>
              <a:rPr lang="sv-SE" b="1"/>
              <a:t>Att</a:t>
            </a:r>
            <a:r>
              <a:rPr lang="sv-SE" b="1" i="1"/>
              <a:t> </a:t>
            </a:r>
            <a:r>
              <a:rPr lang="sv-SE" b="1"/>
              <a:t>ta bort en plattform fungerar precis likadant</a:t>
            </a:r>
          </a:p>
          <a:p>
            <a:pPr lvl="1"/>
            <a:r>
              <a:rPr lang="sv-SE"/>
              <a:t>Ofta vill vi ta bort 32-bitarsplattformen då vi mest</a:t>
            </a:r>
            <a:br>
              <a:rPr lang="sv-SE"/>
            </a:br>
            <a:r>
              <a:rPr lang="sv-SE"/>
              <a:t>kommer att använda 64-bitar</a:t>
            </a:r>
          </a:p>
          <a:p>
            <a:endParaRPr lang="sv-SE"/>
          </a:p>
          <a:p>
            <a:pPr lvl="1"/>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KONFIGURATIONER</a:t>
            </a:r>
          </a:p>
        </p:txBody>
      </p:sp>
      <p:sp>
        <p:nvSpPr>
          <p:cNvPr id="7" name="Rektangel 6">
            <a:extLst>
              <a:ext uri="{FF2B5EF4-FFF2-40B4-BE49-F238E27FC236}">
                <a16:creationId xmlns:a16="http://schemas.microsoft.com/office/drawing/2014/main" id="{7FCBE189-5A19-4AF9-BF13-E4A05F65A244}"/>
              </a:ext>
            </a:extLst>
          </p:cNvPr>
          <p:cNvSpPr/>
          <p:nvPr/>
        </p:nvSpPr>
        <p:spPr>
          <a:xfrm>
            <a:off x="9091098" y="3219293"/>
            <a:ext cx="982413" cy="2021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5" name="Bildobjekt 4">
            <a:extLst>
              <a:ext uri="{FF2B5EF4-FFF2-40B4-BE49-F238E27FC236}">
                <a16:creationId xmlns:a16="http://schemas.microsoft.com/office/drawing/2014/main" id="{F88C2110-A19B-4BC9-BB29-4C3A3ADA669D}"/>
              </a:ext>
            </a:extLst>
          </p:cNvPr>
          <p:cNvPicPr>
            <a:picLocks noChangeAspect="1"/>
          </p:cNvPicPr>
          <p:nvPr/>
        </p:nvPicPr>
        <p:blipFill>
          <a:blip r:embed="rId4"/>
          <a:stretch>
            <a:fillRect/>
          </a:stretch>
        </p:blipFill>
        <p:spPr>
          <a:xfrm>
            <a:off x="6096000" y="3676846"/>
            <a:ext cx="3841488" cy="2937970"/>
          </a:xfrm>
          <a:prstGeom prst="rect">
            <a:avLst/>
          </a:prstGeom>
        </p:spPr>
      </p:pic>
    </p:spTree>
    <p:extLst>
      <p:ext uri="{BB962C8B-B14F-4D97-AF65-F5344CB8AC3E}">
        <p14:creationId xmlns:p14="http://schemas.microsoft.com/office/powerpoint/2010/main" val="383946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69AEF-0470-D7E0-53B0-9C6A5181DD00}"/>
            </a:ext>
          </a:extLst>
        </p:cNvPr>
        <p:cNvGrpSpPr/>
        <p:nvPr/>
      </p:nvGrpSpPr>
      <p:grpSpPr>
        <a:xfrm>
          <a:off x="0" y="0"/>
          <a:ext cx="0" cy="0"/>
          <a:chOff x="0" y="0"/>
          <a:chExt cx="0" cy="0"/>
        </a:xfrm>
      </p:grpSpPr>
      <p:sp>
        <p:nvSpPr>
          <p:cNvPr id="3" name="Underrubrik 2">
            <a:extLst>
              <a:ext uri="{FF2B5EF4-FFF2-40B4-BE49-F238E27FC236}">
                <a16:creationId xmlns:a16="http://schemas.microsoft.com/office/drawing/2014/main" id="{841C3325-30C9-8214-19EC-C793848C86F2}"/>
              </a:ext>
            </a:extLst>
          </p:cNvPr>
          <p:cNvSpPr>
            <a:spLocks noGrp="1"/>
          </p:cNvSpPr>
          <p:nvPr>
            <p:ph type="subTitle" idx="1"/>
          </p:nvPr>
        </p:nvSpPr>
        <p:spPr/>
        <p:txBody>
          <a:bodyPr/>
          <a:lstStyle/>
          <a:p>
            <a:r>
              <a:rPr lang="sv-SE"/>
              <a:t>Introduktion till C++</a:t>
            </a:r>
          </a:p>
        </p:txBody>
      </p:sp>
      <p:sp>
        <p:nvSpPr>
          <p:cNvPr id="2" name="Rubrik 1">
            <a:extLst>
              <a:ext uri="{FF2B5EF4-FFF2-40B4-BE49-F238E27FC236}">
                <a16:creationId xmlns:a16="http://schemas.microsoft.com/office/drawing/2014/main" id="{A2CC3EEB-4595-B270-3A28-1BAFC3F83CBC}"/>
              </a:ext>
            </a:extLst>
          </p:cNvPr>
          <p:cNvSpPr>
            <a:spLocks noGrp="1"/>
          </p:cNvSpPr>
          <p:nvPr>
            <p:ph type="ctrTitle"/>
          </p:nvPr>
        </p:nvSpPr>
        <p:spPr/>
        <p:txBody>
          <a:bodyPr/>
          <a:lstStyle/>
          <a:p>
            <a:r>
              <a:rPr lang="sv-SE"/>
              <a:t>LÄNKA IN BIBLIOTEK</a:t>
            </a:r>
          </a:p>
        </p:txBody>
      </p:sp>
    </p:spTree>
    <p:extLst>
      <p:ext uri="{BB962C8B-B14F-4D97-AF65-F5344CB8AC3E}">
        <p14:creationId xmlns:p14="http://schemas.microsoft.com/office/powerpoint/2010/main" val="2442088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68F1B2DA-8EF5-ABBF-BC22-6CC3A1C4A9BF}"/>
              </a:ext>
            </a:extLst>
          </p:cNvPr>
          <p:cNvSpPr>
            <a:spLocks noGrp="1"/>
          </p:cNvSpPr>
          <p:nvPr>
            <p:ph idx="1"/>
          </p:nvPr>
        </p:nvSpPr>
        <p:spPr/>
        <p:txBody>
          <a:bodyPr>
            <a:normAutofit/>
          </a:bodyPr>
          <a:lstStyle/>
          <a:p>
            <a:r>
              <a:rPr lang="sv-SE" b="1"/>
              <a:t>När vi använder kod från andra projekt har vi två alternativ:</a:t>
            </a:r>
          </a:p>
          <a:p>
            <a:pPr lvl="1"/>
            <a:r>
              <a:rPr lang="sv-SE"/>
              <a:t>Använda ett färdigbyggt bibliotek</a:t>
            </a:r>
          </a:p>
          <a:p>
            <a:pPr lvl="1"/>
            <a:r>
              <a:rPr lang="sv-SE"/>
              <a:t>Sätta upp koden som ett projekt i vår solution och kompilera själv</a:t>
            </a:r>
          </a:p>
          <a:p>
            <a:pPr lvl="1"/>
            <a:endParaRPr lang="sv-SE"/>
          </a:p>
          <a:p>
            <a:r>
              <a:rPr lang="sv-SE" b="1"/>
              <a:t>Vissa saker kan vi inte bygga själva:</a:t>
            </a:r>
          </a:p>
          <a:p>
            <a:pPr lvl="1"/>
            <a:r>
              <a:rPr lang="sv-SE"/>
              <a:t>Stängd källkod, delar av operativsystem mm</a:t>
            </a:r>
          </a:p>
          <a:p>
            <a:pPr lvl="1"/>
            <a:endParaRPr lang="sv-SE"/>
          </a:p>
          <a:p>
            <a:r>
              <a:rPr lang="sv-SE" b="1"/>
              <a:t>Men annars är det att föredra</a:t>
            </a:r>
          </a:p>
          <a:p>
            <a:pPr lvl="1"/>
            <a:r>
              <a:rPr lang="sv-SE"/>
              <a:t>Gör det lättare att stödja flera plattformar, ändra hur kod kompileras och </a:t>
            </a:r>
            <a:r>
              <a:rPr lang="sv-SE" err="1"/>
              <a:t>debugga</a:t>
            </a:r>
            <a:r>
              <a:rPr lang="sv-SE"/>
              <a:t>!</a:t>
            </a:r>
          </a:p>
          <a:p>
            <a:pPr lvl="1"/>
            <a:endParaRPr lang="sv-SE"/>
          </a:p>
          <a:p>
            <a:r>
              <a:rPr lang="sv-SE" b="1"/>
              <a:t>Men nu tittar vi på hur vi använder </a:t>
            </a:r>
            <a:r>
              <a:rPr lang="sv-SE" b="1" err="1"/>
              <a:t>färdigabyggda</a:t>
            </a:r>
            <a:r>
              <a:rPr lang="sv-SE" b="1"/>
              <a:t> bibliotek</a:t>
            </a:r>
            <a:r>
              <a:rPr lang="sv-SE"/>
              <a:t>! </a:t>
            </a:r>
          </a:p>
        </p:txBody>
      </p:sp>
      <p:sp>
        <p:nvSpPr>
          <p:cNvPr id="2" name="Rubrik 1">
            <a:extLst>
              <a:ext uri="{FF2B5EF4-FFF2-40B4-BE49-F238E27FC236}">
                <a16:creationId xmlns:a16="http://schemas.microsoft.com/office/drawing/2014/main" id="{655716FD-0A42-60F2-DB9F-8EAE35D92F82}"/>
              </a:ext>
            </a:extLst>
          </p:cNvPr>
          <p:cNvSpPr>
            <a:spLocks noGrp="1"/>
          </p:cNvSpPr>
          <p:nvPr>
            <p:ph type="title"/>
          </p:nvPr>
        </p:nvSpPr>
        <p:spPr/>
        <p:txBody>
          <a:bodyPr/>
          <a:lstStyle/>
          <a:p>
            <a:r>
              <a:rPr lang="sv-SE"/>
              <a:t>LÄNKA IN BIBLIOTEK</a:t>
            </a:r>
          </a:p>
        </p:txBody>
      </p:sp>
    </p:spTree>
    <p:extLst>
      <p:ext uri="{BB962C8B-B14F-4D97-AF65-F5344CB8AC3E}">
        <p14:creationId xmlns:p14="http://schemas.microsoft.com/office/powerpoint/2010/main" val="2914785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För att använda ett bibliotek i vårt projekt behöver vi gå igenom följande steg:</a:t>
            </a:r>
          </a:p>
          <a:p>
            <a:pPr marL="914400" lvl="1" indent="-457200">
              <a:buFont typeface="+mj-lt"/>
              <a:buAutoNum type="arabicPeriod"/>
            </a:pPr>
            <a:r>
              <a:rPr lang="sv-SE"/>
              <a:t>Ladda ner biblioteket</a:t>
            </a:r>
          </a:p>
          <a:p>
            <a:pPr marL="914400" lvl="1" indent="-457200">
              <a:buFont typeface="+mj-lt"/>
              <a:buAutoNum type="arabicPeriod"/>
            </a:pPr>
            <a:r>
              <a:rPr lang="sv-SE"/>
              <a:t>Installera/packa upp biblioteket</a:t>
            </a:r>
          </a:p>
          <a:p>
            <a:pPr marL="914400" lvl="1" indent="-457200">
              <a:buFont typeface="+mj-lt"/>
              <a:buAutoNum type="arabicPeriod"/>
            </a:pPr>
            <a:r>
              <a:rPr lang="sv-SE"/>
              <a:t>Ställa in vår IDE (Visual Studio) så att den hittar </a:t>
            </a:r>
            <a:r>
              <a:rPr lang="sv-SE" err="1"/>
              <a:t>header</a:t>
            </a:r>
            <a:r>
              <a:rPr lang="sv-SE"/>
              <a:t>-filer och .</a:t>
            </a:r>
            <a:r>
              <a:rPr lang="sv-SE" err="1"/>
              <a:t>lib</a:t>
            </a:r>
            <a:r>
              <a:rPr lang="sv-SE"/>
              <a:t>-filer för projektet</a:t>
            </a:r>
          </a:p>
          <a:p>
            <a:pPr marL="914400" lvl="1" indent="-457200">
              <a:buFont typeface="+mj-lt"/>
              <a:buAutoNum type="arabicPeriod"/>
            </a:pPr>
            <a:r>
              <a:rPr lang="sv-SE"/>
              <a:t>Ange vilka biblioteksfiler som ska länkas in</a:t>
            </a:r>
            <a:br>
              <a:rPr lang="sv-SE"/>
            </a:br>
            <a:r>
              <a:rPr lang="sv-SE"/>
              <a:t>[Statiska bibliotek/Importbibliotek]</a:t>
            </a:r>
          </a:p>
          <a:p>
            <a:pPr marL="914400" lvl="1" indent="-457200">
              <a:buFont typeface="+mj-lt"/>
              <a:buAutoNum type="arabicPeriod"/>
            </a:pPr>
            <a:r>
              <a:rPr lang="sv-SE"/>
              <a:t>Inkludera de </a:t>
            </a:r>
            <a:r>
              <a:rPr lang="sv-SE" err="1"/>
              <a:t>header</a:t>
            </a:r>
            <a:r>
              <a:rPr lang="sv-SE"/>
              <a:t>-filer du behöver använda i de filer där de behövs</a:t>
            </a:r>
          </a:p>
          <a:p>
            <a:pPr marL="914400" lvl="1" indent="-457200">
              <a:buFont typeface="+mj-lt"/>
              <a:buAutoNum type="arabicPeriod"/>
            </a:pPr>
            <a:r>
              <a:rPr lang="sv-SE"/>
              <a:t>Se till att </a:t>
            </a:r>
            <a:r>
              <a:rPr lang="sv-SE" err="1"/>
              <a:t>IDE:n</a:t>
            </a:r>
            <a:r>
              <a:rPr lang="sv-SE"/>
              <a:t> kan hitta de .</a:t>
            </a:r>
            <a:r>
              <a:rPr lang="sv-SE" err="1"/>
              <a:t>dll-filer</a:t>
            </a:r>
            <a:r>
              <a:rPr lang="sv-SE"/>
              <a:t> som behövs [Dynamiska bibliotek]</a:t>
            </a:r>
          </a:p>
          <a:p>
            <a:pPr lvl="1"/>
            <a:endParaRPr lang="sv-SE"/>
          </a:p>
          <a:p>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LÄNKA IN BIBLIOTEK</a:t>
            </a:r>
          </a:p>
        </p:txBody>
      </p:sp>
    </p:spTree>
    <p:extLst>
      <p:ext uri="{BB962C8B-B14F-4D97-AF65-F5344CB8AC3E}">
        <p14:creationId xmlns:p14="http://schemas.microsoft.com/office/powerpoint/2010/main" val="243382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Vi behöver hitta en version av biblioteket som:</a:t>
            </a:r>
          </a:p>
          <a:p>
            <a:pPr lvl="1"/>
            <a:r>
              <a:rPr lang="sv-SE"/>
              <a:t>Stämmer överens med det operativsystem vi använder</a:t>
            </a:r>
          </a:p>
          <a:p>
            <a:pPr lvl="1"/>
            <a:r>
              <a:rPr lang="sv-SE"/>
              <a:t>Stämmer överens med den plattform vi vill </a:t>
            </a:r>
            <a:r>
              <a:rPr lang="sv-SE" i="1"/>
              <a:t>kompilera </a:t>
            </a:r>
            <a:r>
              <a:rPr lang="sv-SE" b="1" i="1"/>
              <a:t>för</a:t>
            </a:r>
            <a:r>
              <a:rPr lang="sv-SE"/>
              <a:t> (32-bit eller 64-bit)</a:t>
            </a:r>
          </a:p>
          <a:p>
            <a:pPr lvl="2"/>
            <a:r>
              <a:rPr lang="sv-SE"/>
              <a:t>Om man vill använda båda plattformarna krävs en version för var plattform</a:t>
            </a:r>
          </a:p>
          <a:p>
            <a:pPr lvl="1"/>
            <a:r>
              <a:rPr lang="sv-SE"/>
              <a:t>Stämmer överens med den kompilator vi använder</a:t>
            </a:r>
          </a:p>
          <a:p>
            <a:r>
              <a:rPr lang="sv-SE" b="1"/>
              <a:t>Ofta finns förkompilerade versioner som passar in</a:t>
            </a:r>
          </a:p>
          <a:p>
            <a:r>
              <a:rPr lang="sv-SE" b="1"/>
              <a:t>Om det inte finns förkompilerade versioner måste vi ladda ner källkoden och kompilera biblioteket själva</a:t>
            </a:r>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1 – LADDA NER BIBLIOTEKET</a:t>
            </a:r>
          </a:p>
        </p:txBody>
      </p:sp>
    </p:spTree>
    <p:extLst>
      <p:ext uri="{BB962C8B-B14F-4D97-AF65-F5344CB8AC3E}">
        <p14:creationId xmlns:p14="http://schemas.microsoft.com/office/powerpoint/2010/main" val="38312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Ett bibliotek med en </a:t>
            </a:r>
            <a:r>
              <a:rPr lang="sv-SE" b="1" i="1"/>
              <a:t>mycket</a:t>
            </a:r>
            <a:r>
              <a:rPr lang="sv-SE" b="1"/>
              <a:t> bra </a:t>
            </a:r>
            <a:r>
              <a:rPr lang="sv-SE" b="1" err="1"/>
              <a:t>tutorial</a:t>
            </a:r>
            <a:r>
              <a:rPr lang="sv-SE" b="1"/>
              <a:t> är SFML för 2D-grafik</a:t>
            </a:r>
          </a:p>
          <a:p>
            <a:pPr lvl="1"/>
            <a:r>
              <a:rPr lang="sv-SE">
                <a:hlinkClick r:id="rId3"/>
              </a:rPr>
              <a:t>https://www.sfml-dev.org/tutorials/2.5/start-vc.php</a:t>
            </a:r>
            <a:endParaRPr lang="sv-SE"/>
          </a:p>
          <a:p>
            <a:pPr lvl="1"/>
            <a:r>
              <a:rPr lang="sv-SE"/>
              <a:t>Gå gärna genom den för att träna på att länka in bibliotek</a:t>
            </a:r>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1 – LADDA NER BIBLIOTEKET</a:t>
            </a:r>
          </a:p>
        </p:txBody>
      </p:sp>
    </p:spTree>
    <p:extLst>
      <p:ext uri="{BB962C8B-B14F-4D97-AF65-F5344CB8AC3E}">
        <p14:creationId xmlns:p14="http://schemas.microsoft.com/office/powerpoint/2010/main" val="1027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Det finns tre filosofier:</a:t>
            </a:r>
          </a:p>
          <a:p>
            <a:pPr marL="914400" lvl="1" indent="-457200">
              <a:buFont typeface="+mj-lt"/>
              <a:buAutoNum type="arabicPeriod"/>
            </a:pPr>
            <a:r>
              <a:rPr lang="sv-SE"/>
              <a:t>Installera alla bibliotek på ett och samma ställe på hårddisken så att de är lätta att hitta</a:t>
            </a:r>
          </a:p>
          <a:p>
            <a:pPr lvl="2"/>
            <a:r>
              <a:rPr lang="sv-SE"/>
              <a:t>Tar mindre plats</a:t>
            </a:r>
          </a:p>
          <a:p>
            <a:pPr lvl="2"/>
            <a:r>
              <a:rPr lang="sv-SE"/>
              <a:t>Lätt att hitta projekten</a:t>
            </a:r>
          </a:p>
          <a:p>
            <a:pPr lvl="2"/>
            <a:r>
              <a:rPr lang="sv-SE"/>
              <a:t>Behöver system för att hantera beroenden</a:t>
            </a:r>
          </a:p>
          <a:p>
            <a:pPr marL="914400" lvl="1" indent="-457200">
              <a:buFont typeface="+mj-lt"/>
              <a:buAutoNum type="arabicPeriod"/>
            </a:pPr>
            <a:r>
              <a:rPr lang="sv-SE"/>
              <a:t>Lägg biblioteken i projektmappen så att det är lättare att jobba på projektet på olika datorer</a:t>
            </a:r>
          </a:p>
          <a:p>
            <a:pPr lvl="2"/>
            <a:r>
              <a:rPr lang="sv-SE"/>
              <a:t>En person med flera arbetsstationer eller en grupp med flera personer</a:t>
            </a:r>
          </a:p>
          <a:p>
            <a:pPr lvl="2"/>
            <a:r>
              <a:rPr lang="sv-SE"/>
              <a:t>Man slipper ställa in projektet olika på olika datorer (alternativt se till att filerna ligger på </a:t>
            </a:r>
            <a:r>
              <a:rPr lang="sv-SE" i="1"/>
              <a:t>exakt</a:t>
            </a:r>
            <a:r>
              <a:rPr lang="sv-SE"/>
              <a:t> samma ställe på alla datorer vilket inte alltid är möjligt)</a:t>
            </a:r>
          </a:p>
          <a:p>
            <a:pPr lvl="2"/>
            <a:r>
              <a:rPr lang="sv-SE"/>
              <a:t>Lättare att hitta alla bibliotek som hör till ett specifikt projekt</a:t>
            </a:r>
          </a:p>
          <a:p>
            <a:pPr lvl="2">
              <a:buClr>
                <a:schemeClr val="tx1"/>
              </a:buClr>
            </a:pPr>
            <a:r>
              <a:rPr lang="sv-SE">
                <a:solidFill>
                  <a:srgbClr val="FFC000"/>
                </a:solidFill>
              </a:rPr>
              <a:t>Gör en separat mapp för biblioteksfilerna! </a:t>
            </a:r>
            <a:r>
              <a:rPr lang="sv-SE"/>
              <a:t>Ex. </a:t>
            </a:r>
            <a:r>
              <a:rPr lang="sv-SE" err="1"/>
              <a:t>External</a:t>
            </a:r>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2 – INSTALLERA BIBLIOTEKET</a:t>
            </a:r>
          </a:p>
        </p:txBody>
      </p:sp>
    </p:spTree>
    <p:extLst>
      <p:ext uri="{BB962C8B-B14F-4D97-AF65-F5344CB8AC3E}">
        <p14:creationId xmlns:p14="http://schemas.microsoft.com/office/powerpoint/2010/main" val="61424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fade">
                                      <p:cBhvr>
                                        <p:cTn id="25" dur="500"/>
                                        <p:tgtEl>
                                          <p:spTgt spid="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animEffect transition="in" filter="fade">
                                      <p:cBhvr>
                                        <p:cTn id="30" dur="500"/>
                                        <p:tgtEl>
                                          <p:spTgt spid="7">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animEffect transition="in" filter="fade">
                                      <p:cBhvr>
                                        <p:cTn id="35" dur="500"/>
                                        <p:tgtEl>
                                          <p:spTgt spid="7">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7" end="7"/>
                                            </p:txEl>
                                          </p:spTgt>
                                        </p:tgtEl>
                                        <p:attrNameLst>
                                          <p:attrName>style.visibility</p:attrName>
                                        </p:attrNameLst>
                                      </p:cBhvr>
                                      <p:to>
                                        <p:strVal val="visible"/>
                                      </p:to>
                                    </p:set>
                                    <p:animEffect transition="in" filter="fade">
                                      <p:cBhvr>
                                        <p:cTn id="40" dur="500"/>
                                        <p:tgtEl>
                                          <p:spTgt spid="7">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xEl>
                                              <p:pRg st="8" end="8"/>
                                            </p:txEl>
                                          </p:spTgt>
                                        </p:tgtEl>
                                        <p:attrNameLst>
                                          <p:attrName>style.visibility</p:attrName>
                                        </p:attrNameLst>
                                      </p:cBhvr>
                                      <p:to>
                                        <p:strVal val="visible"/>
                                      </p:to>
                                    </p:set>
                                    <p:animEffect transition="in" filter="fade">
                                      <p:cBhvr>
                                        <p:cTn id="45" dur="500"/>
                                        <p:tgtEl>
                                          <p:spTgt spid="7">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
                                            <p:txEl>
                                              <p:pRg st="9" end="9"/>
                                            </p:txEl>
                                          </p:spTgt>
                                        </p:tgtEl>
                                        <p:attrNameLst>
                                          <p:attrName>style.visibility</p:attrName>
                                        </p:attrNameLst>
                                      </p:cBhvr>
                                      <p:to>
                                        <p:strVal val="visible"/>
                                      </p:to>
                                    </p:set>
                                    <p:animEffect transition="in" filter="fade">
                                      <p:cBhvr>
                                        <p:cTn id="50"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Här ändrar vi två inställningar:</a:t>
            </a:r>
          </a:p>
          <a:p>
            <a:pPr lvl="1"/>
            <a:r>
              <a:rPr lang="sv-SE"/>
              <a:t>Under </a:t>
            </a:r>
            <a:r>
              <a:rPr lang="sv-SE" i="1" err="1"/>
              <a:t>Properties</a:t>
            </a:r>
            <a:r>
              <a:rPr lang="sv-SE"/>
              <a:t> -&gt; </a:t>
            </a:r>
            <a:r>
              <a:rPr lang="sv-SE" i="1"/>
              <a:t>C/C++ </a:t>
            </a:r>
            <a:r>
              <a:rPr lang="sv-SE"/>
              <a:t>-&gt; </a:t>
            </a:r>
            <a:r>
              <a:rPr lang="sv-SE" i="1"/>
              <a:t>General</a:t>
            </a:r>
            <a:r>
              <a:rPr lang="sv-SE"/>
              <a:t> hittar vi </a:t>
            </a:r>
            <a:r>
              <a:rPr lang="sv-SE" i="1" err="1"/>
              <a:t>Additional</a:t>
            </a:r>
            <a:r>
              <a:rPr lang="sv-SE" i="1"/>
              <a:t> </a:t>
            </a:r>
            <a:r>
              <a:rPr lang="sv-SE" i="1" err="1"/>
              <a:t>Include</a:t>
            </a:r>
            <a:r>
              <a:rPr lang="sv-SE" i="1"/>
              <a:t> </a:t>
            </a:r>
            <a:r>
              <a:rPr lang="sv-SE" i="1" err="1"/>
              <a:t>Directories</a:t>
            </a:r>
            <a:endParaRPr lang="sv-SE" i="1"/>
          </a:p>
          <a:p>
            <a:pPr lvl="2"/>
            <a:r>
              <a:rPr lang="sv-SE"/>
              <a:t>Här</a:t>
            </a:r>
            <a:r>
              <a:rPr lang="sv-SE" i="1"/>
              <a:t> </a:t>
            </a:r>
            <a:r>
              <a:rPr lang="sv-SE"/>
              <a:t>anger vi sökvägen till den mapp där bibliotekets </a:t>
            </a:r>
            <a:r>
              <a:rPr lang="sv-SE" err="1"/>
              <a:t>header</a:t>
            </a:r>
            <a:r>
              <a:rPr lang="sv-SE"/>
              <a:t>-filer ligger</a:t>
            </a:r>
          </a:p>
          <a:p>
            <a:pPr lvl="2"/>
            <a:r>
              <a:rPr lang="sv-SE"/>
              <a:t>Ofta heter denna mapp just </a:t>
            </a:r>
            <a:r>
              <a:rPr lang="sv-SE" i="1" err="1"/>
              <a:t>include</a:t>
            </a:r>
            <a:endParaRPr lang="sv-SE" i="1"/>
          </a:p>
          <a:p>
            <a:pPr lvl="2"/>
            <a:r>
              <a:rPr lang="sv-SE"/>
              <a:t>Om vi har lagt biblioteksfilerna i projektmappen använder vi makron för att ange en relativ sökväg så att vi inte behöver ändra inställningen när vi flyttar projektet</a:t>
            </a:r>
          </a:p>
          <a:p>
            <a:pPr lvl="1"/>
            <a:r>
              <a:rPr lang="sv-SE"/>
              <a:t>Under </a:t>
            </a:r>
            <a:r>
              <a:rPr lang="sv-SE" i="1" err="1"/>
              <a:t>Properties</a:t>
            </a:r>
            <a:r>
              <a:rPr lang="sv-SE"/>
              <a:t> -&gt; </a:t>
            </a:r>
            <a:r>
              <a:rPr lang="sv-SE" i="1" err="1"/>
              <a:t>Linker</a:t>
            </a:r>
            <a:r>
              <a:rPr lang="sv-SE"/>
              <a:t> -&gt; </a:t>
            </a:r>
            <a:r>
              <a:rPr lang="sv-SE" i="1"/>
              <a:t>General</a:t>
            </a:r>
            <a:r>
              <a:rPr lang="sv-SE"/>
              <a:t> hittar vi </a:t>
            </a:r>
            <a:r>
              <a:rPr lang="sv-SE" i="1" err="1"/>
              <a:t>Additional</a:t>
            </a:r>
            <a:r>
              <a:rPr lang="sv-SE" i="1"/>
              <a:t> </a:t>
            </a:r>
            <a:r>
              <a:rPr lang="sv-SE" i="1" err="1"/>
              <a:t>Library</a:t>
            </a:r>
            <a:r>
              <a:rPr lang="sv-SE" i="1"/>
              <a:t> </a:t>
            </a:r>
            <a:r>
              <a:rPr lang="sv-SE" i="1" err="1"/>
              <a:t>Directories</a:t>
            </a:r>
            <a:endParaRPr lang="sv-SE" i="1"/>
          </a:p>
          <a:p>
            <a:pPr lvl="2"/>
            <a:r>
              <a:rPr lang="sv-SE"/>
              <a:t>Här</a:t>
            </a:r>
            <a:r>
              <a:rPr lang="sv-SE" i="1"/>
              <a:t> </a:t>
            </a:r>
            <a:r>
              <a:rPr lang="sv-SE"/>
              <a:t>anger vi sökvägen till mappen där bibliotekets .</a:t>
            </a:r>
            <a:r>
              <a:rPr lang="sv-SE" err="1"/>
              <a:t>lib</a:t>
            </a:r>
            <a:r>
              <a:rPr lang="sv-SE"/>
              <a:t>-filer ligger</a:t>
            </a:r>
          </a:p>
          <a:p>
            <a:pPr lvl="2"/>
            <a:r>
              <a:rPr lang="sv-SE"/>
              <a:t>Ofta heter denna mapp </a:t>
            </a:r>
            <a:r>
              <a:rPr lang="sv-SE" i="1" err="1"/>
              <a:t>lib</a:t>
            </a:r>
            <a:endParaRPr lang="sv-SE"/>
          </a:p>
          <a:p>
            <a:pPr lvl="2"/>
            <a:r>
              <a:rPr lang="sv-SE"/>
              <a:t>Endast om vi har .</a:t>
            </a:r>
            <a:r>
              <a:rPr lang="sv-SE" err="1"/>
              <a:t>lib</a:t>
            </a:r>
            <a:r>
              <a:rPr lang="sv-SE"/>
              <a:t>-filer, dvs. det är ett statiskt bibliotek eller ett dynamiskt bibliotek som har ett importbibliotek</a:t>
            </a:r>
            <a:endParaRPr lang="sv-SE" i="1"/>
          </a:p>
          <a:p>
            <a:pPr lvl="1"/>
            <a:r>
              <a:rPr lang="sv-SE"/>
              <a:t>32-bitar och 64-bitar ligger oftast i olika mappar</a:t>
            </a:r>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3 – STÄLL IN </a:t>
            </a:r>
            <a:r>
              <a:rPr lang="sv-SE" err="1"/>
              <a:t>IDE:n</a:t>
            </a:r>
            <a:endParaRPr lang="sv-SE"/>
          </a:p>
        </p:txBody>
      </p:sp>
    </p:spTree>
    <p:extLst>
      <p:ext uri="{BB962C8B-B14F-4D97-AF65-F5344CB8AC3E}">
        <p14:creationId xmlns:p14="http://schemas.microsoft.com/office/powerpoint/2010/main" val="2394457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fade">
                                      <p:cBhvr>
                                        <p:cTn id="47" dur="500"/>
                                        <p:tgtEl>
                                          <p:spTgt spid="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
                                            <p:txEl>
                                              <p:pRg st="9" end="9"/>
                                            </p:txEl>
                                          </p:spTgt>
                                        </p:tgtEl>
                                        <p:attrNameLst>
                                          <p:attrName>style.visibility</p:attrName>
                                        </p:attrNameLst>
                                      </p:cBhvr>
                                      <p:to>
                                        <p:strVal val="visible"/>
                                      </p:to>
                                    </p:set>
                                    <p:animEffect transition="in" filter="fade">
                                      <p:cBhvr>
                                        <p:cTn id="52"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Om vi har .</a:t>
            </a:r>
            <a:r>
              <a:rPr lang="sv-SE" b="1" err="1"/>
              <a:t>lib</a:t>
            </a:r>
            <a:r>
              <a:rPr lang="sv-SE" b="1"/>
              <a:t>-filer så behöver vi ange vilka av dem som vi använder</a:t>
            </a:r>
            <a:br>
              <a:rPr lang="sv-SE" b="1"/>
            </a:br>
            <a:endParaRPr lang="sv-SE" b="1"/>
          </a:p>
          <a:p>
            <a:r>
              <a:rPr lang="sv-SE" b="1"/>
              <a:t>Detta kan vi göra på två sätt:</a:t>
            </a:r>
          </a:p>
          <a:p>
            <a:pPr lvl="1"/>
            <a:r>
              <a:rPr lang="sv-SE"/>
              <a:t>Under </a:t>
            </a:r>
            <a:r>
              <a:rPr lang="sv-SE" i="1" err="1"/>
              <a:t>Properties</a:t>
            </a:r>
            <a:r>
              <a:rPr lang="sv-SE"/>
              <a:t> -&gt; </a:t>
            </a:r>
            <a:r>
              <a:rPr lang="sv-SE" i="1" err="1"/>
              <a:t>Linker</a:t>
            </a:r>
            <a:r>
              <a:rPr lang="sv-SE"/>
              <a:t> -&gt; </a:t>
            </a:r>
            <a:r>
              <a:rPr lang="sv-SE" i="1"/>
              <a:t>Input</a:t>
            </a:r>
            <a:r>
              <a:rPr lang="sv-SE"/>
              <a:t> ändrar vi inställningen </a:t>
            </a:r>
            <a:r>
              <a:rPr lang="sv-SE" i="1" err="1"/>
              <a:t>Additional</a:t>
            </a:r>
            <a:r>
              <a:rPr lang="sv-SE" i="1"/>
              <a:t> </a:t>
            </a:r>
            <a:r>
              <a:rPr lang="sv-SE" i="1" err="1"/>
              <a:t>Dependencies</a:t>
            </a:r>
            <a:endParaRPr lang="sv-SE" i="1"/>
          </a:p>
          <a:p>
            <a:pPr lvl="2"/>
            <a:r>
              <a:rPr lang="sv-SE"/>
              <a:t>Lista</a:t>
            </a:r>
            <a:r>
              <a:rPr lang="sv-SE" i="1"/>
              <a:t> </a:t>
            </a:r>
            <a:r>
              <a:rPr lang="sv-SE"/>
              <a:t>alla .</a:t>
            </a:r>
            <a:r>
              <a:rPr lang="sv-SE" err="1"/>
              <a:t>lib</a:t>
            </a:r>
            <a:r>
              <a:rPr lang="sv-SE"/>
              <a:t>-filer vi behöver på vars en rad</a:t>
            </a:r>
          </a:p>
          <a:p>
            <a:pPr lvl="1"/>
            <a:r>
              <a:rPr lang="sv-SE"/>
              <a:t>Vi skriver kod för att ange vilka bibliotek vi behöver:</a:t>
            </a:r>
            <a:br>
              <a:rPr lang="sv-SE"/>
            </a:br>
            <a:r>
              <a:rPr lang="sv-SE">
                <a:latin typeface="Consolas" panose="020B0609020204030204" pitchFamily="49" charset="0"/>
                <a:ea typeface="Calibri"/>
                <a:cs typeface="Courier New" panose="02070309020205020404" pitchFamily="49" charset="0"/>
              </a:rPr>
              <a:t>#pragma </a:t>
            </a:r>
            <a:r>
              <a:rPr lang="sv-SE" err="1">
                <a:latin typeface="Consolas" panose="020B0609020204030204" pitchFamily="49" charset="0"/>
                <a:ea typeface="Calibri"/>
                <a:cs typeface="Courier New" panose="02070309020205020404" pitchFamily="49" charset="0"/>
              </a:rPr>
              <a:t>comment</a:t>
            </a:r>
            <a:r>
              <a:rPr lang="sv-SE">
                <a:latin typeface="Consolas" panose="020B0609020204030204" pitchFamily="49" charset="0"/>
                <a:ea typeface="Calibri"/>
                <a:cs typeface="Courier New" panose="02070309020205020404" pitchFamily="49" charset="0"/>
              </a:rPr>
              <a:t>(</a:t>
            </a:r>
            <a:r>
              <a:rPr lang="sv-SE" err="1">
                <a:latin typeface="Consolas" panose="020B0609020204030204" pitchFamily="49" charset="0"/>
                <a:ea typeface="Calibri"/>
                <a:cs typeface="Courier New" panose="02070309020205020404" pitchFamily="49" charset="0"/>
              </a:rPr>
              <a:t>lib</a:t>
            </a:r>
            <a:r>
              <a:rPr lang="sv-SE">
                <a:latin typeface="Consolas" panose="020B0609020204030204" pitchFamily="49" charset="0"/>
                <a:ea typeface="Calibri"/>
                <a:cs typeface="Courier New" panose="02070309020205020404" pitchFamily="49" charset="0"/>
              </a:rPr>
              <a:t>, ”</a:t>
            </a:r>
            <a:r>
              <a:rPr lang="sv-SE" err="1">
                <a:latin typeface="Consolas" panose="020B0609020204030204" pitchFamily="49" charset="0"/>
                <a:ea typeface="Calibri"/>
                <a:cs typeface="Courier New" panose="02070309020205020404" pitchFamily="49" charset="0"/>
              </a:rPr>
              <a:t>libFilnamn</a:t>
            </a:r>
            <a:r>
              <a:rPr lang="sv-SE">
                <a:latin typeface="Consolas" panose="020B0609020204030204" pitchFamily="49" charset="0"/>
                <a:ea typeface="Calibri"/>
                <a:cs typeface="Courier New" panose="02070309020205020404" pitchFamily="49" charset="0"/>
              </a:rPr>
              <a:t>”)</a:t>
            </a:r>
            <a:endParaRPr lang="sv-SE">
              <a:latin typeface="Consolas" panose="020B0609020204030204" pitchFamily="49" charset="0"/>
            </a:endParaRPr>
          </a:p>
          <a:p>
            <a:pPr lvl="2"/>
            <a:r>
              <a:rPr lang="sv-SE"/>
              <a:t>Samla alla på ett ställe, ex i main.cpp</a:t>
            </a:r>
          </a:p>
          <a:p>
            <a:pPr lvl="2"/>
            <a:r>
              <a:rPr lang="sv-SE"/>
              <a:t>Eller lägg in dem där du behöver dem</a:t>
            </a:r>
          </a:p>
          <a:p>
            <a:pPr lvl="2"/>
            <a:endParaRPr lang="sv-SE">
              <a:latin typeface="Courier New" panose="02070309020205020404" pitchFamily="49" charset="0"/>
              <a:ea typeface="Calibri"/>
              <a:cs typeface="Courier New" panose="02070309020205020404" pitchFamily="49" charset="0"/>
            </a:endParaRPr>
          </a:p>
          <a:p>
            <a:pPr lvl="2"/>
            <a:endParaRPr lang="sv-SE"/>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4 – ANGE FILER SOM SKA LÄNKAS IN</a:t>
            </a:r>
          </a:p>
        </p:txBody>
      </p:sp>
    </p:spTree>
    <p:extLst>
      <p:ext uri="{BB962C8B-B14F-4D97-AF65-F5344CB8AC3E}">
        <p14:creationId xmlns:p14="http://schemas.microsoft.com/office/powerpoint/2010/main" val="2336627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Med egna klasser eller flera filer i projektet måste de inkluderas för att kunna användas</a:t>
            </a:r>
          </a:p>
          <a:p>
            <a:pPr lvl="1"/>
            <a:r>
              <a:rPr lang="sv-SE"/>
              <a:t>Annars känner programmet inte till att funktionaliteten finns</a:t>
            </a:r>
            <a:br>
              <a:rPr lang="sv-SE"/>
            </a:br>
            <a:endParaRPr lang="sv-SE"/>
          </a:p>
          <a:p>
            <a:r>
              <a:rPr lang="sv-SE" b="1"/>
              <a:t>På samma sätt måste vi inkludera de biblioteksfiler vars funktionalitet vi vill använda</a:t>
            </a:r>
          </a:p>
          <a:p>
            <a:pPr lvl="1"/>
            <a:r>
              <a:rPr lang="sv-SE"/>
              <a:t>Exempel:</a:t>
            </a:r>
            <a:br>
              <a:rPr lang="sv-SE"/>
            </a:br>
            <a:r>
              <a:rPr lang="sv-SE">
                <a:latin typeface="Consolas" panose="020B0609020204030204" pitchFamily="49" charset="0"/>
                <a:ea typeface="Calibri"/>
                <a:cs typeface="Courier New" panose="02070309020205020404" pitchFamily="49" charset="0"/>
              </a:rPr>
              <a:t>#include &lt;</a:t>
            </a:r>
            <a:r>
              <a:rPr lang="sv-SE" err="1">
                <a:latin typeface="Consolas" panose="020B0609020204030204" pitchFamily="49" charset="0"/>
                <a:ea typeface="Calibri"/>
                <a:cs typeface="Courier New" panose="02070309020205020404" pitchFamily="49" charset="0"/>
              </a:rPr>
              <a:t>vector</a:t>
            </a:r>
            <a:r>
              <a:rPr lang="sv-SE">
                <a:latin typeface="Consolas" panose="020B0609020204030204" pitchFamily="49" charset="0"/>
                <a:ea typeface="Calibri"/>
                <a:cs typeface="Courier New" panose="02070309020205020404" pitchFamily="49" charset="0"/>
              </a:rPr>
              <a:t>&gt; </a:t>
            </a:r>
            <a:r>
              <a:rPr lang="sv-SE"/>
              <a:t>för att inkludera    </a:t>
            </a:r>
            <a:r>
              <a:rPr lang="sv-SE" err="1">
                <a:latin typeface="Consolas" panose="020B0609020204030204" pitchFamily="49" charset="0"/>
                <a:ea typeface="Calibri"/>
                <a:cs typeface="Courier New" panose="02070309020205020404" pitchFamily="49" charset="0"/>
              </a:rPr>
              <a:t>std</a:t>
            </a:r>
            <a:r>
              <a:rPr lang="sv-SE">
                <a:latin typeface="Consolas" panose="020B0609020204030204" pitchFamily="49" charset="0"/>
                <a:ea typeface="Calibri"/>
                <a:cs typeface="Courier New" panose="02070309020205020404" pitchFamily="49" charset="0"/>
              </a:rPr>
              <a:t>::</a:t>
            </a:r>
            <a:r>
              <a:rPr lang="sv-SE" err="1">
                <a:solidFill>
                  <a:schemeClr val="accent6">
                    <a:lumMod val="75000"/>
                    <a:lumOff val="25000"/>
                  </a:schemeClr>
                </a:solidFill>
                <a:latin typeface="Consolas" panose="020B0609020204030204" pitchFamily="49" charset="0"/>
                <a:ea typeface="Calibri"/>
                <a:cs typeface="Courier New" panose="02070309020205020404" pitchFamily="49" charset="0"/>
              </a:rPr>
              <a:t>vector</a:t>
            </a:r>
            <a:br>
              <a:rPr lang="sv-SE">
                <a:latin typeface="Courier New" panose="02070309020205020404" pitchFamily="49" charset="0"/>
                <a:ea typeface="Calibri"/>
                <a:cs typeface="Courier New" panose="02070309020205020404" pitchFamily="49" charset="0"/>
              </a:rPr>
            </a:br>
            <a:r>
              <a:rPr lang="sv-SE">
                <a:latin typeface="Consolas" panose="020B0609020204030204" pitchFamily="49" charset="0"/>
                <a:ea typeface="Calibri"/>
                <a:cs typeface="Courier New" panose="02070309020205020404" pitchFamily="49" charset="0"/>
              </a:rPr>
              <a:t>#include &lt;string&gt; </a:t>
            </a:r>
            <a:r>
              <a:rPr lang="sv-SE"/>
              <a:t>för att inkludera    </a:t>
            </a:r>
            <a:r>
              <a:rPr lang="sv-SE" err="1">
                <a:latin typeface="Consolas" panose="020B0609020204030204" pitchFamily="49" charset="0"/>
                <a:ea typeface="Calibri"/>
                <a:cs typeface="Courier New" panose="02070309020205020404" pitchFamily="49" charset="0"/>
              </a:rPr>
              <a:t>std</a:t>
            </a:r>
            <a:r>
              <a:rPr lang="sv-SE">
                <a:latin typeface="Consolas" panose="020B0609020204030204" pitchFamily="49" charset="0"/>
                <a:ea typeface="Calibri"/>
                <a:cs typeface="Courier New" panose="02070309020205020404" pitchFamily="49" charset="0"/>
              </a:rPr>
              <a:t>::</a:t>
            </a:r>
            <a:r>
              <a:rPr lang="sv-SE">
                <a:solidFill>
                  <a:schemeClr val="accent6">
                    <a:lumMod val="75000"/>
                    <a:lumOff val="25000"/>
                  </a:schemeClr>
                </a:solidFill>
                <a:latin typeface="Consolas" panose="020B0609020204030204" pitchFamily="49" charset="0"/>
                <a:ea typeface="Calibri"/>
                <a:cs typeface="Courier New" panose="02070309020205020404" pitchFamily="49" charset="0"/>
              </a:rPr>
              <a:t>string</a:t>
            </a:r>
          </a:p>
          <a:p>
            <a:pPr lvl="2"/>
            <a:endParaRPr lang="sv-SE"/>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5 – INKLUDERA HEADER-FILER</a:t>
            </a:r>
          </a:p>
        </p:txBody>
      </p:sp>
    </p:spTree>
    <p:extLst>
      <p:ext uri="{BB962C8B-B14F-4D97-AF65-F5344CB8AC3E}">
        <p14:creationId xmlns:p14="http://schemas.microsoft.com/office/powerpoint/2010/main" val="2639555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Citattecken vs taggar</a:t>
            </a:r>
          </a:p>
          <a:p>
            <a:pPr lvl="1"/>
            <a:r>
              <a:rPr lang="sv-SE"/>
              <a:t>Citattecken (</a:t>
            </a:r>
            <a:r>
              <a:rPr lang="sv-SE">
                <a:latin typeface="Courier New" panose="02070309020205020404" pitchFamily="49" charset="0"/>
                <a:ea typeface="Calibri"/>
                <a:cs typeface="Courier New" panose="02070309020205020404" pitchFamily="49" charset="0"/>
              </a:rPr>
              <a:t>””</a:t>
            </a:r>
            <a:r>
              <a:rPr lang="sv-SE"/>
              <a:t>) används när vi anger filer relativt den mapp vi jobbar i</a:t>
            </a:r>
          </a:p>
          <a:p>
            <a:pPr lvl="2"/>
            <a:r>
              <a:rPr lang="sv-SE"/>
              <a:t>Filer i projektet (egna filer)</a:t>
            </a:r>
          </a:p>
          <a:p>
            <a:pPr lvl="1"/>
            <a:r>
              <a:rPr lang="sv-SE"/>
              <a:t>Taggar (</a:t>
            </a:r>
            <a:r>
              <a:rPr lang="sv-SE">
                <a:latin typeface="Courier New" panose="02070309020205020404" pitchFamily="49" charset="0"/>
                <a:cs typeface="Courier New" panose="02070309020205020404" pitchFamily="49" charset="0"/>
              </a:rPr>
              <a:t>&lt;&gt;</a:t>
            </a:r>
            <a:r>
              <a:rPr lang="sv-SE"/>
              <a:t>) används när vi vill leta efter filer i standardmapparna</a:t>
            </a:r>
          </a:p>
          <a:p>
            <a:pPr lvl="2"/>
            <a:r>
              <a:rPr lang="sv-SE"/>
              <a:t>Även de som lagts till i </a:t>
            </a:r>
            <a:r>
              <a:rPr lang="sv-SE" i="1" err="1"/>
              <a:t>Additional</a:t>
            </a:r>
            <a:r>
              <a:rPr lang="sv-SE" i="1"/>
              <a:t> </a:t>
            </a:r>
            <a:r>
              <a:rPr lang="sv-SE" i="1" err="1"/>
              <a:t>Include</a:t>
            </a:r>
            <a:r>
              <a:rPr lang="sv-SE" i="1"/>
              <a:t> </a:t>
            </a:r>
            <a:r>
              <a:rPr lang="sv-SE" i="1" err="1"/>
              <a:t>Directories</a:t>
            </a:r>
            <a:endParaRPr lang="sv-SE"/>
          </a:p>
          <a:p>
            <a:pPr lvl="2"/>
            <a:r>
              <a:rPr lang="sv-SE"/>
              <a:t>Det är alltså oftast taggar när vi inkluderar biblioteksfiler</a:t>
            </a:r>
            <a:endParaRPr lang="sv-SE">
              <a:latin typeface="Consolas" panose="020B0609020204030204" pitchFamily="49" charset="0"/>
            </a:endParaRPr>
          </a:p>
          <a:p>
            <a:pPr lvl="2"/>
            <a:endParaRPr lang="sv-SE"/>
          </a:p>
          <a:p>
            <a:pPr lvl="1"/>
            <a:endParaRPr lang="sv-SE"/>
          </a:p>
          <a:p>
            <a:pPr lvl="2"/>
            <a:endParaRPr lang="sv-SE"/>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5 – INKLUDERA HEADER-FILER</a:t>
            </a:r>
          </a:p>
        </p:txBody>
      </p:sp>
    </p:spTree>
    <p:extLst>
      <p:ext uri="{BB962C8B-B14F-4D97-AF65-F5344CB8AC3E}">
        <p14:creationId xmlns:p14="http://schemas.microsoft.com/office/powerpoint/2010/main" val="3119518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På Windows söks följande mappar genom för att hitta .</a:t>
            </a:r>
            <a:r>
              <a:rPr lang="sv-SE" b="1" err="1"/>
              <a:t>dll-filer</a:t>
            </a:r>
            <a:r>
              <a:rPr lang="sv-SE" b="1"/>
              <a:t>:</a:t>
            </a:r>
          </a:p>
          <a:p>
            <a:pPr lvl="1"/>
            <a:r>
              <a:rPr lang="sv-SE"/>
              <a:t>Där projektets .</a:t>
            </a:r>
            <a:r>
              <a:rPr lang="sv-SE" err="1"/>
              <a:t>exe</a:t>
            </a:r>
            <a:r>
              <a:rPr lang="sv-SE"/>
              <a:t> ligger</a:t>
            </a:r>
          </a:p>
          <a:p>
            <a:pPr lvl="1"/>
            <a:r>
              <a:rPr lang="sv-SE"/>
              <a:t>Mappar satta genom anropet </a:t>
            </a:r>
            <a:r>
              <a:rPr lang="sv-SE" err="1"/>
              <a:t>SetDllDirectory</a:t>
            </a:r>
            <a:r>
              <a:rPr lang="sv-SE"/>
              <a:t>()</a:t>
            </a:r>
          </a:p>
          <a:p>
            <a:pPr lvl="1"/>
            <a:r>
              <a:rPr lang="sv-SE"/>
              <a:t>Windows-, System- och System32-mapparna</a:t>
            </a:r>
          </a:p>
          <a:p>
            <a:pPr lvl="1"/>
            <a:r>
              <a:rPr lang="sv-SE"/>
              <a:t>Mappar satta i miljövariabeln PATH</a:t>
            </a:r>
          </a:p>
          <a:p>
            <a:pPr lvl="1"/>
            <a:endParaRPr lang="sv-SE"/>
          </a:p>
          <a:p>
            <a:r>
              <a:rPr lang="sv-SE" b="1"/>
              <a:t>Det absolut lättaste är att bara lägga .</a:t>
            </a:r>
            <a:r>
              <a:rPr lang="sv-SE" b="1" err="1"/>
              <a:t>dll-filerna</a:t>
            </a:r>
            <a:r>
              <a:rPr lang="sv-SE" b="1"/>
              <a:t> i samma mapp som .</a:t>
            </a:r>
            <a:r>
              <a:rPr lang="sv-SE" b="1" err="1"/>
              <a:t>exe</a:t>
            </a:r>
            <a:r>
              <a:rPr lang="sv-SE" b="1"/>
              <a:t>-filen</a:t>
            </a:r>
          </a:p>
          <a:p>
            <a:pPr lvl="1"/>
            <a:r>
              <a:rPr lang="sv-SE"/>
              <a:t>De måste ändå delas ut ihop för att programmet ska gå att köra</a:t>
            </a:r>
          </a:p>
          <a:p>
            <a:endParaRPr lang="sv-SE"/>
          </a:p>
          <a:p>
            <a:pPr lvl="2"/>
            <a:endParaRPr lang="sv-SE"/>
          </a:p>
          <a:p>
            <a:pPr lvl="1"/>
            <a:endParaRPr lang="sv-SE"/>
          </a:p>
          <a:p>
            <a:pPr lvl="2"/>
            <a:endParaRPr lang="sv-SE"/>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6 – SE TILL ATT </a:t>
            </a:r>
            <a:r>
              <a:rPr lang="sv-SE" err="1"/>
              <a:t>IDE:n</a:t>
            </a:r>
            <a:r>
              <a:rPr lang="sv-SE"/>
              <a:t> HITTAR .</a:t>
            </a:r>
            <a:r>
              <a:rPr lang="sv-SE" err="1"/>
              <a:t>dll-FILERNA</a:t>
            </a:r>
            <a:endParaRPr lang="sv-SE"/>
          </a:p>
        </p:txBody>
      </p:sp>
    </p:spTree>
    <p:extLst>
      <p:ext uri="{BB962C8B-B14F-4D97-AF65-F5344CB8AC3E}">
        <p14:creationId xmlns:p14="http://schemas.microsoft.com/office/powerpoint/2010/main" val="77255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fade">
                                      <p:cBhvr>
                                        <p:cTn id="37"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860F6-13CC-FB1E-5940-19ACBD2D3383}"/>
            </a:ext>
          </a:extLst>
        </p:cNvPr>
        <p:cNvGrpSpPr/>
        <p:nvPr/>
      </p:nvGrpSpPr>
      <p:grpSpPr>
        <a:xfrm>
          <a:off x="0" y="0"/>
          <a:ext cx="0" cy="0"/>
          <a:chOff x="0" y="0"/>
          <a:chExt cx="0" cy="0"/>
        </a:xfrm>
      </p:grpSpPr>
      <p:sp>
        <p:nvSpPr>
          <p:cNvPr id="3" name="Underrubrik 2">
            <a:extLst>
              <a:ext uri="{FF2B5EF4-FFF2-40B4-BE49-F238E27FC236}">
                <a16:creationId xmlns:a16="http://schemas.microsoft.com/office/drawing/2014/main" id="{88251B1F-6B40-A28C-3E73-1EEBACB5417C}"/>
              </a:ext>
            </a:extLst>
          </p:cNvPr>
          <p:cNvSpPr>
            <a:spLocks noGrp="1"/>
          </p:cNvSpPr>
          <p:nvPr>
            <p:ph type="subTitle" idx="1"/>
          </p:nvPr>
        </p:nvSpPr>
        <p:spPr/>
        <p:txBody>
          <a:bodyPr/>
          <a:lstStyle/>
          <a:p>
            <a:r>
              <a:rPr lang="sv-SE"/>
              <a:t>Introduktion till C++</a:t>
            </a:r>
          </a:p>
        </p:txBody>
      </p:sp>
      <p:sp>
        <p:nvSpPr>
          <p:cNvPr id="2" name="Rubrik 1">
            <a:extLst>
              <a:ext uri="{FF2B5EF4-FFF2-40B4-BE49-F238E27FC236}">
                <a16:creationId xmlns:a16="http://schemas.microsoft.com/office/drawing/2014/main" id="{ECA8ED03-8636-79EE-06D6-4C64DAE342BB}"/>
              </a:ext>
            </a:extLst>
          </p:cNvPr>
          <p:cNvSpPr>
            <a:spLocks noGrp="1"/>
          </p:cNvSpPr>
          <p:nvPr>
            <p:ph type="ctrTitle"/>
          </p:nvPr>
        </p:nvSpPr>
        <p:spPr/>
        <p:txBody>
          <a:bodyPr/>
          <a:lstStyle/>
          <a:p>
            <a:r>
              <a:rPr lang="sv-SE"/>
              <a:t>SKAPA ETT EGET BIBLIOTEK</a:t>
            </a:r>
          </a:p>
        </p:txBody>
      </p:sp>
    </p:spTree>
    <p:extLst>
      <p:ext uri="{BB962C8B-B14F-4D97-AF65-F5344CB8AC3E}">
        <p14:creationId xmlns:p14="http://schemas.microsoft.com/office/powerpoint/2010/main" val="543310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Ett biblioteksprojekt skapar vi med ett par enkla steg:</a:t>
            </a:r>
          </a:p>
          <a:p>
            <a:pPr marL="914400" lvl="1" indent="-457200">
              <a:buFont typeface="+mj-lt"/>
              <a:buAutoNum type="arabicPeriod"/>
            </a:pPr>
            <a:r>
              <a:rPr lang="sv-SE"/>
              <a:t>Skapa ett projekt</a:t>
            </a:r>
          </a:p>
          <a:p>
            <a:pPr lvl="2"/>
            <a:r>
              <a:rPr lang="sv-SE"/>
              <a:t>Ta bort 32-bitarplattform</a:t>
            </a:r>
          </a:p>
          <a:p>
            <a:pPr marL="914400" lvl="1" indent="-457200">
              <a:buFont typeface="+mj-lt"/>
              <a:buAutoNum type="arabicPeriod"/>
            </a:pPr>
            <a:r>
              <a:rPr lang="sv-SE"/>
              <a:t>Ställ in inställningarna</a:t>
            </a:r>
          </a:p>
          <a:p>
            <a:pPr marL="914400" lvl="1" indent="-457200">
              <a:buFont typeface="+mj-lt"/>
              <a:buAutoNum type="arabicPeriod"/>
            </a:pPr>
            <a:r>
              <a:rPr lang="sv-SE"/>
              <a:t>Skapa filer för din första klass (</a:t>
            </a:r>
            <a:r>
              <a:rPr lang="sv-SE" err="1"/>
              <a:t>header</a:t>
            </a:r>
            <a:r>
              <a:rPr lang="sv-SE"/>
              <a:t>- och källfil)</a:t>
            </a:r>
          </a:p>
          <a:p>
            <a:pPr marL="914400" lvl="1" indent="-457200">
              <a:buFont typeface="+mj-lt"/>
              <a:buAutoNum type="arabicPeriod"/>
            </a:pPr>
            <a:r>
              <a:rPr lang="sv-SE"/>
              <a:t>Ställ in preprocessorn [Dynamiskt] </a:t>
            </a:r>
          </a:p>
          <a:p>
            <a:pPr marL="914400" lvl="1" indent="-457200">
              <a:buFont typeface="+mj-lt"/>
              <a:buAutoNum type="arabicPeriod"/>
            </a:pPr>
            <a:r>
              <a:rPr lang="sv-SE"/>
              <a:t>Skriv DLL-kod [Dynamiskt]</a:t>
            </a:r>
          </a:p>
          <a:p>
            <a:pPr marL="914400" lvl="1" indent="-457200">
              <a:buFont typeface="+mj-lt"/>
              <a:buAutoNum type="arabicPeriod"/>
            </a:pPr>
            <a:r>
              <a:rPr lang="sv-SE"/>
              <a:t>Skriv biblioteket</a:t>
            </a:r>
          </a:p>
          <a:p>
            <a:pPr lvl="1"/>
            <a:endParaRPr lang="sv-SE" i="1"/>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SKAPA ETT EGET BIBLIOTEK</a:t>
            </a:r>
          </a:p>
        </p:txBody>
      </p:sp>
    </p:spTree>
    <p:extLst>
      <p:ext uri="{BB962C8B-B14F-4D97-AF65-F5344CB8AC3E}">
        <p14:creationId xmlns:p14="http://schemas.microsoft.com/office/powerpoint/2010/main" val="3180786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a:xfrm>
            <a:off x="413629" y="2240280"/>
            <a:ext cx="5682371" cy="3457257"/>
          </a:xfrm>
        </p:spPr>
        <p:txBody>
          <a:bodyPr>
            <a:normAutofit/>
          </a:bodyPr>
          <a:lstStyle/>
          <a:p>
            <a:r>
              <a:rPr lang="sv-SE" b="1"/>
              <a:t>Under kategorin </a:t>
            </a:r>
            <a:r>
              <a:rPr lang="sv-SE" b="1" i="1" err="1"/>
              <a:t>Create</a:t>
            </a:r>
            <a:r>
              <a:rPr lang="sv-SE" b="1" i="1"/>
              <a:t> a new </a:t>
            </a:r>
            <a:r>
              <a:rPr lang="sv-SE" b="1" i="1" err="1"/>
              <a:t>project</a:t>
            </a:r>
            <a:r>
              <a:rPr lang="sv-SE" b="1" i="1"/>
              <a:t>  </a:t>
            </a:r>
            <a:r>
              <a:rPr lang="sv-SE" b="1"/>
              <a:t>-&gt;</a:t>
            </a:r>
            <a:br>
              <a:rPr lang="sv-SE" b="1"/>
            </a:br>
            <a:r>
              <a:rPr lang="sv-SE" b="1" i="1"/>
              <a:t>C++  -&gt;  </a:t>
            </a:r>
            <a:r>
              <a:rPr lang="sv-SE" b="1" i="1" err="1"/>
              <a:t>Library</a:t>
            </a:r>
            <a:r>
              <a:rPr lang="sv-SE" b="1" i="1"/>
              <a:t> </a:t>
            </a:r>
            <a:r>
              <a:rPr lang="sv-SE" b="1"/>
              <a:t>hittar ni projekttyper för bibliotek</a:t>
            </a:r>
            <a:br>
              <a:rPr lang="sv-SE" b="1"/>
            </a:br>
            <a:endParaRPr lang="sv-SE" b="1" i="1"/>
          </a:p>
          <a:p>
            <a:r>
              <a:rPr lang="sv-SE" b="1"/>
              <a:t>Beroende på projekt du vill skapa:</a:t>
            </a:r>
          </a:p>
          <a:p>
            <a:pPr lvl="1"/>
            <a:r>
              <a:rPr lang="sv-SE"/>
              <a:t>[Dynamiskt bibliotek]</a:t>
            </a:r>
            <a:br>
              <a:rPr lang="sv-SE"/>
            </a:br>
            <a:r>
              <a:rPr lang="sv-SE"/>
              <a:t>Välj </a:t>
            </a:r>
            <a:r>
              <a:rPr lang="sv-SE" b="1" err="1"/>
              <a:t>Dynamic</a:t>
            </a:r>
            <a:r>
              <a:rPr lang="sv-SE" b="1"/>
              <a:t>-Link </a:t>
            </a:r>
            <a:r>
              <a:rPr lang="sv-SE" b="1" err="1"/>
              <a:t>Library</a:t>
            </a:r>
            <a:r>
              <a:rPr lang="sv-SE" b="1"/>
              <a:t> (DLL)</a:t>
            </a:r>
          </a:p>
          <a:p>
            <a:pPr lvl="1"/>
            <a:r>
              <a:rPr lang="sv-SE"/>
              <a:t>[Statiskt bibliotek]</a:t>
            </a:r>
            <a:br>
              <a:rPr lang="sv-SE"/>
            </a:br>
            <a:r>
              <a:rPr lang="sv-SE"/>
              <a:t>Välj </a:t>
            </a:r>
            <a:r>
              <a:rPr lang="sv-SE" b="1" err="1"/>
              <a:t>Static</a:t>
            </a:r>
            <a:r>
              <a:rPr lang="sv-SE" b="1"/>
              <a:t> </a:t>
            </a:r>
            <a:r>
              <a:rPr lang="sv-SE" b="1" err="1"/>
              <a:t>Library</a:t>
            </a:r>
            <a:endParaRPr lang="sv-SE"/>
          </a:p>
          <a:p>
            <a:pPr lvl="1"/>
            <a:endParaRPr lang="sv-SE"/>
          </a:p>
          <a:p>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1 – SKAPA ETT PROJEKT</a:t>
            </a:r>
          </a:p>
        </p:txBody>
      </p:sp>
      <p:pic>
        <p:nvPicPr>
          <p:cNvPr id="4" name="Bildobjekt 3">
            <a:extLst>
              <a:ext uri="{FF2B5EF4-FFF2-40B4-BE49-F238E27FC236}">
                <a16:creationId xmlns:a16="http://schemas.microsoft.com/office/drawing/2014/main" id="{F5AC757C-CEFA-40AF-AD4F-6F8999841889}"/>
              </a:ext>
            </a:extLst>
          </p:cNvPr>
          <p:cNvPicPr>
            <a:picLocks noChangeAspect="1"/>
          </p:cNvPicPr>
          <p:nvPr/>
        </p:nvPicPr>
        <p:blipFill>
          <a:blip r:embed="rId3"/>
          <a:stretch>
            <a:fillRect/>
          </a:stretch>
        </p:blipFill>
        <p:spPr>
          <a:xfrm>
            <a:off x="6440128" y="2240280"/>
            <a:ext cx="5131642" cy="3411150"/>
          </a:xfrm>
          <a:prstGeom prst="rect">
            <a:avLst/>
          </a:prstGeom>
        </p:spPr>
      </p:pic>
      <p:sp>
        <p:nvSpPr>
          <p:cNvPr id="5" name="Rektangel 4">
            <a:extLst>
              <a:ext uri="{FF2B5EF4-FFF2-40B4-BE49-F238E27FC236}">
                <a16:creationId xmlns:a16="http://schemas.microsoft.com/office/drawing/2014/main" id="{9813C92A-24B3-4D0E-8E5D-A46C8B539733}"/>
              </a:ext>
            </a:extLst>
          </p:cNvPr>
          <p:cNvSpPr/>
          <p:nvPr/>
        </p:nvSpPr>
        <p:spPr>
          <a:xfrm>
            <a:off x="8626627" y="2768584"/>
            <a:ext cx="853944" cy="20403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Rektangel 5">
            <a:extLst>
              <a:ext uri="{FF2B5EF4-FFF2-40B4-BE49-F238E27FC236}">
                <a16:creationId xmlns:a16="http://schemas.microsoft.com/office/drawing/2014/main" id="{814F22D0-14DA-4D53-8253-CA1947FC4B06}"/>
              </a:ext>
            </a:extLst>
          </p:cNvPr>
          <p:cNvSpPr/>
          <p:nvPr/>
        </p:nvSpPr>
        <p:spPr>
          <a:xfrm>
            <a:off x="10469857" y="2769843"/>
            <a:ext cx="853944" cy="20403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821F83F9-BD9D-422B-A425-67EAB40D8274}"/>
              </a:ext>
            </a:extLst>
          </p:cNvPr>
          <p:cNvSpPr/>
          <p:nvPr/>
        </p:nvSpPr>
        <p:spPr>
          <a:xfrm>
            <a:off x="8626627" y="3909670"/>
            <a:ext cx="2546718" cy="4156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ktangel 7">
            <a:extLst>
              <a:ext uri="{FF2B5EF4-FFF2-40B4-BE49-F238E27FC236}">
                <a16:creationId xmlns:a16="http://schemas.microsoft.com/office/drawing/2014/main" id="{0DDC7BB7-4E29-4A54-BC84-C1A918504C4C}"/>
              </a:ext>
            </a:extLst>
          </p:cNvPr>
          <p:cNvSpPr/>
          <p:nvPr/>
        </p:nvSpPr>
        <p:spPr>
          <a:xfrm>
            <a:off x="8627887" y="4764871"/>
            <a:ext cx="2546718" cy="41566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268850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Gå in i </a:t>
            </a:r>
            <a:r>
              <a:rPr lang="sv-SE" b="1" i="1" err="1"/>
              <a:t>Configuration</a:t>
            </a:r>
            <a:r>
              <a:rPr lang="sv-SE" b="1" i="1"/>
              <a:t> manager…</a:t>
            </a:r>
            <a:endParaRPr lang="sv-SE" b="1"/>
          </a:p>
          <a:p>
            <a:r>
              <a:rPr lang="sv-SE" b="1"/>
              <a:t>Klicka i listrutan för</a:t>
            </a:r>
            <a:br>
              <a:rPr lang="sv-SE" b="1"/>
            </a:br>
            <a:r>
              <a:rPr lang="sv-SE" b="1" i="1"/>
              <a:t>Active solution </a:t>
            </a:r>
            <a:r>
              <a:rPr lang="sv-SE" b="1" i="1" err="1"/>
              <a:t>platform</a:t>
            </a:r>
            <a:endParaRPr lang="sv-SE" b="1"/>
          </a:p>
          <a:p>
            <a:r>
              <a:rPr lang="sv-SE" b="1"/>
              <a:t>Välj alternativet &lt;Edit…&gt;</a:t>
            </a:r>
          </a:p>
          <a:p>
            <a:r>
              <a:rPr lang="sv-SE" b="1"/>
              <a:t>Klicka på x86</a:t>
            </a:r>
          </a:p>
          <a:p>
            <a:r>
              <a:rPr lang="sv-SE" b="1"/>
              <a:t>Klicka på </a:t>
            </a:r>
            <a:r>
              <a:rPr lang="sv-SE" b="1" i="1" err="1"/>
              <a:t>Remove</a:t>
            </a:r>
            <a:endParaRPr lang="sv-SE" b="1" i="1"/>
          </a:p>
          <a:p>
            <a:r>
              <a:rPr lang="sv-SE" b="1"/>
              <a:t>Klicka på </a:t>
            </a:r>
            <a:r>
              <a:rPr lang="sv-SE" b="1" i="1"/>
              <a:t>Yes</a:t>
            </a:r>
            <a:endParaRPr lang="sv-SE" b="1"/>
          </a:p>
          <a:p>
            <a:pPr lvl="1"/>
            <a:endParaRPr lang="sv-SE" i="1"/>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1 – TA BORT 32BITARSPLATTFORM</a:t>
            </a:r>
          </a:p>
        </p:txBody>
      </p:sp>
      <p:pic>
        <p:nvPicPr>
          <p:cNvPr id="4" name="Bildobjekt 3">
            <a:extLst>
              <a:ext uri="{FF2B5EF4-FFF2-40B4-BE49-F238E27FC236}">
                <a16:creationId xmlns:a16="http://schemas.microsoft.com/office/drawing/2014/main" id="{47E15746-6440-4E50-87BA-3CFF5B23D38F}"/>
              </a:ext>
            </a:extLst>
          </p:cNvPr>
          <p:cNvPicPr>
            <a:picLocks noChangeAspect="1"/>
          </p:cNvPicPr>
          <p:nvPr/>
        </p:nvPicPr>
        <p:blipFill>
          <a:blip r:embed="rId3"/>
          <a:stretch>
            <a:fillRect/>
          </a:stretch>
        </p:blipFill>
        <p:spPr>
          <a:xfrm>
            <a:off x="6321309" y="1359482"/>
            <a:ext cx="2345151" cy="1716183"/>
          </a:xfrm>
          <a:prstGeom prst="rect">
            <a:avLst/>
          </a:prstGeom>
        </p:spPr>
      </p:pic>
      <p:pic>
        <p:nvPicPr>
          <p:cNvPr id="5" name="Bildobjekt 4">
            <a:extLst>
              <a:ext uri="{FF2B5EF4-FFF2-40B4-BE49-F238E27FC236}">
                <a16:creationId xmlns:a16="http://schemas.microsoft.com/office/drawing/2014/main" id="{0A45ECFA-872E-4C37-B778-26E5F76FCAE5}"/>
              </a:ext>
            </a:extLst>
          </p:cNvPr>
          <p:cNvPicPr>
            <a:picLocks noChangeAspect="1"/>
          </p:cNvPicPr>
          <p:nvPr/>
        </p:nvPicPr>
        <p:blipFill>
          <a:blip r:embed="rId4"/>
          <a:stretch>
            <a:fillRect/>
          </a:stretch>
        </p:blipFill>
        <p:spPr>
          <a:xfrm>
            <a:off x="8942288" y="1621835"/>
            <a:ext cx="2857789" cy="1511262"/>
          </a:xfrm>
          <a:prstGeom prst="rect">
            <a:avLst/>
          </a:prstGeom>
        </p:spPr>
      </p:pic>
      <p:pic>
        <p:nvPicPr>
          <p:cNvPr id="6" name="Bildobjekt 5">
            <a:extLst>
              <a:ext uri="{FF2B5EF4-FFF2-40B4-BE49-F238E27FC236}">
                <a16:creationId xmlns:a16="http://schemas.microsoft.com/office/drawing/2014/main" id="{41C4F0E9-5192-4E01-B0A1-3E262EFB1011}"/>
              </a:ext>
            </a:extLst>
          </p:cNvPr>
          <p:cNvPicPr>
            <a:picLocks noChangeAspect="1"/>
          </p:cNvPicPr>
          <p:nvPr/>
        </p:nvPicPr>
        <p:blipFill>
          <a:blip r:embed="rId5"/>
          <a:stretch>
            <a:fillRect/>
          </a:stretch>
        </p:blipFill>
        <p:spPr>
          <a:xfrm>
            <a:off x="6096000" y="3278646"/>
            <a:ext cx="4588833" cy="2890240"/>
          </a:xfrm>
          <a:prstGeom prst="rect">
            <a:avLst/>
          </a:prstGeom>
        </p:spPr>
      </p:pic>
    </p:spTree>
    <p:extLst>
      <p:ext uri="{BB962C8B-B14F-4D97-AF65-F5344CB8AC3E}">
        <p14:creationId xmlns:p14="http://schemas.microsoft.com/office/powerpoint/2010/main" val="4071955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fade">
                                      <p:cBhvr>
                                        <p:cTn id="4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dobjekt 11">
            <a:extLst>
              <a:ext uri="{FF2B5EF4-FFF2-40B4-BE49-F238E27FC236}">
                <a16:creationId xmlns:a16="http://schemas.microsoft.com/office/drawing/2014/main" id="{A6C48426-21F5-4688-9BED-D405EBB66661}"/>
              </a:ext>
            </a:extLst>
          </p:cNvPr>
          <p:cNvPicPr>
            <a:picLocks noChangeAspect="1"/>
          </p:cNvPicPr>
          <p:nvPr/>
        </p:nvPicPr>
        <p:blipFill>
          <a:blip r:embed="rId3"/>
          <a:stretch>
            <a:fillRect/>
          </a:stretch>
        </p:blipFill>
        <p:spPr>
          <a:xfrm>
            <a:off x="723640" y="4299245"/>
            <a:ext cx="6206640" cy="1555608"/>
          </a:xfrm>
          <a:prstGeom prst="rect">
            <a:avLst/>
          </a:prstGeom>
        </p:spPr>
      </p:pic>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i="1"/>
              <a:t>Output Directory</a:t>
            </a:r>
          </a:p>
          <a:p>
            <a:pPr lvl="1"/>
            <a:r>
              <a:rPr lang="sv-SE"/>
              <a:t>Till exempel en mapp </a:t>
            </a:r>
            <a:r>
              <a:rPr lang="sv-SE" i="1"/>
              <a:t>Output</a:t>
            </a:r>
            <a:r>
              <a:rPr lang="sv-SE"/>
              <a:t> i samma mapp som er .</a:t>
            </a:r>
            <a:r>
              <a:rPr lang="sv-SE" err="1"/>
              <a:t>sln</a:t>
            </a:r>
            <a:r>
              <a:rPr lang="sv-SE"/>
              <a:t>-fil, vilket är:</a:t>
            </a:r>
            <a:br>
              <a:rPr lang="sv-SE"/>
            </a:br>
            <a:r>
              <a:rPr lang="sv-SE">
                <a:latin typeface="Consolas" panose="020B0609020204030204" pitchFamily="49" charset="0"/>
              </a:rPr>
              <a:t>$(</a:t>
            </a:r>
            <a:r>
              <a:rPr lang="sv-SE" err="1">
                <a:latin typeface="Consolas" panose="020B0609020204030204" pitchFamily="49" charset="0"/>
              </a:rPr>
              <a:t>SolutionDir</a:t>
            </a:r>
            <a:r>
              <a:rPr lang="sv-SE">
                <a:latin typeface="Consolas" panose="020B0609020204030204" pitchFamily="49" charset="0"/>
              </a:rPr>
              <a:t>)Output\</a:t>
            </a:r>
          </a:p>
          <a:p>
            <a:pPr lvl="1"/>
            <a:r>
              <a:rPr lang="sv-SE"/>
              <a:t>Om ni vill kan ni även separera 32- och 64-bitarsversionerna i olika mappar:</a:t>
            </a:r>
            <a:br>
              <a:rPr lang="sv-SE"/>
            </a:br>
            <a:r>
              <a:rPr lang="sv-SE">
                <a:latin typeface="Consolas" panose="020B0609020204030204" pitchFamily="49" charset="0"/>
              </a:rPr>
              <a:t>$(</a:t>
            </a:r>
            <a:r>
              <a:rPr lang="sv-SE" err="1">
                <a:latin typeface="Consolas" panose="020B0609020204030204" pitchFamily="49" charset="0"/>
              </a:rPr>
              <a:t>SolutionDir</a:t>
            </a:r>
            <a:r>
              <a:rPr lang="sv-SE">
                <a:latin typeface="Consolas" panose="020B0609020204030204" pitchFamily="49" charset="0"/>
              </a:rPr>
              <a:t>)Output\$(</a:t>
            </a:r>
            <a:r>
              <a:rPr lang="sv-SE" err="1">
                <a:latin typeface="Consolas" panose="020B0609020204030204" pitchFamily="49" charset="0"/>
              </a:rPr>
              <a:t>PlatformTarget</a:t>
            </a:r>
            <a:r>
              <a:rPr lang="sv-SE">
                <a:latin typeface="Consolas" panose="020B0609020204030204" pitchFamily="49" charset="0"/>
              </a:rPr>
              <a:t>)\</a:t>
            </a:r>
          </a:p>
          <a:p>
            <a:r>
              <a:rPr lang="sv-SE" b="1"/>
              <a:t>Vi kan ange inställningarna för </a:t>
            </a:r>
            <a:r>
              <a:rPr lang="sv-SE" b="1" i="1"/>
              <a:t>All </a:t>
            </a:r>
            <a:r>
              <a:rPr lang="sv-SE" b="1" i="1" err="1"/>
              <a:t>Configurations</a:t>
            </a:r>
            <a:r>
              <a:rPr lang="sv-SE" b="1"/>
              <a:t> och </a:t>
            </a:r>
            <a:r>
              <a:rPr lang="sv-SE" b="1" i="1"/>
              <a:t>All Platforms</a:t>
            </a:r>
          </a:p>
          <a:p>
            <a:pPr lvl="1"/>
            <a:r>
              <a:rPr lang="sv-SE"/>
              <a:t>Då behöver vi bara ange inställningarna en gång!</a:t>
            </a:r>
          </a:p>
          <a:p>
            <a:endParaRPr lang="sv-SE">
              <a:latin typeface="Consolas" panose="020B0609020204030204" pitchFamily="49" charset="0"/>
            </a:endParaRPr>
          </a:p>
          <a:p>
            <a:endParaRPr lang="sv-SE" i="1"/>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2 – STÄLL IN INSTÄLLNINGARNA</a:t>
            </a:r>
          </a:p>
        </p:txBody>
      </p:sp>
      <p:sp>
        <p:nvSpPr>
          <p:cNvPr id="10" name="Rektangel 9">
            <a:extLst>
              <a:ext uri="{FF2B5EF4-FFF2-40B4-BE49-F238E27FC236}">
                <a16:creationId xmlns:a16="http://schemas.microsoft.com/office/drawing/2014/main" id="{6F079FD5-5CAB-4460-9E4E-F4E991F3D70A}"/>
              </a:ext>
            </a:extLst>
          </p:cNvPr>
          <p:cNvSpPr/>
          <p:nvPr/>
        </p:nvSpPr>
        <p:spPr>
          <a:xfrm>
            <a:off x="786417" y="4615264"/>
            <a:ext cx="4776039" cy="2493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ktangel 10">
            <a:extLst>
              <a:ext uri="{FF2B5EF4-FFF2-40B4-BE49-F238E27FC236}">
                <a16:creationId xmlns:a16="http://schemas.microsoft.com/office/drawing/2014/main" id="{CF26AA9C-0ADA-47FF-B7E1-335AF4974FF0}"/>
              </a:ext>
            </a:extLst>
          </p:cNvPr>
          <p:cNvSpPr/>
          <p:nvPr/>
        </p:nvSpPr>
        <p:spPr>
          <a:xfrm>
            <a:off x="2548464" y="5067932"/>
            <a:ext cx="4283573" cy="1631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58324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animBg="1"/>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objekt 4">
            <a:extLst>
              <a:ext uri="{FF2B5EF4-FFF2-40B4-BE49-F238E27FC236}">
                <a16:creationId xmlns:a16="http://schemas.microsoft.com/office/drawing/2014/main" id="{00EEF1B7-2732-4C5B-B2FF-859643206726}"/>
              </a:ext>
            </a:extLst>
          </p:cNvPr>
          <p:cNvPicPr>
            <a:picLocks noChangeAspect="1"/>
          </p:cNvPicPr>
          <p:nvPr/>
        </p:nvPicPr>
        <p:blipFill>
          <a:blip r:embed="rId3"/>
          <a:stretch>
            <a:fillRect/>
          </a:stretch>
        </p:blipFill>
        <p:spPr>
          <a:xfrm>
            <a:off x="675616" y="4334278"/>
            <a:ext cx="7058921" cy="1769221"/>
          </a:xfrm>
          <a:prstGeom prst="rect">
            <a:avLst/>
          </a:prstGeom>
        </p:spPr>
      </p:pic>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i="1" err="1"/>
              <a:t>Intermediate</a:t>
            </a:r>
            <a:r>
              <a:rPr lang="sv-SE" b="1" i="1"/>
              <a:t> Directory</a:t>
            </a:r>
          </a:p>
          <a:p>
            <a:pPr lvl="1"/>
            <a:r>
              <a:rPr lang="sv-SE"/>
              <a:t>Till exempel en mapp </a:t>
            </a:r>
            <a:r>
              <a:rPr lang="sv-SE" i="1" err="1"/>
              <a:t>Intermediate</a:t>
            </a:r>
            <a:r>
              <a:rPr lang="sv-SE"/>
              <a:t> i samma mapp som er .</a:t>
            </a:r>
            <a:r>
              <a:rPr lang="sv-SE" err="1"/>
              <a:t>sln</a:t>
            </a:r>
            <a:r>
              <a:rPr lang="sv-SE"/>
              <a:t>-fil</a:t>
            </a:r>
          </a:p>
          <a:p>
            <a:pPr lvl="1"/>
            <a:r>
              <a:rPr lang="sv-SE"/>
              <a:t>Samma som innan, bara byt ut </a:t>
            </a:r>
            <a:r>
              <a:rPr lang="sv-SE" i="1"/>
              <a:t>Output</a:t>
            </a:r>
            <a:r>
              <a:rPr lang="sv-SE"/>
              <a:t> mot </a:t>
            </a:r>
            <a:r>
              <a:rPr lang="sv-SE" i="1" err="1"/>
              <a:t>Intermediate</a:t>
            </a:r>
            <a:br>
              <a:rPr lang="sv-SE" i="1"/>
            </a:br>
            <a:r>
              <a:rPr lang="sv-SE">
                <a:latin typeface="Consolas" panose="020B0609020204030204" pitchFamily="49" charset="0"/>
              </a:rPr>
              <a:t>$(</a:t>
            </a:r>
            <a:r>
              <a:rPr lang="sv-SE" err="1">
                <a:latin typeface="Consolas" panose="020B0609020204030204" pitchFamily="49" charset="0"/>
              </a:rPr>
              <a:t>SolutionDir</a:t>
            </a:r>
            <a:r>
              <a:rPr lang="sv-SE">
                <a:latin typeface="Consolas" panose="020B0609020204030204" pitchFamily="49" charset="0"/>
              </a:rPr>
              <a:t>)</a:t>
            </a:r>
            <a:r>
              <a:rPr lang="sv-SE" err="1">
                <a:latin typeface="Consolas" panose="020B0609020204030204" pitchFamily="49" charset="0"/>
              </a:rPr>
              <a:t>Intermediate</a:t>
            </a:r>
            <a:r>
              <a:rPr lang="sv-SE">
                <a:latin typeface="Consolas" panose="020B0609020204030204" pitchFamily="49" charset="0"/>
              </a:rPr>
              <a:t>\</a:t>
            </a:r>
            <a:br>
              <a:rPr lang="sv-SE">
                <a:latin typeface="Consolas" panose="020B0609020204030204" pitchFamily="49" charset="0"/>
              </a:rPr>
            </a:br>
            <a:r>
              <a:rPr lang="sv-SE">
                <a:latin typeface="Consolas" panose="020B0609020204030204" pitchFamily="49" charset="0"/>
              </a:rPr>
              <a:t>$(</a:t>
            </a:r>
            <a:r>
              <a:rPr lang="sv-SE" err="1">
                <a:latin typeface="Consolas" panose="020B0609020204030204" pitchFamily="49" charset="0"/>
              </a:rPr>
              <a:t>SolutionDir</a:t>
            </a:r>
            <a:r>
              <a:rPr lang="sv-SE">
                <a:latin typeface="Consolas" panose="020B0609020204030204" pitchFamily="49" charset="0"/>
              </a:rPr>
              <a:t>)</a:t>
            </a:r>
            <a:r>
              <a:rPr lang="sv-SE" err="1">
                <a:latin typeface="Consolas" panose="020B0609020204030204" pitchFamily="49" charset="0"/>
              </a:rPr>
              <a:t>Intermediate</a:t>
            </a:r>
            <a:r>
              <a:rPr lang="sv-SE">
                <a:latin typeface="Consolas" panose="020B0609020204030204" pitchFamily="49" charset="0"/>
              </a:rPr>
              <a:t>\$(</a:t>
            </a:r>
            <a:r>
              <a:rPr lang="sv-SE" err="1">
                <a:latin typeface="Consolas" panose="020B0609020204030204" pitchFamily="49" charset="0"/>
              </a:rPr>
              <a:t>PlatformTarget</a:t>
            </a:r>
            <a:r>
              <a:rPr lang="sv-SE">
                <a:latin typeface="Consolas" panose="020B0609020204030204" pitchFamily="49" charset="0"/>
              </a:rPr>
              <a:t>)\</a:t>
            </a:r>
            <a:endParaRPr lang="sv-SE"/>
          </a:p>
          <a:p>
            <a:r>
              <a:rPr lang="sv-SE" b="1">
                <a:latin typeface="Consolas" panose="020B0609020204030204" pitchFamily="49" charset="0"/>
              </a:rPr>
              <a:t>$(</a:t>
            </a:r>
            <a:r>
              <a:rPr lang="sv-SE" b="1" err="1">
                <a:latin typeface="Consolas" panose="020B0609020204030204" pitchFamily="49" charset="0"/>
              </a:rPr>
              <a:t>SolutionDir</a:t>
            </a:r>
            <a:r>
              <a:rPr lang="sv-SE" b="1">
                <a:latin typeface="Consolas" panose="020B0609020204030204" pitchFamily="49" charset="0"/>
              </a:rPr>
              <a:t>)</a:t>
            </a:r>
            <a:r>
              <a:rPr lang="sv-SE" b="1"/>
              <a:t> innehåller en avslutande slash, så vi behöver inte ange den igen</a:t>
            </a:r>
          </a:p>
          <a:p>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2 – STÄLL IN INSTÄLLNINGARNA</a:t>
            </a:r>
          </a:p>
        </p:txBody>
      </p:sp>
      <p:sp>
        <p:nvSpPr>
          <p:cNvPr id="11" name="Rektangel 10">
            <a:extLst>
              <a:ext uri="{FF2B5EF4-FFF2-40B4-BE49-F238E27FC236}">
                <a16:creationId xmlns:a16="http://schemas.microsoft.com/office/drawing/2014/main" id="{CF26AA9C-0ADA-47FF-B7E1-335AF4974FF0}"/>
              </a:ext>
            </a:extLst>
          </p:cNvPr>
          <p:cNvSpPr/>
          <p:nvPr/>
        </p:nvSpPr>
        <p:spPr>
          <a:xfrm>
            <a:off x="2708057" y="5385539"/>
            <a:ext cx="4574721" cy="1707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701673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i="1"/>
              <a:t>Target </a:t>
            </a:r>
            <a:r>
              <a:rPr lang="sv-SE" b="1" i="1" err="1"/>
              <a:t>Name</a:t>
            </a:r>
            <a:endParaRPr lang="sv-SE" b="1" i="1"/>
          </a:p>
          <a:p>
            <a:pPr lvl="1"/>
            <a:r>
              <a:rPr lang="sv-SE"/>
              <a:t>Här kan ni ändra namnet på de filer som genereras, default är </a:t>
            </a:r>
            <a:r>
              <a:rPr lang="sv-SE">
                <a:latin typeface="Consolas" panose="020B0609020204030204" pitchFamily="49" charset="0"/>
              </a:rPr>
              <a:t>$(</a:t>
            </a:r>
            <a:r>
              <a:rPr lang="sv-SE" err="1">
                <a:latin typeface="Consolas" panose="020B0609020204030204" pitchFamily="49" charset="0"/>
              </a:rPr>
              <a:t>ProjectName</a:t>
            </a:r>
            <a:r>
              <a:rPr lang="sv-SE">
                <a:latin typeface="Consolas" panose="020B0609020204030204" pitchFamily="49" charset="0"/>
              </a:rPr>
              <a:t>)</a:t>
            </a:r>
          </a:p>
          <a:p>
            <a:pPr lvl="1"/>
            <a:r>
              <a:rPr lang="sv-SE"/>
              <a:t>Ofta vill man särskilja </a:t>
            </a:r>
            <a:r>
              <a:rPr lang="sv-SE" err="1"/>
              <a:t>debug</a:t>
            </a:r>
            <a:r>
              <a:rPr lang="sv-SE"/>
              <a:t>-versionen, t.ex. lägga till –d i filnamnet</a:t>
            </a:r>
          </a:p>
          <a:p>
            <a:pPr lvl="2"/>
            <a:r>
              <a:rPr lang="sv-SE"/>
              <a:t>Välj </a:t>
            </a:r>
            <a:r>
              <a:rPr lang="sv-SE" i="1" err="1"/>
              <a:t>Debug</a:t>
            </a:r>
            <a:r>
              <a:rPr lang="sv-SE"/>
              <a:t> i listrutan </a:t>
            </a:r>
            <a:r>
              <a:rPr lang="sv-SE" i="1" err="1"/>
              <a:t>Configuration</a:t>
            </a:r>
            <a:endParaRPr lang="sv-SE" i="1"/>
          </a:p>
          <a:p>
            <a:pPr lvl="2"/>
            <a:r>
              <a:rPr lang="sv-SE"/>
              <a:t>Ändra så att det märks att det är en </a:t>
            </a:r>
            <a:r>
              <a:rPr lang="sv-SE" err="1"/>
              <a:t>debug</a:t>
            </a:r>
            <a:r>
              <a:rPr lang="sv-SE"/>
              <a:t>-version</a:t>
            </a:r>
          </a:p>
          <a:p>
            <a:pPr lvl="2"/>
            <a:r>
              <a:rPr lang="sv-SE"/>
              <a:t>Om vi har standardnamnet och väljer –d för att särskilja </a:t>
            </a:r>
            <a:r>
              <a:rPr lang="sv-SE" err="1"/>
              <a:t>debug</a:t>
            </a:r>
            <a:r>
              <a:rPr lang="sv-SE"/>
              <a:t>-versionen blir det:</a:t>
            </a:r>
            <a:br>
              <a:rPr lang="sv-SE"/>
            </a:br>
            <a:r>
              <a:rPr lang="sv-SE">
                <a:latin typeface="Consolas" panose="020B0609020204030204" pitchFamily="49" charset="0"/>
              </a:rPr>
              <a:t>$(</a:t>
            </a:r>
            <a:r>
              <a:rPr lang="sv-SE" err="1">
                <a:latin typeface="Consolas" panose="020B0609020204030204" pitchFamily="49" charset="0"/>
              </a:rPr>
              <a:t>ProjectName</a:t>
            </a:r>
            <a:r>
              <a:rPr lang="sv-SE">
                <a:latin typeface="Consolas" panose="020B0609020204030204" pitchFamily="49" charset="0"/>
              </a:rPr>
              <a:t>)-d</a:t>
            </a:r>
          </a:p>
          <a:p>
            <a:pPr lvl="1"/>
            <a:endParaRPr lang="sv-SE">
              <a:latin typeface="Consolas" panose="020B0609020204030204" pitchFamily="49" charset="0"/>
            </a:endParaRPr>
          </a:p>
          <a:p>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2 – STÄLL IN INSTÄLLNINGARNA</a:t>
            </a:r>
          </a:p>
        </p:txBody>
      </p:sp>
      <p:pic>
        <p:nvPicPr>
          <p:cNvPr id="4" name="Bildobjekt 3">
            <a:extLst>
              <a:ext uri="{FF2B5EF4-FFF2-40B4-BE49-F238E27FC236}">
                <a16:creationId xmlns:a16="http://schemas.microsoft.com/office/drawing/2014/main" id="{6F8A8703-CFBA-4B6D-8DB9-99459AB1F25E}"/>
              </a:ext>
            </a:extLst>
          </p:cNvPr>
          <p:cNvPicPr>
            <a:picLocks noChangeAspect="1"/>
          </p:cNvPicPr>
          <p:nvPr/>
        </p:nvPicPr>
        <p:blipFill>
          <a:blip r:embed="rId3"/>
          <a:stretch>
            <a:fillRect/>
          </a:stretch>
        </p:blipFill>
        <p:spPr>
          <a:xfrm>
            <a:off x="1043081" y="4458287"/>
            <a:ext cx="4846572" cy="1239250"/>
          </a:xfrm>
          <a:prstGeom prst="rect">
            <a:avLst/>
          </a:prstGeom>
        </p:spPr>
      </p:pic>
      <p:sp>
        <p:nvSpPr>
          <p:cNvPr id="11" name="Rektangel 10">
            <a:extLst>
              <a:ext uri="{FF2B5EF4-FFF2-40B4-BE49-F238E27FC236}">
                <a16:creationId xmlns:a16="http://schemas.microsoft.com/office/drawing/2014/main" id="{CF26AA9C-0ADA-47FF-B7E1-335AF4974FF0}"/>
              </a:ext>
            </a:extLst>
          </p:cNvPr>
          <p:cNvSpPr/>
          <p:nvPr/>
        </p:nvSpPr>
        <p:spPr>
          <a:xfrm>
            <a:off x="1097685" y="4725897"/>
            <a:ext cx="1926832" cy="2010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F9AA3CCF-1A53-4084-AA56-EE698C8CBE58}"/>
              </a:ext>
            </a:extLst>
          </p:cNvPr>
          <p:cNvSpPr/>
          <p:nvPr/>
        </p:nvSpPr>
        <p:spPr>
          <a:xfrm>
            <a:off x="2398752" y="5271277"/>
            <a:ext cx="3414305" cy="2010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6" name="Bildobjekt 5">
            <a:extLst>
              <a:ext uri="{FF2B5EF4-FFF2-40B4-BE49-F238E27FC236}">
                <a16:creationId xmlns:a16="http://schemas.microsoft.com/office/drawing/2014/main" id="{E20322B6-C0D5-4522-BC2F-C8D89BCFF82A}"/>
              </a:ext>
            </a:extLst>
          </p:cNvPr>
          <p:cNvPicPr>
            <a:picLocks noChangeAspect="1"/>
          </p:cNvPicPr>
          <p:nvPr/>
        </p:nvPicPr>
        <p:blipFill>
          <a:blip r:embed="rId4"/>
          <a:stretch>
            <a:fillRect/>
          </a:stretch>
        </p:blipFill>
        <p:spPr>
          <a:xfrm>
            <a:off x="6173457" y="4453563"/>
            <a:ext cx="4846573" cy="1243974"/>
          </a:xfrm>
          <a:prstGeom prst="rect">
            <a:avLst/>
          </a:prstGeom>
        </p:spPr>
      </p:pic>
      <p:sp>
        <p:nvSpPr>
          <p:cNvPr id="9" name="Rektangel 8">
            <a:extLst>
              <a:ext uri="{FF2B5EF4-FFF2-40B4-BE49-F238E27FC236}">
                <a16:creationId xmlns:a16="http://schemas.microsoft.com/office/drawing/2014/main" id="{10D5F83E-E20D-4281-8B43-117013E3D66A}"/>
              </a:ext>
            </a:extLst>
          </p:cNvPr>
          <p:cNvSpPr/>
          <p:nvPr/>
        </p:nvSpPr>
        <p:spPr>
          <a:xfrm>
            <a:off x="7553886" y="5249866"/>
            <a:ext cx="3414305" cy="2010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2E8EB442-F4B8-4CC9-8C52-CD737359A11F}"/>
              </a:ext>
            </a:extLst>
          </p:cNvPr>
          <p:cNvSpPr/>
          <p:nvPr/>
        </p:nvSpPr>
        <p:spPr>
          <a:xfrm>
            <a:off x="6230164" y="4688484"/>
            <a:ext cx="1940686" cy="2010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055800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500"/>
                                        <p:tgtEl>
                                          <p:spTgt spid="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animBg="1"/>
      <p:bldP spid="7" grpId="0" animBg="1"/>
      <p:bldP spid="9" grpId="0" animBg="1"/>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Under filtret </a:t>
            </a:r>
            <a:r>
              <a:rPr lang="sv-SE" b="1" i="1" err="1"/>
              <a:t>Header</a:t>
            </a:r>
            <a:r>
              <a:rPr lang="sv-SE" b="1" i="1"/>
              <a:t> </a:t>
            </a:r>
            <a:r>
              <a:rPr lang="sv-SE" b="1" i="1" err="1"/>
              <a:t>Files</a:t>
            </a:r>
            <a:r>
              <a:rPr lang="sv-SE" b="1"/>
              <a:t> lägger vi till en ny </a:t>
            </a:r>
            <a:r>
              <a:rPr lang="sv-SE" b="1" err="1"/>
              <a:t>header</a:t>
            </a:r>
            <a:r>
              <a:rPr lang="sv-SE" b="1"/>
              <a:t>-fil:</a:t>
            </a:r>
            <a:br>
              <a:rPr lang="sv-SE" b="1"/>
            </a:br>
            <a:r>
              <a:rPr lang="sv-SE" b="1"/>
              <a:t>Ex. </a:t>
            </a:r>
            <a:r>
              <a:rPr lang="sv-SE" b="1" i="1" err="1"/>
              <a:t>MathFunctions.h</a:t>
            </a:r>
            <a:endParaRPr lang="sv-SE" b="1" i="1"/>
          </a:p>
          <a:p>
            <a:endParaRPr lang="sv-SE" b="1"/>
          </a:p>
          <a:p>
            <a:r>
              <a:rPr lang="sv-SE" b="1"/>
              <a:t>Under filtret </a:t>
            </a:r>
            <a:r>
              <a:rPr lang="sv-SE" b="1" i="1"/>
              <a:t>Source </a:t>
            </a:r>
            <a:r>
              <a:rPr lang="sv-SE" b="1" i="1" err="1"/>
              <a:t>Files</a:t>
            </a:r>
            <a:r>
              <a:rPr lang="sv-SE" b="1"/>
              <a:t> lägger vi till motsvarande källfil:</a:t>
            </a:r>
            <a:br>
              <a:rPr lang="sv-SE" b="1"/>
            </a:br>
            <a:r>
              <a:rPr lang="sv-SE" b="1"/>
              <a:t>Ex. </a:t>
            </a:r>
            <a:r>
              <a:rPr lang="sv-SE" b="1" i="1"/>
              <a:t>MathFunctions.cpp</a:t>
            </a:r>
          </a:p>
          <a:p>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3 – SKAPA FILER FÖR DIN FÖRSTA KLASS</a:t>
            </a:r>
          </a:p>
        </p:txBody>
      </p:sp>
      <p:pic>
        <p:nvPicPr>
          <p:cNvPr id="4" name="Bildobjekt 3">
            <a:extLst>
              <a:ext uri="{FF2B5EF4-FFF2-40B4-BE49-F238E27FC236}">
                <a16:creationId xmlns:a16="http://schemas.microsoft.com/office/drawing/2014/main" id="{73769ADB-1EAE-478E-B5C9-DD76FB7F585C}"/>
              </a:ext>
            </a:extLst>
          </p:cNvPr>
          <p:cNvPicPr>
            <a:picLocks noChangeAspect="1"/>
          </p:cNvPicPr>
          <p:nvPr/>
        </p:nvPicPr>
        <p:blipFill>
          <a:blip r:embed="rId3"/>
          <a:stretch>
            <a:fillRect/>
          </a:stretch>
        </p:blipFill>
        <p:spPr>
          <a:xfrm>
            <a:off x="7992341" y="1973645"/>
            <a:ext cx="3467100" cy="3209925"/>
          </a:xfrm>
          <a:prstGeom prst="rect">
            <a:avLst/>
          </a:prstGeom>
        </p:spPr>
      </p:pic>
      <p:sp>
        <p:nvSpPr>
          <p:cNvPr id="8" name="Rektangel 7">
            <a:extLst>
              <a:ext uri="{FF2B5EF4-FFF2-40B4-BE49-F238E27FC236}">
                <a16:creationId xmlns:a16="http://schemas.microsoft.com/office/drawing/2014/main" id="{DC83AAC1-2ED4-41F1-8B6C-D23832EC7988}"/>
              </a:ext>
            </a:extLst>
          </p:cNvPr>
          <p:cNvSpPr/>
          <p:nvPr/>
        </p:nvSpPr>
        <p:spPr>
          <a:xfrm>
            <a:off x="8583709" y="3736693"/>
            <a:ext cx="2704136" cy="2010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D49DC110-D67A-4D03-9CAB-598B96E87875}"/>
              </a:ext>
            </a:extLst>
          </p:cNvPr>
          <p:cNvSpPr/>
          <p:nvPr/>
        </p:nvSpPr>
        <p:spPr>
          <a:xfrm>
            <a:off x="8582429" y="4588337"/>
            <a:ext cx="2704136" cy="2010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613629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Vi vill lägga till en ny definition för preprocessorn:</a:t>
            </a:r>
            <a:br>
              <a:rPr lang="sv-SE" b="1"/>
            </a:br>
            <a:r>
              <a:rPr lang="sv-SE" b="1">
                <a:latin typeface="Consolas" panose="020B0609020204030204" pitchFamily="49" charset="0"/>
              </a:rPr>
              <a:t>COMMON_UTILITIES_EXPORTS</a:t>
            </a:r>
          </a:p>
          <a:p>
            <a:pPr lvl="1"/>
            <a:r>
              <a:rPr lang="sv-SE"/>
              <a:t>Kan ställa in den en gång för</a:t>
            </a:r>
            <a:br>
              <a:rPr lang="sv-SE"/>
            </a:br>
            <a:r>
              <a:rPr lang="sv-SE" i="1"/>
              <a:t>All </a:t>
            </a:r>
            <a:r>
              <a:rPr lang="sv-SE" i="1" err="1"/>
              <a:t>Configurations</a:t>
            </a:r>
            <a:r>
              <a:rPr lang="sv-SE" i="1"/>
              <a:t> och All Platforms</a:t>
            </a:r>
            <a:endParaRPr lang="sv-SE"/>
          </a:p>
          <a:p>
            <a:pPr lvl="1"/>
            <a:r>
              <a:rPr lang="sv-SE"/>
              <a:t>Kom ihåg att välja &lt;Edit…&gt; i</a:t>
            </a:r>
            <a:br>
              <a:rPr lang="sv-SE"/>
            </a:br>
            <a:r>
              <a:rPr lang="sv-SE"/>
              <a:t>listrutan så att vi får rätt formatering</a:t>
            </a:r>
          </a:p>
          <a:p>
            <a:pPr lvl="1"/>
            <a:endParaRPr lang="sv-SE"/>
          </a:p>
          <a:p>
            <a:r>
              <a:rPr lang="sv-SE" b="1"/>
              <a:t>Vi gör detta steg </a:t>
            </a:r>
            <a:r>
              <a:rPr lang="sv-SE" b="1" i="1"/>
              <a:t>efter</a:t>
            </a:r>
            <a:r>
              <a:rPr lang="sv-SE" b="1"/>
              <a:t> att vi skapat filer</a:t>
            </a:r>
          </a:p>
          <a:p>
            <a:pPr lvl="1"/>
            <a:r>
              <a:rPr lang="sv-SE"/>
              <a:t>Annars är det inte säkert att kategorin </a:t>
            </a:r>
            <a:r>
              <a:rPr lang="sv-SE" i="1"/>
              <a:t>C/C++</a:t>
            </a:r>
            <a:r>
              <a:rPr lang="sv-SE"/>
              <a:t> finns så att vi kan hitta inställningen</a:t>
            </a:r>
            <a:endParaRPr lang="sv-SE" i="1"/>
          </a:p>
          <a:p>
            <a:endParaRPr lang="sv-SE"/>
          </a:p>
          <a:p>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4 – STÄLL IN PREPROCESSORN [DYNAMISKT]</a:t>
            </a:r>
          </a:p>
        </p:txBody>
      </p:sp>
      <p:pic>
        <p:nvPicPr>
          <p:cNvPr id="5" name="Bildobjekt 4">
            <a:extLst>
              <a:ext uri="{FF2B5EF4-FFF2-40B4-BE49-F238E27FC236}">
                <a16:creationId xmlns:a16="http://schemas.microsoft.com/office/drawing/2014/main" id="{964CC739-5D18-438F-A323-F978A74B9C83}"/>
              </a:ext>
            </a:extLst>
          </p:cNvPr>
          <p:cNvPicPr>
            <a:picLocks noChangeAspect="1"/>
          </p:cNvPicPr>
          <p:nvPr/>
        </p:nvPicPr>
        <p:blipFill>
          <a:blip r:embed="rId3"/>
          <a:stretch>
            <a:fillRect/>
          </a:stretch>
        </p:blipFill>
        <p:spPr>
          <a:xfrm>
            <a:off x="6277139" y="2240280"/>
            <a:ext cx="5089951" cy="2050119"/>
          </a:xfrm>
          <a:prstGeom prst="rect">
            <a:avLst/>
          </a:prstGeom>
        </p:spPr>
      </p:pic>
      <p:sp>
        <p:nvSpPr>
          <p:cNvPr id="9" name="Rektangel 8">
            <a:extLst>
              <a:ext uri="{FF2B5EF4-FFF2-40B4-BE49-F238E27FC236}">
                <a16:creationId xmlns:a16="http://schemas.microsoft.com/office/drawing/2014/main" id="{D49DC110-D67A-4D03-9CAB-598B96E87875}"/>
              </a:ext>
            </a:extLst>
          </p:cNvPr>
          <p:cNvSpPr/>
          <p:nvPr/>
        </p:nvSpPr>
        <p:spPr>
          <a:xfrm>
            <a:off x="7725884" y="2709232"/>
            <a:ext cx="3641205" cy="2010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908597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Vi behöver lägga in en speciell bit kod i vårt bibliotek:</a:t>
            </a:r>
          </a:p>
          <a:p>
            <a:pPr lvl="1"/>
            <a:endParaRPr lang="sv-SE" b="1"/>
          </a:p>
          <a:p>
            <a:pPr lvl="1"/>
            <a:endParaRPr lang="sv-SE" b="1"/>
          </a:p>
          <a:p>
            <a:pPr lvl="1"/>
            <a:endParaRPr lang="sv-SE" b="1"/>
          </a:p>
          <a:p>
            <a:pPr lvl="1"/>
            <a:endParaRPr lang="sv-SE" b="1"/>
          </a:p>
          <a:p>
            <a:r>
              <a:rPr lang="sv-SE" b="1">
                <a:latin typeface="Consolas" panose="020B0609020204030204" pitchFamily="49" charset="0"/>
              </a:rPr>
              <a:t>COMMON_UTILITIES_EXPORTS</a:t>
            </a:r>
            <a:r>
              <a:rPr lang="sv-SE" b="1"/>
              <a:t> är ju definierat i hela projektet</a:t>
            </a:r>
          </a:p>
          <a:p>
            <a:pPr lvl="1"/>
            <a:r>
              <a:rPr lang="sv-SE"/>
              <a:t>Det ställde vi in i föregående steg</a:t>
            </a:r>
          </a:p>
          <a:p>
            <a:r>
              <a:rPr lang="sv-SE" b="1"/>
              <a:t>När vi använder biblioteket är </a:t>
            </a:r>
            <a:r>
              <a:rPr lang="sv-SE" b="1">
                <a:latin typeface="Consolas" panose="020B0609020204030204" pitchFamily="49" charset="0"/>
              </a:rPr>
              <a:t>COMMON_UTILITIES_EXPORTS</a:t>
            </a:r>
            <a:r>
              <a:rPr lang="sv-SE" b="1"/>
              <a:t> </a:t>
            </a:r>
            <a:r>
              <a:rPr lang="sv-SE" b="1" i="1"/>
              <a:t>inte</a:t>
            </a:r>
            <a:r>
              <a:rPr lang="sv-SE" b="1"/>
              <a:t> definierat</a:t>
            </a:r>
          </a:p>
          <a:p>
            <a:r>
              <a:rPr lang="sv-SE" b="1"/>
              <a:t>Vi använder </a:t>
            </a:r>
            <a:r>
              <a:rPr lang="sv-SE" b="1">
                <a:latin typeface="Consolas" panose="020B0609020204030204" pitchFamily="49" charset="0"/>
              </a:rPr>
              <a:t>CU_API</a:t>
            </a:r>
            <a:r>
              <a:rPr lang="sv-SE" b="1"/>
              <a:t> före alla funktionsdeklarationer</a:t>
            </a:r>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5 – SKRIV DLL-KOD [DYNAMISKT]</a:t>
            </a:r>
          </a:p>
        </p:txBody>
      </p:sp>
      <p:pic>
        <p:nvPicPr>
          <p:cNvPr id="4" name="Bildobjekt 3">
            <a:extLst>
              <a:ext uri="{FF2B5EF4-FFF2-40B4-BE49-F238E27FC236}">
                <a16:creationId xmlns:a16="http://schemas.microsoft.com/office/drawing/2014/main" id="{B601B8FC-31B1-4766-8A6A-87544F5D0E8B}"/>
              </a:ext>
            </a:extLst>
          </p:cNvPr>
          <p:cNvPicPr>
            <a:picLocks noChangeAspect="1"/>
          </p:cNvPicPr>
          <p:nvPr/>
        </p:nvPicPr>
        <p:blipFill>
          <a:blip r:embed="rId3"/>
          <a:stretch>
            <a:fillRect/>
          </a:stretch>
        </p:blipFill>
        <p:spPr>
          <a:xfrm>
            <a:off x="687737" y="2593914"/>
            <a:ext cx="6972983" cy="1363687"/>
          </a:xfrm>
          <a:prstGeom prst="rect">
            <a:avLst/>
          </a:prstGeom>
        </p:spPr>
      </p:pic>
    </p:spTree>
    <p:extLst>
      <p:ext uri="{BB962C8B-B14F-4D97-AF65-F5344CB8AC3E}">
        <p14:creationId xmlns:p14="http://schemas.microsoft.com/office/powerpoint/2010/main" val="190750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Ett bibliotek med en enkel funktion kan se ut på följande sätt:</a:t>
            </a:r>
            <a:br>
              <a:rPr lang="sv-SE" b="1"/>
            </a:br>
            <a:br>
              <a:rPr lang="sv-SE" b="1"/>
            </a:br>
            <a:r>
              <a:rPr lang="sv-SE" b="1" err="1"/>
              <a:t>MathFunctions.h</a:t>
            </a:r>
            <a:r>
              <a:rPr lang="sv-SE" b="1"/>
              <a:t>				MathFunctions.cpp</a:t>
            </a:r>
          </a:p>
          <a:p>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6 – SKRIV BIBLIOTEKET [DYNAMISKT]</a:t>
            </a:r>
          </a:p>
        </p:txBody>
      </p:sp>
      <p:pic>
        <p:nvPicPr>
          <p:cNvPr id="5" name="Bildobjekt 4">
            <a:extLst>
              <a:ext uri="{FF2B5EF4-FFF2-40B4-BE49-F238E27FC236}">
                <a16:creationId xmlns:a16="http://schemas.microsoft.com/office/drawing/2014/main" id="{7879CF59-22D9-46AE-A453-C058E61E1008}"/>
              </a:ext>
            </a:extLst>
          </p:cNvPr>
          <p:cNvPicPr>
            <a:picLocks noChangeAspect="1"/>
          </p:cNvPicPr>
          <p:nvPr/>
        </p:nvPicPr>
        <p:blipFill>
          <a:blip r:embed="rId3"/>
          <a:stretch>
            <a:fillRect/>
          </a:stretch>
        </p:blipFill>
        <p:spPr>
          <a:xfrm>
            <a:off x="692995" y="3216355"/>
            <a:ext cx="4629232" cy="2695149"/>
          </a:xfrm>
          <a:prstGeom prst="rect">
            <a:avLst/>
          </a:prstGeom>
        </p:spPr>
      </p:pic>
      <p:pic>
        <p:nvPicPr>
          <p:cNvPr id="6" name="Bildobjekt 5">
            <a:extLst>
              <a:ext uri="{FF2B5EF4-FFF2-40B4-BE49-F238E27FC236}">
                <a16:creationId xmlns:a16="http://schemas.microsoft.com/office/drawing/2014/main" id="{1254BE75-194C-4F92-BF26-69EA64022C04}"/>
              </a:ext>
            </a:extLst>
          </p:cNvPr>
          <p:cNvPicPr>
            <a:picLocks noChangeAspect="1"/>
          </p:cNvPicPr>
          <p:nvPr/>
        </p:nvPicPr>
        <p:blipFill>
          <a:blip r:embed="rId4"/>
          <a:stretch>
            <a:fillRect/>
          </a:stretch>
        </p:blipFill>
        <p:spPr>
          <a:xfrm>
            <a:off x="5897915" y="3216355"/>
            <a:ext cx="4444454" cy="2211171"/>
          </a:xfrm>
          <a:prstGeom prst="rect">
            <a:avLst/>
          </a:prstGeom>
        </p:spPr>
      </p:pic>
    </p:spTree>
    <p:extLst>
      <p:ext uri="{BB962C8B-B14F-4D97-AF65-F5344CB8AC3E}">
        <p14:creationId xmlns:p14="http://schemas.microsoft.com/office/powerpoint/2010/main" val="3688530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Ett bibliotek med en enkel funktion kan se ut på följande sätt:</a:t>
            </a:r>
            <a:br>
              <a:rPr lang="sv-SE" b="1"/>
            </a:br>
            <a:br>
              <a:rPr lang="sv-SE" b="1"/>
            </a:br>
            <a:r>
              <a:rPr lang="sv-SE" b="1" err="1"/>
              <a:t>MathFunctions.h</a:t>
            </a:r>
            <a:r>
              <a:rPr lang="sv-SE" b="1"/>
              <a:t>				MathFunctions.cpp</a:t>
            </a:r>
          </a:p>
          <a:p>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6 – SKRIV BIBLIOTEKET [STATISKT]</a:t>
            </a:r>
          </a:p>
        </p:txBody>
      </p:sp>
      <p:pic>
        <p:nvPicPr>
          <p:cNvPr id="6" name="Bildobjekt 5">
            <a:extLst>
              <a:ext uri="{FF2B5EF4-FFF2-40B4-BE49-F238E27FC236}">
                <a16:creationId xmlns:a16="http://schemas.microsoft.com/office/drawing/2014/main" id="{1254BE75-194C-4F92-BF26-69EA64022C04}"/>
              </a:ext>
            </a:extLst>
          </p:cNvPr>
          <p:cNvPicPr>
            <a:picLocks noChangeAspect="1"/>
          </p:cNvPicPr>
          <p:nvPr/>
        </p:nvPicPr>
        <p:blipFill>
          <a:blip r:embed="rId3"/>
          <a:stretch>
            <a:fillRect/>
          </a:stretch>
        </p:blipFill>
        <p:spPr>
          <a:xfrm>
            <a:off x="5869858" y="3255684"/>
            <a:ext cx="4444454" cy="2211171"/>
          </a:xfrm>
          <a:prstGeom prst="rect">
            <a:avLst/>
          </a:prstGeom>
        </p:spPr>
      </p:pic>
      <p:pic>
        <p:nvPicPr>
          <p:cNvPr id="4" name="Bildobjekt 3">
            <a:extLst>
              <a:ext uri="{FF2B5EF4-FFF2-40B4-BE49-F238E27FC236}">
                <a16:creationId xmlns:a16="http://schemas.microsoft.com/office/drawing/2014/main" id="{D99F8D30-13A6-45C3-8B4F-94E6067016BF}"/>
              </a:ext>
            </a:extLst>
          </p:cNvPr>
          <p:cNvPicPr>
            <a:picLocks noChangeAspect="1"/>
          </p:cNvPicPr>
          <p:nvPr/>
        </p:nvPicPr>
        <p:blipFill>
          <a:blip r:embed="rId4"/>
          <a:stretch>
            <a:fillRect/>
          </a:stretch>
        </p:blipFill>
        <p:spPr>
          <a:xfrm>
            <a:off x="692995" y="3255684"/>
            <a:ext cx="4629232" cy="1658940"/>
          </a:xfrm>
          <a:prstGeom prst="rect">
            <a:avLst/>
          </a:prstGeom>
        </p:spPr>
      </p:pic>
    </p:spTree>
    <p:extLst>
      <p:ext uri="{BB962C8B-B14F-4D97-AF65-F5344CB8AC3E}">
        <p14:creationId xmlns:p14="http://schemas.microsoft.com/office/powerpoint/2010/main" val="1071850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45537-A55A-DF46-A72F-9EA324DEEFFF}"/>
            </a:ext>
          </a:extLst>
        </p:cNvPr>
        <p:cNvGrpSpPr/>
        <p:nvPr/>
      </p:nvGrpSpPr>
      <p:grpSpPr>
        <a:xfrm>
          <a:off x="0" y="0"/>
          <a:ext cx="0" cy="0"/>
          <a:chOff x="0" y="0"/>
          <a:chExt cx="0" cy="0"/>
        </a:xfrm>
      </p:grpSpPr>
      <p:sp>
        <p:nvSpPr>
          <p:cNvPr id="3" name="Underrubrik 2">
            <a:extLst>
              <a:ext uri="{FF2B5EF4-FFF2-40B4-BE49-F238E27FC236}">
                <a16:creationId xmlns:a16="http://schemas.microsoft.com/office/drawing/2014/main" id="{029F32F2-828C-A9DE-DF2D-856735B4FD3A}"/>
              </a:ext>
            </a:extLst>
          </p:cNvPr>
          <p:cNvSpPr>
            <a:spLocks noGrp="1"/>
          </p:cNvSpPr>
          <p:nvPr>
            <p:ph type="subTitle" idx="1"/>
          </p:nvPr>
        </p:nvSpPr>
        <p:spPr/>
        <p:txBody>
          <a:bodyPr/>
          <a:lstStyle/>
          <a:p>
            <a:r>
              <a:rPr lang="sv-SE"/>
              <a:t>Introduktion till C++</a:t>
            </a:r>
          </a:p>
        </p:txBody>
      </p:sp>
      <p:sp>
        <p:nvSpPr>
          <p:cNvPr id="2" name="Rubrik 1">
            <a:extLst>
              <a:ext uri="{FF2B5EF4-FFF2-40B4-BE49-F238E27FC236}">
                <a16:creationId xmlns:a16="http://schemas.microsoft.com/office/drawing/2014/main" id="{D3BCD1FA-495B-789C-7AEE-5F51C3ACEBBC}"/>
              </a:ext>
            </a:extLst>
          </p:cNvPr>
          <p:cNvSpPr>
            <a:spLocks noGrp="1"/>
          </p:cNvSpPr>
          <p:nvPr>
            <p:ph type="ctrTitle"/>
          </p:nvPr>
        </p:nvSpPr>
        <p:spPr/>
        <p:txBody>
          <a:bodyPr/>
          <a:lstStyle/>
          <a:p>
            <a:r>
              <a:rPr lang="sv-SE"/>
              <a:t>CLEANING UP THE MESS</a:t>
            </a:r>
          </a:p>
        </p:txBody>
      </p:sp>
    </p:spTree>
    <p:extLst>
      <p:ext uri="{BB962C8B-B14F-4D97-AF65-F5344CB8AC3E}">
        <p14:creationId xmlns:p14="http://schemas.microsoft.com/office/powerpoint/2010/main" val="9136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fontScale="92500" lnSpcReduction="20000"/>
          </a:bodyPr>
          <a:lstStyle/>
          <a:p>
            <a:r>
              <a:rPr lang="sv-SE" sz="1700" b="1" i="1"/>
              <a:t>Nästan</a:t>
            </a:r>
            <a:r>
              <a:rPr lang="sv-SE" sz="1700" b="1"/>
              <a:t> alla filer ni behöver hamnar nu i mappen </a:t>
            </a:r>
            <a:r>
              <a:rPr lang="sv-SE" sz="1700" b="1" i="1"/>
              <a:t>Output</a:t>
            </a:r>
            <a:br>
              <a:rPr lang="sv-SE" sz="1700" b="1" i="1"/>
            </a:br>
            <a:endParaRPr lang="sv-SE" sz="1700" b="1"/>
          </a:p>
          <a:p>
            <a:r>
              <a:rPr lang="sv-SE" sz="1700" b="1"/>
              <a:t>Där hamnar också massa filer ni inte behöver</a:t>
            </a:r>
            <a:br>
              <a:rPr lang="sv-SE" sz="1700" b="1"/>
            </a:br>
            <a:endParaRPr lang="sv-SE" sz="1700" b="1"/>
          </a:p>
          <a:p>
            <a:r>
              <a:rPr lang="sv-SE" sz="1700" b="1"/>
              <a:t>De intressanta filerna är de med följande filändelser:</a:t>
            </a:r>
          </a:p>
          <a:p>
            <a:pPr lvl="1"/>
            <a:r>
              <a:rPr lang="sv-SE" sz="1500"/>
              <a:t>.dll		innehåller implementationen för dynamiska bibliotek</a:t>
            </a:r>
          </a:p>
          <a:p>
            <a:pPr lvl="1"/>
            <a:r>
              <a:rPr lang="sv-SE" sz="1500"/>
              <a:t>.</a:t>
            </a:r>
            <a:r>
              <a:rPr lang="sv-SE" sz="1500" err="1"/>
              <a:t>lib</a:t>
            </a:r>
            <a:r>
              <a:rPr lang="sv-SE" sz="1500"/>
              <a:t>		innehåller implementationen för statiska bibliotek </a:t>
            </a:r>
            <a:br>
              <a:rPr lang="sv-SE" sz="1500"/>
            </a:br>
            <a:r>
              <a:rPr lang="sv-SE" sz="1500"/>
              <a:t>		(eller </a:t>
            </a:r>
            <a:r>
              <a:rPr lang="sv-SE" sz="1500" i="1"/>
              <a:t>info för att inkludera en .dll om det är ett importbibliotek</a:t>
            </a:r>
            <a:r>
              <a:rPr lang="sv-SE" sz="1500"/>
              <a:t>)</a:t>
            </a:r>
          </a:p>
          <a:p>
            <a:pPr lvl="1"/>
            <a:r>
              <a:rPr lang="sv-SE" sz="1500"/>
              <a:t>.</a:t>
            </a:r>
            <a:r>
              <a:rPr lang="sv-SE" sz="1500" err="1"/>
              <a:t>pdb</a:t>
            </a:r>
            <a:r>
              <a:rPr lang="sv-SE" sz="1500"/>
              <a:t>	innehåller </a:t>
            </a:r>
            <a:r>
              <a:rPr lang="sv-SE" sz="1500" err="1"/>
              <a:t>debuginformation</a:t>
            </a:r>
            <a:r>
              <a:rPr lang="sv-SE" sz="1500"/>
              <a:t> för biblioteket</a:t>
            </a:r>
            <a:br>
              <a:rPr lang="sv-SE" sz="1500"/>
            </a:br>
            <a:r>
              <a:rPr lang="sv-SE" sz="1500"/>
              <a:t>		</a:t>
            </a:r>
            <a:r>
              <a:rPr lang="sv-SE" sz="1500">
                <a:solidFill>
                  <a:srgbClr val="C00000"/>
                </a:solidFill>
              </a:rPr>
              <a:t>väldigt användbart men farligt!</a:t>
            </a:r>
            <a:r>
              <a:rPr lang="sv-SE" sz="1500"/>
              <a:t> (Ni får veta mer om detta i 2an)</a:t>
            </a:r>
          </a:p>
          <a:p>
            <a:pPr lvl="1"/>
            <a:r>
              <a:rPr lang="sv-SE" sz="1500"/>
              <a:t>.h/.</a:t>
            </a:r>
            <a:r>
              <a:rPr lang="sv-SE" sz="1500" err="1"/>
              <a:t>hpp</a:t>
            </a:r>
            <a:r>
              <a:rPr lang="sv-SE" sz="1500"/>
              <a:t>	</a:t>
            </a:r>
            <a:r>
              <a:rPr lang="sv-SE" sz="1500" err="1"/>
              <a:t>header</a:t>
            </a:r>
            <a:r>
              <a:rPr lang="sv-SE" sz="1500"/>
              <a:t>-filer, innehåller vilken funktionalitet biblioteket har</a:t>
            </a:r>
          </a:p>
          <a:p>
            <a:pPr lvl="1"/>
            <a:endParaRPr lang="sv-SE" sz="2200"/>
          </a:p>
          <a:p>
            <a:r>
              <a:rPr lang="sv-SE" sz="1700" b="1"/>
              <a:t>Läs på om vad övriga filer är till för så att ni förstår dem!</a:t>
            </a:r>
          </a:p>
          <a:p>
            <a:endParaRPr lang="sv-SE"/>
          </a:p>
          <a:p>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CLEANING UP THE MESS</a:t>
            </a:r>
          </a:p>
        </p:txBody>
      </p:sp>
      <p:pic>
        <p:nvPicPr>
          <p:cNvPr id="3" name="Bildobjekt 2">
            <a:extLst>
              <a:ext uri="{FF2B5EF4-FFF2-40B4-BE49-F238E27FC236}">
                <a16:creationId xmlns:a16="http://schemas.microsoft.com/office/drawing/2014/main" id="{032AA8BF-9713-4E8C-B8A3-38098EB4EC5F}"/>
              </a:ext>
            </a:extLst>
          </p:cNvPr>
          <p:cNvPicPr>
            <a:picLocks noChangeAspect="1"/>
          </p:cNvPicPr>
          <p:nvPr/>
        </p:nvPicPr>
        <p:blipFill>
          <a:blip r:embed="rId3"/>
          <a:stretch>
            <a:fillRect/>
          </a:stretch>
        </p:blipFill>
        <p:spPr>
          <a:xfrm>
            <a:off x="8522605" y="1505666"/>
            <a:ext cx="2800350" cy="2085975"/>
          </a:xfrm>
          <a:prstGeom prst="rect">
            <a:avLst/>
          </a:prstGeom>
        </p:spPr>
      </p:pic>
    </p:spTree>
    <p:extLst>
      <p:ext uri="{BB962C8B-B14F-4D97-AF65-F5344CB8AC3E}">
        <p14:creationId xmlns:p14="http://schemas.microsoft.com/office/powerpoint/2010/main" val="301270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500"/>
                                        <p:tgtEl>
                                          <p:spTgt spid="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4" end="4"/>
                                            </p:txEl>
                                          </p:spTgt>
                                        </p:tgtEl>
                                        <p:attrNameLst>
                                          <p:attrName>style.visibility</p:attrName>
                                        </p:attrNameLst>
                                      </p:cBhvr>
                                      <p:to>
                                        <p:strVal val="visible"/>
                                      </p:to>
                                    </p:set>
                                    <p:animEffect transition="in" filter="fade">
                                      <p:cBhvr>
                                        <p:cTn id="30" dur="500"/>
                                        <p:tgtEl>
                                          <p:spTgt spid="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animEffect transition="in" filter="fade">
                                      <p:cBhvr>
                                        <p:cTn id="35" dur="500"/>
                                        <p:tgtEl>
                                          <p:spTgt spid="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6" end="6"/>
                                            </p:txEl>
                                          </p:spTgt>
                                        </p:tgtEl>
                                        <p:attrNameLst>
                                          <p:attrName>style.visibility</p:attrName>
                                        </p:attrNameLst>
                                      </p:cBhvr>
                                      <p:to>
                                        <p:strVal val="visible"/>
                                      </p:to>
                                    </p:set>
                                    <p:animEffect transition="in" filter="fade">
                                      <p:cBhvr>
                                        <p:cTn id="40" dur="500"/>
                                        <p:tgtEl>
                                          <p:spTgt spid="7">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xEl>
                                              <p:pRg st="8" end="8"/>
                                            </p:txEl>
                                          </p:spTgt>
                                        </p:tgtEl>
                                        <p:attrNameLst>
                                          <p:attrName>style.visibility</p:attrName>
                                        </p:attrNameLst>
                                      </p:cBhvr>
                                      <p:to>
                                        <p:strVal val="visible"/>
                                      </p:to>
                                    </p:set>
                                    <p:animEffect transition="in" filter="fade">
                                      <p:cBhvr>
                                        <p:cTn id="45"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En vanlig struktur för bibliotek som delas är att ha tre mappar</a:t>
            </a:r>
            <a:r>
              <a:rPr lang="sv-SE"/>
              <a:t>:</a:t>
            </a:r>
          </a:p>
          <a:p>
            <a:pPr lvl="1"/>
            <a:r>
              <a:rPr lang="sv-SE"/>
              <a:t>bin		Binärfiler		Ex.  *.dll	*.</a:t>
            </a:r>
            <a:r>
              <a:rPr lang="sv-SE" err="1"/>
              <a:t>pdb</a:t>
            </a:r>
            <a:endParaRPr lang="sv-SE"/>
          </a:p>
          <a:p>
            <a:pPr lvl="1"/>
            <a:r>
              <a:rPr lang="sv-SE" err="1"/>
              <a:t>include</a:t>
            </a:r>
            <a:r>
              <a:rPr lang="sv-SE"/>
              <a:t>	</a:t>
            </a:r>
            <a:r>
              <a:rPr lang="sv-SE" err="1"/>
              <a:t>Header</a:t>
            </a:r>
            <a:r>
              <a:rPr lang="sv-SE"/>
              <a:t>-filer	Ex.  *.</a:t>
            </a:r>
            <a:r>
              <a:rPr lang="sv-SE" err="1"/>
              <a:t>hpp</a:t>
            </a:r>
            <a:r>
              <a:rPr lang="sv-SE"/>
              <a:t> 	*.h</a:t>
            </a:r>
          </a:p>
          <a:p>
            <a:pPr lvl="1"/>
            <a:r>
              <a:rPr lang="sv-SE" err="1"/>
              <a:t>lib</a:t>
            </a:r>
            <a:r>
              <a:rPr lang="sv-SE"/>
              <a:t>		Biblioteksfiler	Ex.  *.</a:t>
            </a:r>
            <a:r>
              <a:rPr lang="sv-SE" err="1"/>
              <a:t>lib</a:t>
            </a:r>
            <a:endParaRPr lang="sv-SE"/>
          </a:p>
          <a:p>
            <a:endParaRPr lang="sv-SE"/>
          </a:p>
          <a:p>
            <a:r>
              <a:rPr lang="sv-SE" b="1"/>
              <a:t>Exempel:</a:t>
            </a:r>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CLEANING UP THE MESS</a:t>
            </a:r>
          </a:p>
        </p:txBody>
      </p:sp>
      <p:pic>
        <p:nvPicPr>
          <p:cNvPr id="4" name="Bildobjekt 3">
            <a:extLst>
              <a:ext uri="{FF2B5EF4-FFF2-40B4-BE49-F238E27FC236}">
                <a16:creationId xmlns:a16="http://schemas.microsoft.com/office/drawing/2014/main" id="{F67E030E-41AF-4086-8EEC-27A39854000D}"/>
              </a:ext>
            </a:extLst>
          </p:cNvPr>
          <p:cNvPicPr>
            <a:picLocks noChangeAspect="1"/>
          </p:cNvPicPr>
          <p:nvPr/>
        </p:nvPicPr>
        <p:blipFill>
          <a:blip r:embed="rId3"/>
          <a:stretch>
            <a:fillRect/>
          </a:stretch>
        </p:blipFill>
        <p:spPr>
          <a:xfrm>
            <a:off x="711930" y="4453657"/>
            <a:ext cx="2324100" cy="1533525"/>
          </a:xfrm>
          <a:prstGeom prst="rect">
            <a:avLst/>
          </a:prstGeom>
        </p:spPr>
      </p:pic>
    </p:spTree>
    <p:extLst>
      <p:ext uri="{BB962C8B-B14F-4D97-AF65-F5344CB8AC3E}">
        <p14:creationId xmlns:p14="http://schemas.microsoft.com/office/powerpoint/2010/main" val="370957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Skapa en mapp och ge den det namn ni har på ert bibliotek</a:t>
            </a:r>
          </a:p>
          <a:p>
            <a:pPr lvl="1"/>
            <a:r>
              <a:rPr lang="sv-SE"/>
              <a:t>Ex. </a:t>
            </a:r>
            <a:r>
              <a:rPr lang="sv-SE" i="1" err="1"/>
              <a:t>CommonUtilities</a:t>
            </a:r>
            <a:endParaRPr lang="sv-SE" i="1"/>
          </a:p>
          <a:p>
            <a:r>
              <a:rPr lang="sv-SE" b="1"/>
              <a:t>Om ditt bibliotek är kompilerat för både 32-bit och 64-bit, skapa vars en mapp för dessa</a:t>
            </a:r>
          </a:p>
          <a:p>
            <a:pPr lvl="1"/>
            <a:r>
              <a:rPr lang="sv-SE"/>
              <a:t>Skapa de tre undermapparna: bin, </a:t>
            </a:r>
            <a:r>
              <a:rPr lang="sv-SE" err="1"/>
              <a:t>include</a:t>
            </a:r>
            <a:r>
              <a:rPr lang="sv-SE"/>
              <a:t> och </a:t>
            </a:r>
            <a:r>
              <a:rPr lang="sv-SE" err="1"/>
              <a:t>lib</a:t>
            </a:r>
            <a:endParaRPr lang="sv-SE"/>
          </a:p>
          <a:p>
            <a:endParaRPr lang="sv-SE"/>
          </a:p>
          <a:p>
            <a:r>
              <a:rPr lang="sv-SE" sz="1800" b="1"/>
              <a:t>Endast en plattform:		Om fler plattformar finns:</a:t>
            </a:r>
          </a:p>
          <a:p>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CLEANING UP THE MESS</a:t>
            </a:r>
          </a:p>
        </p:txBody>
      </p:sp>
      <p:pic>
        <p:nvPicPr>
          <p:cNvPr id="3" name="Bildobjekt 2">
            <a:extLst>
              <a:ext uri="{FF2B5EF4-FFF2-40B4-BE49-F238E27FC236}">
                <a16:creationId xmlns:a16="http://schemas.microsoft.com/office/drawing/2014/main" id="{7C837A41-3033-4CB4-B0EE-B16A945FE67D}"/>
              </a:ext>
            </a:extLst>
          </p:cNvPr>
          <p:cNvPicPr>
            <a:picLocks noChangeAspect="1"/>
          </p:cNvPicPr>
          <p:nvPr/>
        </p:nvPicPr>
        <p:blipFill>
          <a:blip r:embed="rId3"/>
          <a:stretch>
            <a:fillRect/>
          </a:stretch>
        </p:blipFill>
        <p:spPr>
          <a:xfrm>
            <a:off x="4975121" y="3895009"/>
            <a:ext cx="2657475" cy="1457325"/>
          </a:xfrm>
          <a:prstGeom prst="rect">
            <a:avLst/>
          </a:prstGeom>
        </p:spPr>
      </p:pic>
      <p:pic>
        <p:nvPicPr>
          <p:cNvPr id="5" name="Bildobjekt 4">
            <a:extLst>
              <a:ext uri="{FF2B5EF4-FFF2-40B4-BE49-F238E27FC236}">
                <a16:creationId xmlns:a16="http://schemas.microsoft.com/office/drawing/2014/main" id="{A4FFBA23-A0FA-44C0-BF7A-A96C635A5239}"/>
              </a:ext>
            </a:extLst>
          </p:cNvPr>
          <p:cNvPicPr>
            <a:picLocks noChangeAspect="1"/>
          </p:cNvPicPr>
          <p:nvPr/>
        </p:nvPicPr>
        <p:blipFill>
          <a:blip r:embed="rId4"/>
          <a:stretch>
            <a:fillRect/>
          </a:stretch>
        </p:blipFill>
        <p:spPr>
          <a:xfrm>
            <a:off x="7753506" y="3895009"/>
            <a:ext cx="2642614" cy="1457324"/>
          </a:xfrm>
          <a:prstGeom prst="rect">
            <a:avLst/>
          </a:prstGeom>
        </p:spPr>
      </p:pic>
      <p:pic>
        <p:nvPicPr>
          <p:cNvPr id="8" name="Bildobjekt 7">
            <a:extLst>
              <a:ext uri="{FF2B5EF4-FFF2-40B4-BE49-F238E27FC236}">
                <a16:creationId xmlns:a16="http://schemas.microsoft.com/office/drawing/2014/main" id="{56226177-4757-48C0-BDA4-514F6442A54B}"/>
              </a:ext>
            </a:extLst>
          </p:cNvPr>
          <p:cNvPicPr>
            <a:picLocks noChangeAspect="1"/>
          </p:cNvPicPr>
          <p:nvPr/>
        </p:nvPicPr>
        <p:blipFill>
          <a:blip r:embed="rId5"/>
          <a:stretch>
            <a:fillRect/>
          </a:stretch>
        </p:blipFill>
        <p:spPr>
          <a:xfrm>
            <a:off x="691572" y="3895009"/>
            <a:ext cx="2208615" cy="1457324"/>
          </a:xfrm>
          <a:prstGeom prst="rect">
            <a:avLst/>
          </a:prstGeom>
        </p:spPr>
      </p:pic>
    </p:spTree>
    <p:extLst>
      <p:ext uri="{BB962C8B-B14F-4D97-AF65-F5344CB8AC3E}">
        <p14:creationId xmlns:p14="http://schemas.microsoft.com/office/powerpoint/2010/main" val="283415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par>
                                <p:cTn id="31" presetID="10"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par>
                                <p:cTn id="34" presetID="10" presetClass="entr" presetSubtype="0" fill="hold" nodeType="with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787E666-E43A-48A0-B54F-ECFC9D740F5D}"/>
              </a:ext>
            </a:extLst>
          </p:cNvPr>
          <p:cNvSpPr>
            <a:spLocks noGrp="1"/>
          </p:cNvSpPr>
          <p:nvPr>
            <p:ph idx="1"/>
          </p:nvPr>
        </p:nvSpPr>
        <p:spPr/>
        <p:txBody>
          <a:bodyPr>
            <a:normAutofit/>
          </a:bodyPr>
          <a:lstStyle/>
          <a:p>
            <a:r>
              <a:rPr lang="sv-SE" b="1"/>
              <a:t>Kopiera alla filer med följande filändelser till dina mappar:</a:t>
            </a:r>
          </a:p>
          <a:p>
            <a:pPr lvl="1"/>
            <a:r>
              <a:rPr lang="sv-SE"/>
              <a:t>bin		.dll, .</a:t>
            </a:r>
            <a:r>
              <a:rPr lang="sv-SE" err="1"/>
              <a:t>pdb</a:t>
            </a:r>
            <a:endParaRPr lang="sv-SE"/>
          </a:p>
          <a:p>
            <a:pPr lvl="1"/>
            <a:r>
              <a:rPr lang="sv-SE" err="1"/>
              <a:t>include</a:t>
            </a:r>
            <a:r>
              <a:rPr lang="sv-SE"/>
              <a:t>	.h/.</a:t>
            </a:r>
            <a:r>
              <a:rPr lang="sv-SE" err="1"/>
              <a:t>hpp</a:t>
            </a:r>
            <a:endParaRPr lang="sv-SE"/>
          </a:p>
          <a:p>
            <a:pPr lvl="1"/>
            <a:r>
              <a:rPr lang="sv-SE" err="1"/>
              <a:t>lib</a:t>
            </a:r>
            <a:r>
              <a:rPr lang="sv-SE"/>
              <a:t>		.</a:t>
            </a:r>
            <a:r>
              <a:rPr lang="sv-SE" err="1"/>
              <a:t>lib</a:t>
            </a:r>
            <a:endParaRPr lang="sv-SE"/>
          </a:p>
          <a:p>
            <a:pPr lvl="1"/>
            <a:endParaRPr lang="sv-SE"/>
          </a:p>
          <a:p>
            <a:r>
              <a:rPr lang="sv-SE" b="1"/>
              <a:t>Tänk på versionerna om du har både 32- och 64-bitarsversioner!</a:t>
            </a:r>
          </a:p>
          <a:p>
            <a:endParaRPr lang="sv-SE" b="1"/>
          </a:p>
          <a:p>
            <a:r>
              <a:rPr lang="sv-SE" b="1"/>
              <a:t>Nu kan du distribuera ditt bibliotek!</a:t>
            </a:r>
          </a:p>
          <a:p>
            <a:endParaRPr lang="sv-SE" b="1"/>
          </a:p>
          <a:p>
            <a:r>
              <a:rPr lang="sv-SE" b="1"/>
              <a:t>OBS! Oftast vill man göra allt detta med ett skript istället </a:t>
            </a:r>
          </a:p>
          <a:p>
            <a:pPr lvl="1"/>
            <a:r>
              <a:rPr lang="sv-SE"/>
              <a:t>Eller med mer jobb i </a:t>
            </a:r>
            <a:r>
              <a:rPr lang="sv-SE" err="1"/>
              <a:t>visual</a:t>
            </a:r>
            <a:r>
              <a:rPr lang="sv-SE"/>
              <a:t> studios </a:t>
            </a:r>
            <a:r>
              <a:rPr lang="sv-SE" err="1"/>
              <a:t>projektinställningar</a:t>
            </a:r>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CLEANING UP THE MESS</a:t>
            </a:r>
          </a:p>
        </p:txBody>
      </p:sp>
    </p:spTree>
    <p:extLst>
      <p:ext uri="{BB962C8B-B14F-4D97-AF65-F5344CB8AC3E}">
        <p14:creationId xmlns:p14="http://schemas.microsoft.com/office/powerpoint/2010/main" val="158113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fade">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Effect transition="in" filter="fade">
                                      <p:cBhvr>
                                        <p:cTn id="23" dur="500"/>
                                        <p:tgtEl>
                                          <p:spTgt spid="7">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7" end="7"/>
                                            </p:txEl>
                                          </p:spTgt>
                                        </p:tgtEl>
                                        <p:attrNameLst>
                                          <p:attrName>style.visibility</p:attrName>
                                        </p:attrNameLst>
                                      </p:cBhvr>
                                      <p:to>
                                        <p:strVal val="visible"/>
                                      </p:to>
                                    </p:set>
                                    <p:animEffect transition="in" filter="fade">
                                      <p:cBhvr>
                                        <p:cTn id="28" dur="500"/>
                                        <p:tgtEl>
                                          <p:spTgt spid="7">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9" end="9"/>
                                            </p:txEl>
                                          </p:spTgt>
                                        </p:tgtEl>
                                        <p:attrNameLst>
                                          <p:attrName>style.visibility</p:attrName>
                                        </p:attrNameLst>
                                      </p:cBhvr>
                                      <p:to>
                                        <p:strVal val="visible"/>
                                      </p:to>
                                    </p:set>
                                    <p:animEffect transition="in" filter="fade">
                                      <p:cBhvr>
                                        <p:cTn id="33" dur="500"/>
                                        <p:tgtEl>
                                          <p:spTgt spid="7">
                                            <p:txEl>
                                              <p:pRg st="9" end="9"/>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xEl>
                                              <p:pRg st="10" end="10"/>
                                            </p:txEl>
                                          </p:spTgt>
                                        </p:tgtEl>
                                        <p:attrNameLst>
                                          <p:attrName>style.visibility</p:attrName>
                                        </p:attrNameLst>
                                      </p:cBhvr>
                                      <p:to>
                                        <p:strVal val="visible"/>
                                      </p:to>
                                    </p:set>
                                    <p:animEffect transition="in" filter="fade">
                                      <p:cBhvr>
                                        <p:cTn id="36"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1ACB2-188D-6740-850D-941EE1B42F40}"/>
            </a:ext>
          </a:extLst>
        </p:cNvPr>
        <p:cNvGrpSpPr/>
        <p:nvPr/>
      </p:nvGrpSpPr>
      <p:grpSpPr>
        <a:xfrm>
          <a:off x="0" y="0"/>
          <a:ext cx="0" cy="0"/>
          <a:chOff x="0" y="0"/>
          <a:chExt cx="0" cy="0"/>
        </a:xfrm>
      </p:grpSpPr>
      <p:sp>
        <p:nvSpPr>
          <p:cNvPr id="3" name="Underrubrik 2">
            <a:extLst>
              <a:ext uri="{FF2B5EF4-FFF2-40B4-BE49-F238E27FC236}">
                <a16:creationId xmlns:a16="http://schemas.microsoft.com/office/drawing/2014/main" id="{B04C1288-46D9-39A9-9D43-A305EC9E1473}"/>
              </a:ext>
            </a:extLst>
          </p:cNvPr>
          <p:cNvSpPr>
            <a:spLocks noGrp="1"/>
          </p:cNvSpPr>
          <p:nvPr>
            <p:ph type="subTitle" idx="1"/>
          </p:nvPr>
        </p:nvSpPr>
        <p:spPr/>
        <p:txBody>
          <a:bodyPr/>
          <a:lstStyle/>
          <a:p>
            <a:r>
              <a:rPr lang="sv-SE"/>
              <a:t>Introduktion till C++</a:t>
            </a:r>
          </a:p>
        </p:txBody>
      </p:sp>
      <p:sp>
        <p:nvSpPr>
          <p:cNvPr id="2" name="Rubrik 1">
            <a:extLst>
              <a:ext uri="{FF2B5EF4-FFF2-40B4-BE49-F238E27FC236}">
                <a16:creationId xmlns:a16="http://schemas.microsoft.com/office/drawing/2014/main" id="{9B3A2A06-38F6-FE87-77BE-DB6B0AD17BD2}"/>
              </a:ext>
            </a:extLst>
          </p:cNvPr>
          <p:cNvSpPr>
            <a:spLocks noGrp="1"/>
          </p:cNvSpPr>
          <p:nvPr>
            <p:ph type="ctrTitle"/>
          </p:nvPr>
        </p:nvSpPr>
        <p:spPr/>
        <p:txBody>
          <a:bodyPr/>
          <a:lstStyle/>
          <a:p>
            <a:r>
              <a:rPr lang="sv-SE"/>
              <a:t>TIMER</a:t>
            </a:r>
          </a:p>
        </p:txBody>
      </p:sp>
    </p:spTree>
    <p:extLst>
      <p:ext uri="{BB962C8B-B14F-4D97-AF65-F5344CB8AC3E}">
        <p14:creationId xmlns:p14="http://schemas.microsoft.com/office/powerpoint/2010/main" val="4245781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101CC1-A30F-4425-9FAC-A6A8BE16D0F0}"/>
              </a:ext>
            </a:extLst>
          </p:cNvPr>
          <p:cNvSpPr>
            <a:spLocks noGrp="1"/>
          </p:cNvSpPr>
          <p:nvPr>
            <p:ph idx="1"/>
          </p:nvPr>
        </p:nvSpPr>
        <p:spPr/>
        <p:txBody>
          <a:bodyPr>
            <a:normAutofit/>
          </a:bodyPr>
          <a:lstStyle/>
          <a:p>
            <a:r>
              <a:rPr lang="sv-SE" b="1"/>
              <a:t>Hur lång tid en frame tar beror på:</a:t>
            </a:r>
          </a:p>
          <a:p>
            <a:pPr lvl="1"/>
            <a:r>
              <a:rPr lang="sv-SE"/>
              <a:t>Hårdvaran i datorn</a:t>
            </a:r>
          </a:p>
          <a:p>
            <a:pPr lvl="1"/>
            <a:r>
              <a:rPr lang="sv-SE"/>
              <a:t>Hur mycket kod som exekveras varje frame</a:t>
            </a:r>
          </a:p>
          <a:p>
            <a:pPr lvl="1"/>
            <a:endParaRPr lang="sv-SE"/>
          </a:p>
          <a:p>
            <a:r>
              <a:rPr lang="sv-SE" b="1"/>
              <a:t>Detta ger ett inkonsekvent beteende!</a:t>
            </a:r>
          </a:p>
          <a:p>
            <a:pPr lvl="1"/>
            <a:r>
              <a:rPr lang="sv-SE"/>
              <a:t>Lösning: Ta hänsyn till hur lång tid en frame tar</a:t>
            </a:r>
          </a:p>
          <a:p>
            <a:pPr lvl="1"/>
            <a:r>
              <a:rPr lang="sv-SE"/>
              <a:t>Kräver en timer</a:t>
            </a:r>
          </a:p>
          <a:p>
            <a:pPr lvl="1"/>
            <a:endParaRPr lang="sv-SE"/>
          </a:p>
          <a:p>
            <a:r>
              <a:rPr lang="sv-SE" b="1"/>
              <a:t>Uppgift: Ni ska göra en timer</a:t>
            </a:r>
          </a:p>
          <a:p>
            <a:pPr lvl="1"/>
            <a:r>
              <a:rPr lang="sv-SE"/>
              <a:t>Den kommer att användas till alla realtidsprojekt ni gör</a:t>
            </a:r>
          </a:p>
          <a:p>
            <a:pPr lvl="1"/>
            <a:r>
              <a:rPr lang="sv-SE"/>
              <a:t>Den ska ligga i ett eget bibliotek som ni utökar med annan återanvändningsbar funktionalitet</a:t>
            </a:r>
          </a:p>
          <a:p>
            <a:endParaRPr lang="sv-SE"/>
          </a:p>
          <a:p>
            <a:pPr lvl="1">
              <a:lnSpc>
                <a:spcPct val="80000"/>
              </a:lnSpc>
            </a:pPr>
            <a:endParaRPr lang="sv-SE"/>
          </a:p>
          <a:p>
            <a:pPr lvl="2"/>
            <a:endParaRPr lang="sv-SE"/>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TIMER</a:t>
            </a:r>
          </a:p>
        </p:txBody>
      </p:sp>
    </p:spTree>
    <p:extLst>
      <p:ext uri="{BB962C8B-B14F-4D97-AF65-F5344CB8AC3E}">
        <p14:creationId xmlns:p14="http://schemas.microsoft.com/office/powerpoint/2010/main" val="2683349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FE8BCF92-40DD-7436-A9CD-6E3C411E17A8}"/>
              </a:ext>
            </a:extLst>
          </p:cNvPr>
          <p:cNvSpPr>
            <a:spLocks noGrp="1"/>
          </p:cNvSpPr>
          <p:nvPr>
            <p:ph idx="1"/>
          </p:nvPr>
        </p:nvSpPr>
        <p:spPr/>
        <p:txBody>
          <a:bodyPr/>
          <a:lstStyle/>
          <a:p>
            <a:r>
              <a:rPr lang="sv-SE" sz="2000" b="1"/>
              <a:t>Terminologi:</a:t>
            </a:r>
          </a:p>
          <a:p>
            <a:pPr lvl="1"/>
            <a:r>
              <a:rPr lang="sv-SE" sz="1800"/>
              <a:t>Frame		En ”bildruta”, en uppdatering av spelet/bilden</a:t>
            </a:r>
          </a:p>
          <a:p>
            <a:pPr lvl="1"/>
            <a:r>
              <a:rPr lang="sv-SE" sz="1800"/>
              <a:t>Frame rate 	Hur många </a:t>
            </a:r>
            <a:r>
              <a:rPr lang="sv-SE" sz="1800" err="1"/>
              <a:t>frames</a:t>
            </a:r>
            <a:r>
              <a:rPr lang="sv-SE" sz="1800"/>
              <a:t> per sekund</a:t>
            </a:r>
          </a:p>
          <a:p>
            <a:pPr lvl="1"/>
            <a:r>
              <a:rPr lang="sv-SE" sz="1800" err="1"/>
              <a:t>Fps</a:t>
            </a:r>
            <a:r>
              <a:rPr lang="sv-SE" sz="1800"/>
              <a:t>		</a:t>
            </a:r>
            <a:r>
              <a:rPr lang="sv-SE" sz="1800" err="1"/>
              <a:t>Frames</a:t>
            </a:r>
            <a:r>
              <a:rPr lang="sv-SE" sz="1800"/>
              <a:t> per sekund, det vi mäter </a:t>
            </a:r>
            <a:r>
              <a:rPr lang="sv-SE" sz="1800" err="1"/>
              <a:t>framerate</a:t>
            </a:r>
            <a:r>
              <a:rPr lang="sv-SE" sz="1800"/>
              <a:t> med</a:t>
            </a:r>
          </a:p>
          <a:p>
            <a:pPr lvl="1"/>
            <a:r>
              <a:rPr lang="sv-SE" sz="1800"/>
              <a:t>Frame </a:t>
            </a:r>
            <a:r>
              <a:rPr lang="sv-SE" sz="1800" err="1"/>
              <a:t>time</a:t>
            </a:r>
            <a:r>
              <a:rPr lang="sv-SE" sz="1800"/>
              <a:t> 	Hur lång en frame är</a:t>
            </a:r>
          </a:p>
          <a:p>
            <a:pPr lvl="2"/>
            <a:r>
              <a:rPr lang="sv-SE" sz="1600"/>
              <a:t>Frame rate = 1 / Frame </a:t>
            </a:r>
            <a:r>
              <a:rPr lang="sv-SE" sz="1600" err="1"/>
              <a:t>time</a:t>
            </a:r>
            <a:r>
              <a:rPr lang="sv-SE" sz="1600"/>
              <a:t> </a:t>
            </a:r>
          </a:p>
        </p:txBody>
      </p:sp>
      <p:sp>
        <p:nvSpPr>
          <p:cNvPr id="2" name="Rubrik 1">
            <a:extLst>
              <a:ext uri="{FF2B5EF4-FFF2-40B4-BE49-F238E27FC236}">
                <a16:creationId xmlns:a16="http://schemas.microsoft.com/office/drawing/2014/main" id="{31C53702-8AB6-5C43-BC2A-F4415DFF9D5A}"/>
              </a:ext>
            </a:extLst>
          </p:cNvPr>
          <p:cNvSpPr>
            <a:spLocks noGrp="1"/>
          </p:cNvSpPr>
          <p:nvPr>
            <p:ph type="title"/>
          </p:nvPr>
        </p:nvSpPr>
        <p:spPr/>
        <p:txBody>
          <a:bodyPr/>
          <a:lstStyle/>
          <a:p>
            <a:r>
              <a:rPr lang="sv-SE"/>
              <a:t>TIMER</a:t>
            </a:r>
          </a:p>
        </p:txBody>
      </p:sp>
    </p:spTree>
    <p:extLst>
      <p:ext uri="{BB962C8B-B14F-4D97-AF65-F5344CB8AC3E}">
        <p14:creationId xmlns:p14="http://schemas.microsoft.com/office/powerpoint/2010/main" val="41274282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101CC1-A30F-4425-9FAC-A6A8BE16D0F0}"/>
              </a:ext>
            </a:extLst>
          </p:cNvPr>
          <p:cNvSpPr>
            <a:spLocks noGrp="1"/>
          </p:cNvSpPr>
          <p:nvPr>
            <p:ph idx="1"/>
          </p:nvPr>
        </p:nvSpPr>
        <p:spPr/>
        <p:txBody>
          <a:bodyPr>
            <a:normAutofit/>
          </a:bodyPr>
          <a:lstStyle/>
          <a:p>
            <a:r>
              <a:rPr lang="sv-SE" b="1"/>
              <a:t>Hur lång tid en frame tog kallas </a:t>
            </a:r>
            <a:r>
              <a:rPr lang="sv-SE" b="1" i="1"/>
              <a:t>delta </a:t>
            </a:r>
            <a:r>
              <a:rPr lang="sv-SE" b="1" i="1" err="1"/>
              <a:t>time</a:t>
            </a:r>
            <a:r>
              <a:rPr lang="sv-SE" b="1"/>
              <a:t> (skrivs ofta </a:t>
            </a:r>
            <a:r>
              <a:rPr lang="sv-SE" b="1" i="1"/>
              <a:t>dt</a:t>
            </a:r>
            <a:r>
              <a:rPr lang="sv-SE" b="1"/>
              <a:t>)</a:t>
            </a:r>
          </a:p>
          <a:p>
            <a:pPr lvl="1"/>
            <a:r>
              <a:rPr lang="sv-SE"/>
              <a:t>60 </a:t>
            </a:r>
            <a:r>
              <a:rPr lang="sv-SE" err="1"/>
              <a:t>fps</a:t>
            </a:r>
            <a:r>
              <a:rPr lang="sv-SE"/>
              <a:t> ger en delta </a:t>
            </a:r>
            <a:r>
              <a:rPr lang="sv-SE" err="1"/>
              <a:t>time</a:t>
            </a:r>
            <a:r>
              <a:rPr lang="sv-SE"/>
              <a:t> på ca 0.0167s (16.7ms)</a:t>
            </a:r>
          </a:p>
          <a:p>
            <a:pPr lvl="1"/>
            <a:r>
              <a:rPr lang="sv-SE"/>
              <a:t>30 </a:t>
            </a:r>
            <a:r>
              <a:rPr lang="sv-SE" err="1"/>
              <a:t>fps</a:t>
            </a:r>
            <a:r>
              <a:rPr lang="sv-SE"/>
              <a:t> ger en delta </a:t>
            </a:r>
            <a:r>
              <a:rPr lang="sv-SE" err="1"/>
              <a:t>time</a:t>
            </a:r>
            <a:r>
              <a:rPr lang="sv-SE"/>
              <a:t> på ca 0.0333s (33.3ms)</a:t>
            </a:r>
          </a:p>
          <a:p>
            <a:pPr lvl="1"/>
            <a:endParaRPr lang="sv-SE"/>
          </a:p>
          <a:p>
            <a:r>
              <a:rPr lang="sv-SE" b="1"/>
              <a:t>Lägre </a:t>
            </a:r>
            <a:r>
              <a:rPr lang="sv-SE" b="1" err="1"/>
              <a:t>fps</a:t>
            </a:r>
            <a:r>
              <a:rPr lang="sv-SE" b="1"/>
              <a:t> ger ett högre dt</a:t>
            </a:r>
          </a:p>
          <a:p>
            <a:pPr lvl="1"/>
            <a:r>
              <a:rPr lang="sv-SE"/>
              <a:t>Detta kan vi använda i våra förflyttningar!</a:t>
            </a:r>
          </a:p>
          <a:p>
            <a:pPr lvl="1"/>
            <a:r>
              <a:rPr lang="sv-SE"/>
              <a:t>Lägre </a:t>
            </a:r>
            <a:r>
              <a:rPr lang="sv-SE" err="1"/>
              <a:t>fps</a:t>
            </a:r>
            <a:r>
              <a:rPr lang="sv-SE"/>
              <a:t> -&gt; Färre </a:t>
            </a:r>
            <a:r>
              <a:rPr lang="sv-SE" err="1"/>
              <a:t>frames</a:t>
            </a:r>
            <a:r>
              <a:rPr lang="sv-SE"/>
              <a:t> under samma tid (ex. en sekund), högre dt</a:t>
            </a:r>
          </a:p>
          <a:p>
            <a:pPr lvl="1"/>
            <a:r>
              <a:rPr lang="sv-SE"/>
              <a:t>Multiplicera med ett högre dt -&gt; Större förflyttning</a:t>
            </a:r>
          </a:p>
          <a:p>
            <a:pPr lvl="1"/>
            <a:endParaRPr lang="sv-SE"/>
          </a:p>
          <a:p>
            <a:pPr lvl="1"/>
            <a:endParaRPr lang="sv-SE"/>
          </a:p>
          <a:p>
            <a:pPr lvl="1">
              <a:lnSpc>
                <a:spcPct val="80000"/>
              </a:lnSpc>
            </a:pPr>
            <a:endParaRPr lang="sv-SE"/>
          </a:p>
          <a:p>
            <a:pPr lvl="2"/>
            <a:endParaRPr lang="sv-SE"/>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TIMER</a:t>
            </a:r>
          </a:p>
        </p:txBody>
      </p:sp>
    </p:spTree>
    <p:extLst>
      <p:ext uri="{BB962C8B-B14F-4D97-AF65-F5344CB8AC3E}">
        <p14:creationId xmlns:p14="http://schemas.microsoft.com/office/powerpoint/2010/main" val="132345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101CC1-A30F-4425-9FAC-A6A8BE16D0F0}"/>
              </a:ext>
            </a:extLst>
          </p:cNvPr>
          <p:cNvSpPr>
            <a:spLocks noGrp="1"/>
          </p:cNvSpPr>
          <p:nvPr>
            <p:ph idx="1"/>
          </p:nvPr>
        </p:nvSpPr>
        <p:spPr/>
        <p:txBody>
          <a:bodyPr>
            <a:normAutofit/>
          </a:bodyPr>
          <a:lstStyle/>
          <a:p>
            <a:r>
              <a:rPr lang="sv-SE" b="1"/>
              <a:t>Om vi multiplicerar all förflyttning med dt kommer vi att normalisera förflyttningen</a:t>
            </a:r>
          </a:p>
          <a:p>
            <a:pPr lvl="1"/>
            <a:r>
              <a:rPr lang="sv-SE"/>
              <a:t>Lägre </a:t>
            </a:r>
            <a:r>
              <a:rPr lang="sv-SE" err="1"/>
              <a:t>fps</a:t>
            </a:r>
            <a:r>
              <a:rPr lang="sv-SE"/>
              <a:t> -&gt; högre dt</a:t>
            </a:r>
          </a:p>
          <a:p>
            <a:pPr lvl="1"/>
            <a:r>
              <a:rPr lang="sv-SE"/>
              <a:t>Högre dt * förflyttningen -&gt; större förflyttning</a:t>
            </a:r>
          </a:p>
          <a:p>
            <a:pPr lvl="1"/>
            <a:r>
              <a:rPr lang="sv-SE"/>
              <a:t>Vi förflyttar oss alltså </a:t>
            </a:r>
            <a:r>
              <a:rPr lang="sv-SE" b="1"/>
              <a:t>mer</a:t>
            </a:r>
            <a:r>
              <a:rPr lang="sv-SE"/>
              <a:t> </a:t>
            </a:r>
            <a:r>
              <a:rPr lang="sv-SE" i="1"/>
              <a:t>varje frame</a:t>
            </a:r>
            <a:r>
              <a:rPr lang="sv-SE"/>
              <a:t> om vi har färre </a:t>
            </a:r>
            <a:r>
              <a:rPr lang="sv-SE" err="1"/>
              <a:t>frames</a:t>
            </a:r>
            <a:r>
              <a:rPr lang="sv-SE"/>
              <a:t> under en sekund</a:t>
            </a:r>
          </a:p>
          <a:p>
            <a:pPr lvl="1"/>
            <a:r>
              <a:rPr lang="sv-SE"/>
              <a:t>Totalförflyttningen blir densamma</a:t>
            </a:r>
          </a:p>
          <a:p>
            <a:pPr lvl="1"/>
            <a:endParaRPr lang="sv-SE"/>
          </a:p>
          <a:p>
            <a:pPr lvl="1"/>
            <a:endParaRPr lang="sv-SE"/>
          </a:p>
          <a:p>
            <a:pPr lvl="1"/>
            <a:endParaRPr lang="sv-SE"/>
          </a:p>
          <a:p>
            <a:pPr lvl="1"/>
            <a:endParaRPr lang="sv-SE"/>
          </a:p>
          <a:p>
            <a:pPr lvl="1"/>
            <a:endParaRPr lang="sv-SE"/>
          </a:p>
          <a:p>
            <a:pPr lvl="1"/>
            <a:r>
              <a:rPr lang="sv-SE"/>
              <a:t>Om dt är i sekunder så blir hastigheten vår </a:t>
            </a:r>
            <a:r>
              <a:rPr lang="sv-SE" i="1"/>
              <a:t>förflyttning per sekund</a:t>
            </a:r>
          </a:p>
          <a:p>
            <a:pPr lvl="1"/>
            <a:endParaRPr lang="sv-SE"/>
          </a:p>
          <a:p>
            <a:pPr lvl="1"/>
            <a:endParaRPr lang="sv-SE"/>
          </a:p>
          <a:p>
            <a:pPr lvl="1">
              <a:lnSpc>
                <a:spcPct val="80000"/>
              </a:lnSpc>
            </a:pPr>
            <a:endParaRPr lang="sv-SE"/>
          </a:p>
          <a:p>
            <a:pPr lvl="2"/>
            <a:endParaRPr lang="sv-SE"/>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TIMER</a:t>
            </a:r>
          </a:p>
        </p:txBody>
      </p:sp>
      <p:pic>
        <p:nvPicPr>
          <p:cNvPr id="5" name="Bildobjekt 4">
            <a:extLst>
              <a:ext uri="{FF2B5EF4-FFF2-40B4-BE49-F238E27FC236}">
                <a16:creationId xmlns:a16="http://schemas.microsoft.com/office/drawing/2014/main" id="{24C2FB24-FA84-4591-9D93-BE6119FB72D2}"/>
              </a:ext>
            </a:extLst>
          </p:cNvPr>
          <p:cNvPicPr>
            <a:picLocks noChangeAspect="1"/>
          </p:cNvPicPr>
          <p:nvPr/>
        </p:nvPicPr>
        <p:blipFill>
          <a:blip r:embed="rId3"/>
          <a:stretch>
            <a:fillRect/>
          </a:stretch>
        </p:blipFill>
        <p:spPr>
          <a:xfrm>
            <a:off x="768517" y="3169097"/>
            <a:ext cx="10654966" cy="1664636"/>
          </a:xfrm>
          <a:prstGeom prst="rect">
            <a:avLst/>
          </a:prstGeom>
        </p:spPr>
      </p:pic>
    </p:spTree>
    <p:extLst>
      <p:ext uri="{BB962C8B-B14F-4D97-AF65-F5344CB8AC3E}">
        <p14:creationId xmlns:p14="http://schemas.microsoft.com/office/powerpoint/2010/main" val="4199226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101CC1-A30F-4425-9FAC-A6A8BE16D0F0}"/>
              </a:ext>
            </a:extLst>
          </p:cNvPr>
          <p:cNvSpPr>
            <a:spLocks noGrp="1"/>
          </p:cNvSpPr>
          <p:nvPr>
            <p:ph idx="1"/>
          </p:nvPr>
        </p:nvSpPr>
        <p:spPr/>
        <p:txBody>
          <a:bodyPr>
            <a:normAutofit fontScale="92500" lnSpcReduction="10000"/>
          </a:bodyPr>
          <a:lstStyle/>
          <a:p>
            <a:r>
              <a:rPr lang="sv-SE" b="1"/>
              <a:t>Istället för timer kan vi köra </a:t>
            </a:r>
            <a:r>
              <a:rPr lang="sv-SE" b="1" i="1" err="1"/>
              <a:t>fixed</a:t>
            </a:r>
            <a:r>
              <a:rPr lang="sv-SE" b="1" i="1"/>
              <a:t> frame rate</a:t>
            </a:r>
          </a:p>
          <a:p>
            <a:pPr lvl="1"/>
            <a:r>
              <a:rPr lang="sv-SE" i="1"/>
              <a:t>Eller </a:t>
            </a:r>
            <a:r>
              <a:rPr lang="sv-SE" i="1" err="1"/>
              <a:t>fixed</a:t>
            </a:r>
            <a:r>
              <a:rPr lang="sv-SE" i="1"/>
              <a:t> frame </a:t>
            </a:r>
            <a:r>
              <a:rPr lang="sv-SE" i="1" err="1"/>
              <a:t>time</a:t>
            </a:r>
            <a:endParaRPr lang="sv-SE" i="1"/>
          </a:p>
          <a:p>
            <a:pPr lvl="1"/>
            <a:endParaRPr lang="sv-SE" i="1"/>
          </a:p>
          <a:p>
            <a:r>
              <a:rPr lang="sv-SE" b="1"/>
              <a:t>Vi bestämmer hur många </a:t>
            </a:r>
            <a:r>
              <a:rPr lang="sv-SE" b="1" err="1"/>
              <a:t>frames</a:t>
            </a:r>
            <a:r>
              <a:rPr lang="sv-SE" b="1"/>
              <a:t> per sekund som ska köras</a:t>
            </a:r>
          </a:p>
          <a:p>
            <a:pPr lvl="1"/>
            <a:r>
              <a:rPr lang="sv-SE"/>
              <a:t>Om en frame går snabbare så väntar datorn</a:t>
            </a:r>
          </a:p>
          <a:p>
            <a:pPr lvl="1"/>
            <a:r>
              <a:rPr lang="sv-SE"/>
              <a:t>Om en frame går långsammare måste detta hanteras</a:t>
            </a:r>
          </a:p>
          <a:p>
            <a:pPr lvl="1"/>
            <a:endParaRPr lang="sv-SE"/>
          </a:p>
          <a:p>
            <a:r>
              <a:rPr lang="sv-SE" b="1"/>
              <a:t>Belastar </a:t>
            </a:r>
            <a:r>
              <a:rPr lang="sv-SE" b="1" err="1"/>
              <a:t>CPU:n</a:t>
            </a:r>
            <a:r>
              <a:rPr lang="sv-SE" b="1"/>
              <a:t> mindre</a:t>
            </a:r>
          </a:p>
          <a:p>
            <a:pPr lvl="1"/>
            <a:r>
              <a:rPr lang="sv-SE"/>
              <a:t>Tar mindre batteri för mobilspel</a:t>
            </a:r>
          </a:p>
          <a:p>
            <a:pPr marL="0" indent="0">
              <a:buNone/>
            </a:pPr>
            <a:endParaRPr lang="sv-SE"/>
          </a:p>
          <a:p>
            <a:r>
              <a:rPr lang="sv-SE" b="1"/>
              <a:t>Även om vi har en </a:t>
            </a:r>
            <a:r>
              <a:rPr lang="sv-SE" b="1" err="1"/>
              <a:t>fixed</a:t>
            </a:r>
            <a:r>
              <a:rPr lang="sv-SE" b="1"/>
              <a:t> </a:t>
            </a:r>
            <a:r>
              <a:rPr lang="sv-SE" b="1" err="1"/>
              <a:t>framerate</a:t>
            </a:r>
            <a:r>
              <a:rPr lang="sv-SE" b="1"/>
              <a:t> brukar vi använda delta </a:t>
            </a:r>
            <a:r>
              <a:rPr lang="sv-SE" b="1" err="1"/>
              <a:t>time</a:t>
            </a:r>
            <a:r>
              <a:rPr lang="sv-SE" b="1"/>
              <a:t> i beräkningar</a:t>
            </a:r>
          </a:p>
          <a:p>
            <a:pPr lvl="1"/>
            <a:r>
              <a:rPr lang="sv-SE"/>
              <a:t>Gör det lättare om man vill ändra delta </a:t>
            </a:r>
            <a:r>
              <a:rPr lang="sv-SE" err="1"/>
              <a:t>time</a:t>
            </a:r>
            <a:endParaRPr lang="sv-SE"/>
          </a:p>
          <a:p>
            <a:pPr marL="457200" lvl="1" indent="0">
              <a:buNone/>
            </a:pPr>
            <a:endParaRPr lang="sv-SE"/>
          </a:p>
          <a:p>
            <a:pPr lvl="1"/>
            <a:endParaRPr lang="sv-SE"/>
          </a:p>
          <a:p>
            <a:pPr lvl="1"/>
            <a:endParaRPr lang="sv-SE"/>
          </a:p>
          <a:p>
            <a:pPr lvl="1">
              <a:lnSpc>
                <a:spcPct val="80000"/>
              </a:lnSpc>
            </a:pPr>
            <a:endParaRPr lang="sv-SE"/>
          </a:p>
          <a:p>
            <a:pPr lvl="2"/>
            <a:endParaRPr lang="sv-SE"/>
          </a:p>
          <a:p>
            <a:pPr lvl="1"/>
            <a:endParaRPr lang="sv-SE"/>
          </a:p>
        </p:txBody>
      </p:sp>
      <p:sp>
        <p:nvSpPr>
          <p:cNvPr id="2" name="Title 1">
            <a:extLst>
              <a:ext uri="{FF2B5EF4-FFF2-40B4-BE49-F238E27FC236}">
                <a16:creationId xmlns:a16="http://schemas.microsoft.com/office/drawing/2014/main" id="{F47F938A-8B58-4BA3-AEB1-7E8EB5881AD2}"/>
              </a:ext>
            </a:extLst>
          </p:cNvPr>
          <p:cNvSpPr>
            <a:spLocks noGrp="1"/>
          </p:cNvSpPr>
          <p:nvPr>
            <p:ph type="title"/>
          </p:nvPr>
        </p:nvSpPr>
        <p:spPr/>
        <p:txBody>
          <a:bodyPr/>
          <a:lstStyle/>
          <a:p>
            <a:r>
              <a:rPr lang="sv-SE"/>
              <a:t>ALTERNATIV TILL TIMER</a:t>
            </a:r>
          </a:p>
        </p:txBody>
      </p:sp>
    </p:spTree>
    <p:extLst>
      <p:ext uri="{BB962C8B-B14F-4D97-AF65-F5344CB8AC3E}">
        <p14:creationId xmlns:p14="http://schemas.microsoft.com/office/powerpoint/2010/main" val="27777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Effect transition="in" filter="fade">
                                      <p:cBhvr>
                                        <p:cTn id="40" dur="500"/>
                                        <p:tgtEl>
                                          <p:spTgt spid="3">
                                            <p:txEl>
                                              <p:pRg st="10" end="1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fade">
                                      <p:cBhvr>
                                        <p:cTn id="43"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F495CD62-90D5-9F99-392E-67F43D1F56FA}"/>
              </a:ext>
            </a:extLst>
          </p:cNvPr>
          <p:cNvSpPr>
            <a:spLocks noGrp="1"/>
          </p:cNvSpPr>
          <p:nvPr>
            <p:ph idx="1"/>
          </p:nvPr>
        </p:nvSpPr>
        <p:spPr/>
        <p:txBody>
          <a:bodyPr>
            <a:normAutofit fontScale="92500" lnSpcReduction="20000"/>
          </a:bodyPr>
          <a:lstStyle/>
          <a:p>
            <a:r>
              <a:rPr lang="sv-SE" b="1"/>
              <a:t>Vanligt med en blandning</a:t>
            </a:r>
          </a:p>
          <a:p>
            <a:pPr lvl="1"/>
            <a:r>
              <a:rPr lang="sv-SE"/>
              <a:t>Kör den mesta </a:t>
            </a:r>
            <a:r>
              <a:rPr lang="sv-SE" err="1"/>
              <a:t>gameplaylogiken</a:t>
            </a:r>
            <a:r>
              <a:rPr lang="sv-SE"/>
              <a:t> i </a:t>
            </a:r>
            <a:r>
              <a:rPr lang="sv-SE" err="1"/>
              <a:t>fixed</a:t>
            </a:r>
            <a:r>
              <a:rPr lang="sv-SE"/>
              <a:t> </a:t>
            </a:r>
            <a:r>
              <a:rPr lang="sv-SE" err="1"/>
              <a:t>framerate</a:t>
            </a:r>
            <a:endParaRPr lang="sv-SE"/>
          </a:p>
          <a:p>
            <a:pPr lvl="2"/>
            <a:r>
              <a:rPr lang="sv-SE"/>
              <a:t>Samma </a:t>
            </a:r>
            <a:r>
              <a:rPr lang="sv-SE" err="1"/>
              <a:t>framerate</a:t>
            </a:r>
            <a:r>
              <a:rPr lang="sv-SE"/>
              <a:t> oavsett plattform och dator</a:t>
            </a:r>
          </a:p>
          <a:p>
            <a:pPr lvl="1"/>
            <a:r>
              <a:rPr lang="sv-SE"/>
              <a:t>Kör rendering snabbare om det går</a:t>
            </a:r>
          </a:p>
          <a:p>
            <a:pPr lvl="2"/>
            <a:r>
              <a:rPr lang="sv-SE"/>
              <a:t>Eller också </a:t>
            </a:r>
            <a:r>
              <a:rPr lang="sv-SE" err="1"/>
              <a:t>fixed</a:t>
            </a:r>
            <a:r>
              <a:rPr lang="sv-SE"/>
              <a:t>, men anpassad efter skärmen</a:t>
            </a:r>
          </a:p>
          <a:p>
            <a:pPr lvl="1"/>
            <a:endParaRPr lang="sv-SE"/>
          </a:p>
          <a:p>
            <a:r>
              <a:rPr lang="sv-SE" b="1"/>
              <a:t>Enkla grejer är lätta att anpassa efter delta </a:t>
            </a:r>
            <a:r>
              <a:rPr lang="sv-SE" b="1" err="1"/>
              <a:t>time</a:t>
            </a:r>
            <a:br>
              <a:rPr lang="sv-SE" b="1"/>
            </a:br>
            <a:endParaRPr lang="sv-SE" b="1"/>
          </a:p>
          <a:p>
            <a:r>
              <a:rPr lang="sv-SE" b="1"/>
              <a:t>Mer komplexa grejer har ofta subtila skillnader</a:t>
            </a:r>
          </a:p>
          <a:p>
            <a:pPr lvl="1"/>
            <a:r>
              <a:rPr lang="sv-SE"/>
              <a:t>Fysiksimuleringar</a:t>
            </a:r>
            <a:br>
              <a:rPr lang="sv-SE"/>
            </a:br>
            <a:endParaRPr lang="sv-SE"/>
          </a:p>
          <a:p>
            <a:r>
              <a:rPr lang="sv-SE" b="1"/>
              <a:t>Även om det typ är samma så ändras ”spelkänsla” </a:t>
            </a:r>
          </a:p>
          <a:p>
            <a:endParaRPr lang="sv-SE"/>
          </a:p>
          <a:p>
            <a:r>
              <a:rPr lang="sv-SE" b="1"/>
              <a:t>Ex: </a:t>
            </a:r>
            <a:r>
              <a:rPr lang="sv-SE" b="1" err="1"/>
              <a:t>gameplay</a:t>
            </a:r>
            <a:r>
              <a:rPr lang="sv-SE" b="1"/>
              <a:t> i 30 </a:t>
            </a:r>
            <a:r>
              <a:rPr lang="sv-SE" b="1" err="1"/>
              <a:t>fps</a:t>
            </a:r>
            <a:r>
              <a:rPr lang="sv-SE" b="1"/>
              <a:t> för alla, men rendering i 144 </a:t>
            </a:r>
            <a:r>
              <a:rPr lang="sv-SE" b="1" err="1"/>
              <a:t>hz</a:t>
            </a:r>
            <a:r>
              <a:rPr lang="sv-SE" b="1"/>
              <a:t> för en spelare och 60 </a:t>
            </a:r>
            <a:r>
              <a:rPr lang="sv-SE" b="1" err="1"/>
              <a:t>hz</a:t>
            </a:r>
            <a:r>
              <a:rPr lang="sv-SE" b="1"/>
              <a:t> för en annan</a:t>
            </a:r>
          </a:p>
        </p:txBody>
      </p:sp>
      <p:sp>
        <p:nvSpPr>
          <p:cNvPr id="5" name="Rubrik 4">
            <a:extLst>
              <a:ext uri="{FF2B5EF4-FFF2-40B4-BE49-F238E27FC236}">
                <a16:creationId xmlns:a16="http://schemas.microsoft.com/office/drawing/2014/main" id="{D0B9F872-B7C0-DFC5-99F1-B49CF74B7451}"/>
              </a:ext>
            </a:extLst>
          </p:cNvPr>
          <p:cNvSpPr>
            <a:spLocks noGrp="1"/>
          </p:cNvSpPr>
          <p:nvPr>
            <p:ph type="title"/>
          </p:nvPr>
        </p:nvSpPr>
        <p:spPr/>
        <p:txBody>
          <a:bodyPr/>
          <a:lstStyle/>
          <a:p>
            <a:r>
              <a:rPr lang="sv-SE"/>
              <a:t>TIMER</a:t>
            </a:r>
          </a:p>
        </p:txBody>
      </p:sp>
    </p:spTree>
    <p:extLst>
      <p:ext uri="{BB962C8B-B14F-4D97-AF65-F5344CB8AC3E}">
        <p14:creationId xmlns:p14="http://schemas.microsoft.com/office/powerpoint/2010/main" val="14032335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7D0C-1D0D-D89B-D9FF-7E3BD1A3A1DC}"/>
            </a:ext>
          </a:extLst>
        </p:cNvPr>
        <p:cNvGrpSpPr/>
        <p:nvPr/>
      </p:nvGrpSpPr>
      <p:grpSpPr>
        <a:xfrm>
          <a:off x="0" y="0"/>
          <a:ext cx="0" cy="0"/>
          <a:chOff x="0" y="0"/>
          <a:chExt cx="0" cy="0"/>
        </a:xfrm>
      </p:grpSpPr>
      <p:sp>
        <p:nvSpPr>
          <p:cNvPr id="3" name="Underrubrik 2">
            <a:extLst>
              <a:ext uri="{FF2B5EF4-FFF2-40B4-BE49-F238E27FC236}">
                <a16:creationId xmlns:a16="http://schemas.microsoft.com/office/drawing/2014/main" id="{62C3C2C3-91EA-8B97-C985-111FA1F977B3}"/>
              </a:ext>
            </a:extLst>
          </p:cNvPr>
          <p:cNvSpPr>
            <a:spLocks noGrp="1"/>
          </p:cNvSpPr>
          <p:nvPr>
            <p:ph type="subTitle" idx="1"/>
          </p:nvPr>
        </p:nvSpPr>
        <p:spPr/>
        <p:txBody>
          <a:bodyPr/>
          <a:lstStyle/>
          <a:p>
            <a:r>
              <a:rPr lang="sv-SE"/>
              <a:t>Introduktion till C++</a:t>
            </a:r>
          </a:p>
        </p:txBody>
      </p:sp>
      <p:sp>
        <p:nvSpPr>
          <p:cNvPr id="2" name="Rubrik 1">
            <a:extLst>
              <a:ext uri="{FF2B5EF4-FFF2-40B4-BE49-F238E27FC236}">
                <a16:creationId xmlns:a16="http://schemas.microsoft.com/office/drawing/2014/main" id="{68001E01-2B7B-0633-8956-94CB5143EB41}"/>
              </a:ext>
            </a:extLst>
          </p:cNvPr>
          <p:cNvSpPr>
            <a:spLocks noGrp="1"/>
          </p:cNvSpPr>
          <p:nvPr>
            <p:ph type="ctrTitle"/>
          </p:nvPr>
        </p:nvSpPr>
        <p:spPr/>
        <p:txBody>
          <a:bodyPr/>
          <a:lstStyle/>
          <a:p>
            <a:r>
              <a:rPr lang="sv-SE"/>
              <a:t>LÄNKA IN ETT EGET BIBLIOTEK</a:t>
            </a:r>
          </a:p>
        </p:txBody>
      </p:sp>
    </p:spTree>
    <p:extLst>
      <p:ext uri="{BB962C8B-B14F-4D97-AF65-F5344CB8AC3E}">
        <p14:creationId xmlns:p14="http://schemas.microsoft.com/office/powerpoint/2010/main" val="3770952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Steg för steg</a:t>
            </a:r>
          </a:p>
          <a:p>
            <a:pPr marL="914400" lvl="1" indent="-457200">
              <a:buFont typeface="+mj-lt"/>
              <a:buAutoNum type="arabicPeriod"/>
            </a:pPr>
            <a:r>
              <a:rPr lang="sv-SE"/>
              <a:t>Lägg filerna i projektet/där de ska vara</a:t>
            </a:r>
          </a:p>
          <a:p>
            <a:pPr marL="914400" lvl="1" indent="-457200">
              <a:buFont typeface="+mj-lt"/>
              <a:buAutoNum type="arabicPeriod"/>
              <a:tabLst>
                <a:tab pos="5295900" algn="l"/>
              </a:tabLst>
            </a:pPr>
            <a:r>
              <a:rPr lang="sv-SE"/>
              <a:t>Ställa in vår IDE (Visual Studio) så att den hittar </a:t>
            </a:r>
            <a:r>
              <a:rPr lang="sv-SE" err="1"/>
              <a:t>header</a:t>
            </a:r>
            <a:r>
              <a:rPr lang="sv-SE"/>
              <a:t>-filer och .</a:t>
            </a:r>
            <a:r>
              <a:rPr lang="sv-SE" err="1"/>
              <a:t>lib</a:t>
            </a:r>
            <a:r>
              <a:rPr lang="sv-SE"/>
              <a:t>-filer för projektet</a:t>
            </a:r>
          </a:p>
          <a:p>
            <a:pPr marL="914400" lvl="1" indent="-457200">
              <a:buFont typeface="+mj-lt"/>
              <a:buAutoNum type="arabicPeriod"/>
              <a:tabLst>
                <a:tab pos="5295900" algn="l"/>
              </a:tabLst>
            </a:pPr>
            <a:r>
              <a:rPr lang="sv-SE"/>
              <a:t>Ange vilka biblioteksfiler som ska länkas in [Statiska bibliotek/Importbibliotek]</a:t>
            </a:r>
          </a:p>
          <a:p>
            <a:pPr marL="914400" lvl="1" indent="-457200">
              <a:buFont typeface="+mj-lt"/>
              <a:buAutoNum type="arabicPeriod"/>
              <a:tabLst>
                <a:tab pos="5295900" algn="l"/>
              </a:tabLst>
            </a:pPr>
            <a:r>
              <a:rPr lang="sv-SE"/>
              <a:t>Inkludera de </a:t>
            </a:r>
            <a:r>
              <a:rPr lang="sv-SE" err="1"/>
              <a:t>header</a:t>
            </a:r>
            <a:r>
              <a:rPr lang="sv-SE"/>
              <a:t>-filer du behöver använda i de filer där de behövs</a:t>
            </a:r>
          </a:p>
          <a:p>
            <a:pPr marL="914400" lvl="1" indent="-457200">
              <a:buFont typeface="+mj-lt"/>
              <a:buAutoNum type="arabicPeriod"/>
              <a:tabLst>
                <a:tab pos="5295900" algn="l"/>
              </a:tabLst>
            </a:pPr>
            <a:r>
              <a:rPr lang="sv-SE"/>
              <a:t>Se till att </a:t>
            </a:r>
            <a:r>
              <a:rPr lang="sv-SE" err="1"/>
              <a:t>IDE:n</a:t>
            </a:r>
            <a:r>
              <a:rPr lang="sv-SE"/>
              <a:t> kan hitta de .</a:t>
            </a:r>
            <a:r>
              <a:rPr lang="sv-SE" err="1"/>
              <a:t>dll-filer</a:t>
            </a:r>
            <a:r>
              <a:rPr lang="sv-SE"/>
              <a:t> som behövs [Dynamiska bibliotek]</a:t>
            </a:r>
          </a:p>
          <a:p>
            <a:pPr lvl="1"/>
            <a:endParaRPr lang="sv-SE"/>
          </a:p>
          <a:p>
            <a:pPr lvl="1"/>
            <a:endParaRPr lang="sv-SE" i="1"/>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LÄNKA IN ETT EGET BIBLIOTEK</a:t>
            </a:r>
          </a:p>
        </p:txBody>
      </p:sp>
    </p:spTree>
    <p:extLst>
      <p:ext uri="{BB962C8B-B14F-4D97-AF65-F5344CB8AC3E}">
        <p14:creationId xmlns:p14="http://schemas.microsoft.com/office/powerpoint/2010/main" val="151265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Det lättaste är att kopiera in vår distribution i projektmappen</a:t>
            </a:r>
          </a:p>
          <a:p>
            <a:pPr lvl="1"/>
            <a:r>
              <a:rPr lang="sv-SE"/>
              <a:t>Distribution = mappen vi skapade och kopierade in filer i</a:t>
            </a:r>
          </a:p>
          <a:p>
            <a:pPr lvl="1"/>
            <a:r>
              <a:rPr lang="sv-SE"/>
              <a:t>Exemplet antar att den heter </a:t>
            </a:r>
            <a:r>
              <a:rPr lang="sv-SE" i="1" err="1"/>
              <a:t>CommonUtilities</a:t>
            </a:r>
            <a:endParaRPr lang="sv-SE" i="1"/>
          </a:p>
          <a:p>
            <a:pPr lvl="1"/>
            <a:endParaRPr lang="sv-SE" i="1"/>
          </a:p>
          <a:p>
            <a:r>
              <a:rPr lang="sv-SE" b="1"/>
              <a:t>I projektmappen, där .</a:t>
            </a:r>
            <a:r>
              <a:rPr lang="sv-SE" b="1" err="1"/>
              <a:t>sln</a:t>
            </a:r>
            <a:r>
              <a:rPr lang="sv-SE" b="1"/>
              <a:t>-filen ligger, skapa mappen </a:t>
            </a:r>
            <a:r>
              <a:rPr lang="sv-SE" b="1" i="1" err="1"/>
              <a:t>External</a:t>
            </a:r>
            <a:endParaRPr lang="sv-SE" b="1" i="1"/>
          </a:p>
          <a:p>
            <a:pPr lvl="1"/>
            <a:r>
              <a:rPr lang="sv-SE"/>
              <a:t>Kopiera in distributionen hit</a:t>
            </a:r>
          </a:p>
          <a:p>
            <a:pPr lvl="1"/>
            <a:endParaRPr lang="sv-SE"/>
          </a:p>
          <a:p>
            <a:endParaRPr lang="sv-SE"/>
          </a:p>
          <a:p>
            <a:pPr lvl="1"/>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1 - LÄGG IN FILERNA</a:t>
            </a:r>
          </a:p>
        </p:txBody>
      </p:sp>
    </p:spTree>
    <p:extLst>
      <p:ext uri="{BB962C8B-B14F-4D97-AF65-F5344CB8AC3E}">
        <p14:creationId xmlns:p14="http://schemas.microsoft.com/office/powerpoint/2010/main" val="1361616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Under </a:t>
            </a:r>
            <a:r>
              <a:rPr lang="sv-SE" b="1" i="1" err="1"/>
              <a:t>Additional</a:t>
            </a:r>
            <a:r>
              <a:rPr lang="sv-SE" b="1" i="1"/>
              <a:t> </a:t>
            </a:r>
            <a:r>
              <a:rPr lang="sv-SE" b="1" i="1" err="1"/>
              <a:t>Include</a:t>
            </a:r>
            <a:r>
              <a:rPr lang="sv-SE" b="1" i="1"/>
              <a:t> </a:t>
            </a:r>
            <a:r>
              <a:rPr lang="sv-SE" b="1" i="1" err="1"/>
              <a:t>Directories</a:t>
            </a:r>
            <a:r>
              <a:rPr lang="sv-SE" b="1"/>
              <a:t> fyller vi i sökvägen till vår </a:t>
            </a:r>
            <a:r>
              <a:rPr lang="sv-SE" b="1" i="1" err="1"/>
              <a:t>include</a:t>
            </a:r>
            <a:r>
              <a:rPr lang="sv-SE" b="1"/>
              <a:t>-mapp:</a:t>
            </a:r>
            <a:br>
              <a:rPr lang="sv-SE"/>
            </a:br>
            <a:r>
              <a:rPr lang="sv-SE" sz="1400">
                <a:latin typeface="+mn-lt"/>
              </a:rPr>
              <a:t>$(</a:t>
            </a:r>
            <a:r>
              <a:rPr lang="sv-SE" sz="1400" err="1">
                <a:latin typeface="+mn-lt"/>
              </a:rPr>
              <a:t>SolutionDir</a:t>
            </a:r>
            <a:r>
              <a:rPr lang="sv-SE" sz="1400">
                <a:latin typeface="+mn-lt"/>
              </a:rPr>
              <a:t>)</a:t>
            </a:r>
            <a:r>
              <a:rPr lang="sv-SE" sz="1400" err="1">
                <a:latin typeface="+mn-lt"/>
              </a:rPr>
              <a:t>External</a:t>
            </a:r>
            <a:r>
              <a:rPr lang="sv-SE" sz="1400">
                <a:latin typeface="+mn-lt"/>
              </a:rPr>
              <a:t>\</a:t>
            </a:r>
            <a:r>
              <a:rPr lang="sv-SE" sz="1400" err="1">
                <a:latin typeface="+mn-lt"/>
              </a:rPr>
              <a:t>CommonUtilities</a:t>
            </a:r>
            <a:r>
              <a:rPr lang="sv-SE" sz="1400">
                <a:latin typeface="+mn-lt"/>
              </a:rPr>
              <a:t>\</a:t>
            </a:r>
            <a:r>
              <a:rPr lang="sv-SE" sz="1400" err="1">
                <a:latin typeface="+mn-lt"/>
              </a:rPr>
              <a:t>include</a:t>
            </a:r>
            <a:br>
              <a:rPr lang="sv-SE" sz="1400">
                <a:latin typeface="+mn-lt"/>
              </a:rPr>
            </a:br>
            <a:r>
              <a:rPr lang="sv-SE" sz="1400">
                <a:latin typeface="+mn-lt"/>
              </a:rPr>
              <a:t>$(</a:t>
            </a:r>
            <a:r>
              <a:rPr lang="sv-SE" sz="1400" err="1">
                <a:latin typeface="+mn-lt"/>
              </a:rPr>
              <a:t>SolutionDir</a:t>
            </a:r>
            <a:r>
              <a:rPr lang="sv-SE" sz="1400">
                <a:latin typeface="+mn-lt"/>
              </a:rPr>
              <a:t>)</a:t>
            </a:r>
            <a:r>
              <a:rPr lang="sv-SE" sz="1400" err="1">
                <a:latin typeface="+mn-lt"/>
              </a:rPr>
              <a:t>External</a:t>
            </a:r>
            <a:r>
              <a:rPr lang="sv-SE" sz="1400">
                <a:latin typeface="+mn-lt"/>
              </a:rPr>
              <a:t>\</a:t>
            </a:r>
            <a:r>
              <a:rPr lang="sv-SE" sz="1400" err="1">
                <a:latin typeface="+mn-lt"/>
              </a:rPr>
              <a:t>CommonUtilities</a:t>
            </a:r>
            <a:r>
              <a:rPr lang="sv-SE" sz="1400">
                <a:latin typeface="+mn-lt"/>
              </a:rPr>
              <a:t>\64-bit\</a:t>
            </a:r>
            <a:r>
              <a:rPr lang="sv-SE" sz="1400" err="1">
                <a:latin typeface="+mn-lt"/>
              </a:rPr>
              <a:t>include</a:t>
            </a:r>
            <a:endParaRPr lang="sv-SE" sz="1400">
              <a:latin typeface="+mn-lt"/>
            </a:endParaRPr>
          </a:p>
          <a:p>
            <a:endParaRPr lang="sv-SE"/>
          </a:p>
          <a:p>
            <a:pPr lvl="1"/>
            <a:endParaRPr lang="sv-SE"/>
          </a:p>
          <a:p>
            <a:endParaRPr lang="sv-SE"/>
          </a:p>
          <a:p>
            <a:pPr lvl="1"/>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2 – STÄLL IN </a:t>
            </a:r>
            <a:r>
              <a:rPr lang="sv-SE" err="1"/>
              <a:t>IDE:n</a:t>
            </a:r>
            <a:endParaRPr lang="sv-SE"/>
          </a:p>
        </p:txBody>
      </p:sp>
      <p:pic>
        <p:nvPicPr>
          <p:cNvPr id="5" name="Bildobjekt 4">
            <a:extLst>
              <a:ext uri="{FF2B5EF4-FFF2-40B4-BE49-F238E27FC236}">
                <a16:creationId xmlns:a16="http://schemas.microsoft.com/office/drawing/2014/main" id="{E60F1B8A-40F0-47D9-8788-1F8EE591933C}"/>
              </a:ext>
            </a:extLst>
          </p:cNvPr>
          <p:cNvPicPr>
            <a:picLocks noChangeAspect="1"/>
          </p:cNvPicPr>
          <p:nvPr/>
        </p:nvPicPr>
        <p:blipFill>
          <a:blip r:embed="rId3"/>
          <a:stretch>
            <a:fillRect/>
          </a:stretch>
        </p:blipFill>
        <p:spPr>
          <a:xfrm>
            <a:off x="684929" y="3249612"/>
            <a:ext cx="7486650" cy="2447925"/>
          </a:xfrm>
          <a:prstGeom prst="rect">
            <a:avLst/>
          </a:prstGeom>
        </p:spPr>
      </p:pic>
      <p:sp>
        <p:nvSpPr>
          <p:cNvPr id="6" name="Rektangel 5">
            <a:extLst>
              <a:ext uri="{FF2B5EF4-FFF2-40B4-BE49-F238E27FC236}">
                <a16:creationId xmlns:a16="http://schemas.microsoft.com/office/drawing/2014/main" id="{781913F1-254E-4059-986E-C3C0B1CC9C11}"/>
              </a:ext>
            </a:extLst>
          </p:cNvPr>
          <p:cNvSpPr/>
          <p:nvPr/>
        </p:nvSpPr>
        <p:spPr>
          <a:xfrm>
            <a:off x="2849003" y="3987639"/>
            <a:ext cx="5239370" cy="2010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60343362-67B9-4ADA-9288-F200934C965F}"/>
              </a:ext>
            </a:extLst>
          </p:cNvPr>
          <p:cNvSpPr/>
          <p:nvPr/>
        </p:nvSpPr>
        <p:spPr>
          <a:xfrm>
            <a:off x="921962" y="4842588"/>
            <a:ext cx="1483529" cy="3810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372505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sz="1400" b="1"/>
              <a:t>Under </a:t>
            </a:r>
            <a:r>
              <a:rPr lang="sv-SE" sz="1400" b="1" err="1"/>
              <a:t>Additional</a:t>
            </a:r>
            <a:r>
              <a:rPr lang="sv-SE" sz="1400" b="1"/>
              <a:t> </a:t>
            </a:r>
            <a:r>
              <a:rPr lang="sv-SE" sz="1400" b="1" err="1"/>
              <a:t>Library</a:t>
            </a:r>
            <a:r>
              <a:rPr lang="sv-SE" sz="1400" b="1"/>
              <a:t> </a:t>
            </a:r>
            <a:r>
              <a:rPr lang="sv-SE" sz="1400" b="1" err="1"/>
              <a:t>Directories</a:t>
            </a:r>
            <a:r>
              <a:rPr lang="sv-SE" sz="1400" b="1"/>
              <a:t> fyller vi i sökvägen till vår </a:t>
            </a:r>
            <a:r>
              <a:rPr lang="sv-SE" sz="1400" b="1" err="1"/>
              <a:t>lib</a:t>
            </a:r>
            <a:r>
              <a:rPr lang="sv-SE" sz="1400" b="1"/>
              <a:t>-mapp:</a:t>
            </a:r>
            <a:br>
              <a:rPr lang="sv-SE" sz="1400"/>
            </a:br>
            <a:r>
              <a:rPr lang="sv-SE" sz="1400" b="1"/>
              <a:t>$(</a:t>
            </a:r>
            <a:r>
              <a:rPr lang="sv-SE" sz="1400" b="1" err="1"/>
              <a:t>SolutionDir</a:t>
            </a:r>
            <a:r>
              <a:rPr lang="sv-SE" sz="1400" b="1"/>
              <a:t>)</a:t>
            </a:r>
            <a:r>
              <a:rPr lang="sv-SE" sz="1400" b="1" err="1"/>
              <a:t>External</a:t>
            </a:r>
            <a:r>
              <a:rPr lang="sv-SE" sz="1400" b="1"/>
              <a:t>\</a:t>
            </a:r>
            <a:r>
              <a:rPr lang="sv-SE" sz="1400" b="1" err="1"/>
              <a:t>CommonUtilities</a:t>
            </a:r>
            <a:r>
              <a:rPr lang="sv-SE" sz="1400" b="1"/>
              <a:t>\</a:t>
            </a:r>
            <a:r>
              <a:rPr lang="sv-SE" sz="1400" b="1" err="1"/>
              <a:t>lib</a:t>
            </a:r>
            <a:br>
              <a:rPr lang="sv-SE" sz="1400" b="1"/>
            </a:br>
            <a:r>
              <a:rPr lang="sv-SE" sz="1400" b="1"/>
              <a:t>$(</a:t>
            </a:r>
            <a:r>
              <a:rPr lang="sv-SE" sz="1400" b="1" err="1"/>
              <a:t>SolutionDir</a:t>
            </a:r>
            <a:r>
              <a:rPr lang="sv-SE" sz="1400" b="1"/>
              <a:t>)</a:t>
            </a:r>
            <a:r>
              <a:rPr lang="sv-SE" sz="1400" b="1" err="1"/>
              <a:t>External</a:t>
            </a:r>
            <a:r>
              <a:rPr lang="sv-SE" sz="1400" b="1"/>
              <a:t>\</a:t>
            </a:r>
            <a:r>
              <a:rPr lang="sv-SE" sz="1400" b="1" err="1"/>
              <a:t>CommonUtilities</a:t>
            </a:r>
            <a:r>
              <a:rPr lang="sv-SE" sz="1400" b="1"/>
              <a:t>\64-bit\</a:t>
            </a:r>
            <a:r>
              <a:rPr lang="sv-SE" sz="1400" b="1" err="1"/>
              <a:t>lib</a:t>
            </a:r>
            <a:endParaRPr lang="sv-SE" sz="1400" b="1"/>
          </a:p>
          <a:p>
            <a:pPr lvl="1"/>
            <a:r>
              <a:rPr lang="sv-SE"/>
              <a:t>Endast om vi har .</a:t>
            </a:r>
            <a:r>
              <a:rPr lang="sv-SE" err="1"/>
              <a:t>lib</a:t>
            </a:r>
            <a:r>
              <a:rPr lang="sv-SE"/>
              <a:t>-filer, dvs. ett statiskt bibliotek eller ett dynamiskt med ett importbibliotek</a:t>
            </a:r>
          </a:p>
          <a:p>
            <a:pPr lvl="1"/>
            <a:endParaRPr lang="sv-SE" sz="2000">
              <a:latin typeface="Consolas" panose="020B0609020204030204" pitchFamily="49" charset="0"/>
            </a:endParaRPr>
          </a:p>
          <a:p>
            <a:endParaRPr lang="sv-SE"/>
          </a:p>
          <a:p>
            <a:pPr lvl="1"/>
            <a:endParaRPr lang="sv-SE"/>
          </a:p>
          <a:p>
            <a:endParaRPr lang="sv-SE"/>
          </a:p>
          <a:p>
            <a:pPr lvl="1"/>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2 – STÄLL IN </a:t>
            </a:r>
            <a:r>
              <a:rPr lang="sv-SE" err="1"/>
              <a:t>IDE:n</a:t>
            </a:r>
            <a:endParaRPr lang="sv-SE"/>
          </a:p>
        </p:txBody>
      </p:sp>
      <p:pic>
        <p:nvPicPr>
          <p:cNvPr id="5" name="Bildobjekt 4">
            <a:extLst>
              <a:ext uri="{FF2B5EF4-FFF2-40B4-BE49-F238E27FC236}">
                <a16:creationId xmlns:a16="http://schemas.microsoft.com/office/drawing/2014/main" id="{B08CF913-901E-45BC-876D-AA20BA4F5443}"/>
              </a:ext>
            </a:extLst>
          </p:cNvPr>
          <p:cNvPicPr>
            <a:picLocks noChangeAspect="1"/>
          </p:cNvPicPr>
          <p:nvPr/>
        </p:nvPicPr>
        <p:blipFill>
          <a:blip r:embed="rId3"/>
          <a:stretch>
            <a:fillRect/>
          </a:stretch>
        </p:blipFill>
        <p:spPr>
          <a:xfrm>
            <a:off x="739332" y="2830512"/>
            <a:ext cx="7448550" cy="2867025"/>
          </a:xfrm>
          <a:prstGeom prst="rect">
            <a:avLst/>
          </a:prstGeom>
        </p:spPr>
      </p:pic>
      <p:sp>
        <p:nvSpPr>
          <p:cNvPr id="6" name="Rektangel 5">
            <a:extLst>
              <a:ext uri="{FF2B5EF4-FFF2-40B4-BE49-F238E27FC236}">
                <a16:creationId xmlns:a16="http://schemas.microsoft.com/office/drawing/2014/main" id="{B5390406-890E-4354-A521-AE81A000E4F2}"/>
              </a:ext>
            </a:extLst>
          </p:cNvPr>
          <p:cNvSpPr/>
          <p:nvPr/>
        </p:nvSpPr>
        <p:spPr>
          <a:xfrm>
            <a:off x="2891913" y="5022850"/>
            <a:ext cx="5216699" cy="2010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B2B58FB1-64E7-4F2A-8C7C-1406CFE15403}"/>
              </a:ext>
            </a:extLst>
          </p:cNvPr>
          <p:cNvSpPr/>
          <p:nvPr/>
        </p:nvSpPr>
        <p:spPr>
          <a:xfrm>
            <a:off x="1002658" y="4590875"/>
            <a:ext cx="1491086" cy="3702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334599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sz="1400" b="1"/>
              <a:t>Om vi har .</a:t>
            </a:r>
            <a:r>
              <a:rPr lang="sv-SE" sz="1400" b="1" err="1"/>
              <a:t>lib</a:t>
            </a:r>
            <a:r>
              <a:rPr lang="sv-SE" sz="1400" b="1"/>
              <a:t>-filer så behöver vi ange vilka av dem vi använder</a:t>
            </a:r>
            <a:br>
              <a:rPr lang="sv-SE" sz="1400" b="1"/>
            </a:br>
            <a:endParaRPr lang="sv-SE" sz="1400" b="1"/>
          </a:p>
          <a:p>
            <a:r>
              <a:rPr lang="sv-SE" sz="1400" b="1"/>
              <a:t>Det kan vi göra på två sätt:</a:t>
            </a:r>
          </a:p>
          <a:p>
            <a:pPr lvl="1"/>
            <a:r>
              <a:rPr lang="sv-SE" sz="1200"/>
              <a:t>Lista alla under </a:t>
            </a:r>
            <a:r>
              <a:rPr lang="sv-SE" sz="1200" i="1" err="1"/>
              <a:t>Additional</a:t>
            </a:r>
            <a:r>
              <a:rPr lang="sv-SE" sz="1200" i="1"/>
              <a:t> </a:t>
            </a:r>
            <a:r>
              <a:rPr lang="sv-SE" sz="1200" i="1" err="1"/>
              <a:t>Dependencies</a:t>
            </a:r>
            <a:endParaRPr lang="sv-SE" sz="1200" i="1"/>
          </a:p>
          <a:p>
            <a:pPr lvl="1"/>
            <a:r>
              <a:rPr lang="sv-SE" sz="1200"/>
              <a:t>Skriv en </a:t>
            </a:r>
            <a:r>
              <a:rPr lang="sv-SE" sz="1200">
                <a:latin typeface="Consolas" panose="020B0609020204030204" pitchFamily="49" charset="0"/>
              </a:rPr>
              <a:t>#pragma </a:t>
            </a:r>
            <a:r>
              <a:rPr lang="sv-SE" sz="1200" err="1">
                <a:latin typeface="Consolas" panose="020B0609020204030204" pitchFamily="49" charset="0"/>
              </a:rPr>
              <a:t>comment</a:t>
            </a:r>
            <a:r>
              <a:rPr lang="sv-SE" sz="1200"/>
              <a:t>-rad någonstans i koden för varje .</a:t>
            </a:r>
            <a:r>
              <a:rPr lang="sv-SE" sz="1200" err="1"/>
              <a:t>lib</a:t>
            </a:r>
            <a:r>
              <a:rPr lang="sv-SE" sz="1200"/>
              <a:t>-fil, ex:</a:t>
            </a:r>
          </a:p>
          <a:p>
            <a:pPr lvl="2"/>
            <a:r>
              <a:rPr lang="sv-SE" sz="1100">
                <a:latin typeface="Consolas" panose="020B0609020204030204" pitchFamily="49" charset="0"/>
              </a:rPr>
              <a:t>#pragma </a:t>
            </a:r>
            <a:r>
              <a:rPr lang="sv-SE" sz="1100" err="1">
                <a:latin typeface="Consolas" panose="020B0609020204030204" pitchFamily="49" charset="0"/>
              </a:rPr>
              <a:t>comment</a:t>
            </a:r>
            <a:r>
              <a:rPr lang="sv-SE" sz="1100">
                <a:latin typeface="Consolas" panose="020B0609020204030204" pitchFamily="49" charset="0"/>
              </a:rPr>
              <a:t>(</a:t>
            </a:r>
            <a:r>
              <a:rPr lang="sv-SE" sz="1100" err="1">
                <a:latin typeface="Consolas" panose="020B0609020204030204" pitchFamily="49" charset="0"/>
              </a:rPr>
              <a:t>lib</a:t>
            </a:r>
            <a:r>
              <a:rPr lang="sv-SE" sz="1100">
                <a:latin typeface="Consolas" panose="020B0609020204030204" pitchFamily="49" charset="0"/>
              </a:rPr>
              <a:t>, ”MathsFunction.lib”)</a:t>
            </a:r>
          </a:p>
          <a:p>
            <a:pPr lvl="1"/>
            <a:endParaRPr lang="sv-SE"/>
          </a:p>
          <a:p>
            <a:pPr lvl="1"/>
            <a:endParaRPr lang="sv-SE"/>
          </a:p>
          <a:p>
            <a:pPr lvl="1"/>
            <a:endParaRPr lang="sv-SE" sz="2000">
              <a:latin typeface="Consolas" panose="020B0609020204030204" pitchFamily="49" charset="0"/>
            </a:endParaRPr>
          </a:p>
          <a:p>
            <a:endParaRPr lang="sv-SE"/>
          </a:p>
          <a:p>
            <a:pPr lvl="1"/>
            <a:endParaRPr lang="sv-SE"/>
          </a:p>
          <a:p>
            <a:endParaRPr lang="sv-SE"/>
          </a:p>
          <a:p>
            <a:pPr lvl="1"/>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3 – STÄLL IN </a:t>
            </a:r>
            <a:r>
              <a:rPr lang="sv-SE" err="1"/>
              <a:t>IDE:n</a:t>
            </a:r>
            <a:endParaRPr lang="sv-SE"/>
          </a:p>
        </p:txBody>
      </p:sp>
      <p:pic>
        <p:nvPicPr>
          <p:cNvPr id="4" name="Bildobjekt 3">
            <a:extLst>
              <a:ext uri="{FF2B5EF4-FFF2-40B4-BE49-F238E27FC236}">
                <a16:creationId xmlns:a16="http://schemas.microsoft.com/office/drawing/2014/main" id="{26AC9438-8F15-4C5F-A88A-07283D6D8280}"/>
              </a:ext>
            </a:extLst>
          </p:cNvPr>
          <p:cNvPicPr>
            <a:picLocks noChangeAspect="1"/>
          </p:cNvPicPr>
          <p:nvPr/>
        </p:nvPicPr>
        <p:blipFill>
          <a:blip r:embed="rId3"/>
          <a:stretch>
            <a:fillRect/>
          </a:stretch>
        </p:blipFill>
        <p:spPr>
          <a:xfrm>
            <a:off x="735923" y="3500193"/>
            <a:ext cx="6241630" cy="2479226"/>
          </a:xfrm>
          <a:prstGeom prst="rect">
            <a:avLst/>
          </a:prstGeom>
        </p:spPr>
      </p:pic>
      <p:sp>
        <p:nvSpPr>
          <p:cNvPr id="5" name="Rektangel 4">
            <a:extLst>
              <a:ext uri="{FF2B5EF4-FFF2-40B4-BE49-F238E27FC236}">
                <a16:creationId xmlns:a16="http://schemas.microsoft.com/office/drawing/2014/main" id="{F37B575C-C42E-4CEC-ABC6-621407C61A21}"/>
              </a:ext>
            </a:extLst>
          </p:cNvPr>
          <p:cNvSpPr/>
          <p:nvPr/>
        </p:nvSpPr>
        <p:spPr>
          <a:xfrm>
            <a:off x="2546784" y="4087135"/>
            <a:ext cx="4355198" cy="1952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Rektangel 5">
            <a:extLst>
              <a:ext uri="{FF2B5EF4-FFF2-40B4-BE49-F238E27FC236}">
                <a16:creationId xmlns:a16="http://schemas.microsoft.com/office/drawing/2014/main" id="{33D72BEC-02F7-4E8F-AA67-66A684EC0C7A}"/>
              </a:ext>
            </a:extLst>
          </p:cNvPr>
          <p:cNvSpPr/>
          <p:nvPr/>
        </p:nvSpPr>
        <p:spPr>
          <a:xfrm>
            <a:off x="1027823" y="4954968"/>
            <a:ext cx="523786" cy="1759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D78D99E5-B513-4016-BF5C-1F36A66DBB6C}"/>
              </a:ext>
            </a:extLst>
          </p:cNvPr>
          <p:cNvSpPr/>
          <p:nvPr/>
        </p:nvSpPr>
        <p:spPr>
          <a:xfrm>
            <a:off x="1289716" y="5239225"/>
            <a:ext cx="881568" cy="1759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29449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Där vi behöver använda biblioteksfunktionerna inkluderar vi den </a:t>
            </a:r>
            <a:r>
              <a:rPr lang="sv-SE" b="1" err="1"/>
              <a:t>header</a:t>
            </a:r>
            <a:r>
              <a:rPr lang="sv-SE" b="1"/>
              <a:t> som innehåller funktionerna vi behöver</a:t>
            </a:r>
            <a:br>
              <a:rPr lang="sv-SE"/>
            </a:br>
            <a:r>
              <a:rPr lang="sv-SE">
                <a:latin typeface="Consolas" panose="020B0609020204030204" pitchFamily="49" charset="0"/>
              </a:rPr>
              <a:t>#include &lt;</a:t>
            </a:r>
            <a:r>
              <a:rPr lang="sv-SE" err="1">
                <a:latin typeface="Consolas" panose="020B0609020204030204" pitchFamily="49" charset="0"/>
              </a:rPr>
              <a:t>MathsFunction.h</a:t>
            </a:r>
            <a:r>
              <a:rPr lang="sv-SE">
                <a:latin typeface="Consolas" panose="020B0609020204030204" pitchFamily="49" charset="0"/>
              </a:rPr>
              <a:t>&gt;</a:t>
            </a:r>
          </a:p>
          <a:p>
            <a:pPr lvl="1"/>
            <a:r>
              <a:rPr lang="sv-SE"/>
              <a:t>Vi använder taggarna ( &lt;&gt; ) eftersom vi använt inställningen i </a:t>
            </a:r>
            <a:r>
              <a:rPr lang="sv-SE" i="1" err="1"/>
              <a:t>Additional</a:t>
            </a:r>
            <a:r>
              <a:rPr lang="sv-SE" i="1"/>
              <a:t> </a:t>
            </a:r>
            <a:r>
              <a:rPr lang="sv-SE" i="1" err="1"/>
              <a:t>Include</a:t>
            </a:r>
            <a:r>
              <a:rPr lang="sv-SE" i="1"/>
              <a:t> </a:t>
            </a:r>
            <a:r>
              <a:rPr lang="sv-SE" i="1" err="1"/>
              <a:t>Directories</a:t>
            </a:r>
            <a:r>
              <a:rPr lang="sv-SE"/>
              <a:t> för att berätta var filerna finns.</a:t>
            </a:r>
          </a:p>
          <a:p>
            <a:pPr lvl="1"/>
            <a:endParaRPr lang="sv-SE"/>
          </a:p>
          <a:p>
            <a:pPr lvl="1"/>
            <a:endParaRPr lang="sv-SE" sz="2000">
              <a:latin typeface="Consolas" panose="020B0609020204030204" pitchFamily="49" charset="0"/>
            </a:endParaRPr>
          </a:p>
          <a:p>
            <a:endParaRPr lang="sv-SE"/>
          </a:p>
          <a:p>
            <a:pPr lvl="1"/>
            <a:endParaRPr lang="sv-SE"/>
          </a:p>
          <a:p>
            <a:endParaRPr lang="sv-SE"/>
          </a:p>
          <a:p>
            <a:pPr lvl="1"/>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4 – INKLUDERA HEADER-FILER</a:t>
            </a:r>
          </a:p>
        </p:txBody>
      </p:sp>
    </p:spTree>
    <p:extLst>
      <p:ext uri="{BB962C8B-B14F-4D97-AF65-F5344CB8AC3E}">
        <p14:creationId xmlns:p14="http://schemas.microsoft.com/office/powerpoint/2010/main" val="144495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C4FDE-CAF3-412E-8773-7AAC69924918}"/>
              </a:ext>
            </a:extLst>
          </p:cNvPr>
          <p:cNvSpPr>
            <a:spLocks noGrp="1"/>
          </p:cNvSpPr>
          <p:nvPr>
            <p:ph idx="1"/>
          </p:nvPr>
        </p:nvSpPr>
        <p:spPr/>
        <p:txBody>
          <a:bodyPr>
            <a:normAutofit/>
          </a:bodyPr>
          <a:lstStyle/>
          <a:p>
            <a:r>
              <a:rPr lang="sv-SE" b="1"/>
              <a:t>Om vi har .</a:t>
            </a:r>
            <a:r>
              <a:rPr lang="sv-SE" b="1" err="1"/>
              <a:t>dll-filer</a:t>
            </a:r>
            <a:r>
              <a:rPr lang="sv-SE" b="1"/>
              <a:t>:</a:t>
            </a:r>
          </a:p>
          <a:p>
            <a:pPr lvl="1"/>
            <a:r>
              <a:rPr lang="sv-SE"/>
              <a:t>Kopiera dem vi behöver från mappen bin/ till mappen där projektets .</a:t>
            </a:r>
            <a:r>
              <a:rPr lang="sv-SE" err="1"/>
              <a:t>exe</a:t>
            </a:r>
            <a:r>
              <a:rPr lang="sv-SE"/>
              <a:t> ligger</a:t>
            </a:r>
          </a:p>
          <a:p>
            <a:pPr lvl="1"/>
            <a:endParaRPr lang="sv-SE"/>
          </a:p>
          <a:p>
            <a:pPr lvl="1"/>
            <a:endParaRPr lang="sv-SE"/>
          </a:p>
          <a:p>
            <a:pPr lvl="1"/>
            <a:endParaRPr lang="sv-SE"/>
          </a:p>
          <a:p>
            <a:pPr marL="457200" lvl="1" indent="0">
              <a:buNone/>
            </a:pPr>
            <a:endParaRPr lang="sv-SE"/>
          </a:p>
          <a:p>
            <a:pPr lvl="1"/>
            <a:r>
              <a:rPr lang="sv-SE"/>
              <a:t>Om du inte vet vilka du behöver: </a:t>
            </a:r>
            <a:r>
              <a:rPr lang="sv-SE" i="1"/>
              <a:t>Flytta inga</a:t>
            </a:r>
          </a:p>
          <a:p>
            <a:pPr lvl="2"/>
            <a:r>
              <a:rPr lang="sv-SE"/>
              <a:t>När du kör programmet kommer det att</a:t>
            </a:r>
            <a:br>
              <a:rPr lang="sv-SE"/>
            </a:br>
            <a:r>
              <a:rPr lang="sv-SE"/>
              <a:t>krascha och meddela vilken fil som saknas</a:t>
            </a:r>
          </a:p>
          <a:p>
            <a:pPr lvl="2"/>
            <a:r>
              <a:rPr lang="sv-SE"/>
              <a:t>Kopiera in filen som meddelades saknad</a:t>
            </a:r>
          </a:p>
          <a:p>
            <a:pPr lvl="2"/>
            <a:r>
              <a:rPr lang="sv-SE"/>
              <a:t>Om flera filer saknas kraschar</a:t>
            </a:r>
            <a:br>
              <a:rPr lang="sv-SE"/>
            </a:br>
            <a:r>
              <a:rPr lang="sv-SE"/>
              <a:t>programmet igen och meddelar nästa fil</a:t>
            </a:r>
          </a:p>
          <a:p>
            <a:pPr lvl="2"/>
            <a:r>
              <a:rPr lang="sv-SE"/>
              <a:t>Upprepa tills alla filer lagts till</a:t>
            </a:r>
          </a:p>
          <a:p>
            <a:pPr lvl="1"/>
            <a:endParaRPr lang="sv-SE"/>
          </a:p>
          <a:p>
            <a:pPr lvl="1"/>
            <a:endParaRPr lang="sv-SE"/>
          </a:p>
          <a:p>
            <a:pPr lvl="1"/>
            <a:endParaRPr lang="sv-SE" sz="2000">
              <a:latin typeface="Consolas" panose="020B0609020204030204" pitchFamily="49" charset="0"/>
            </a:endParaRPr>
          </a:p>
          <a:p>
            <a:endParaRPr lang="sv-SE"/>
          </a:p>
          <a:p>
            <a:pPr lvl="1"/>
            <a:endParaRPr lang="sv-SE"/>
          </a:p>
          <a:p>
            <a:endParaRPr lang="sv-SE"/>
          </a:p>
          <a:p>
            <a:pPr lvl="1"/>
            <a:endParaRPr lang="sv-SE"/>
          </a:p>
        </p:txBody>
      </p:sp>
      <p:sp>
        <p:nvSpPr>
          <p:cNvPr id="2" name="Title 1">
            <a:extLst>
              <a:ext uri="{FF2B5EF4-FFF2-40B4-BE49-F238E27FC236}">
                <a16:creationId xmlns:a16="http://schemas.microsoft.com/office/drawing/2014/main" id="{4507F831-1BBA-4D12-8A04-228B9D626861}"/>
              </a:ext>
            </a:extLst>
          </p:cNvPr>
          <p:cNvSpPr>
            <a:spLocks noGrp="1"/>
          </p:cNvSpPr>
          <p:nvPr>
            <p:ph type="title"/>
          </p:nvPr>
        </p:nvSpPr>
        <p:spPr/>
        <p:txBody>
          <a:bodyPr/>
          <a:lstStyle/>
          <a:p>
            <a:r>
              <a:rPr lang="sv-SE"/>
              <a:t>5 – SE TILL ATT </a:t>
            </a:r>
            <a:r>
              <a:rPr lang="sv-SE" err="1"/>
              <a:t>IDE:n</a:t>
            </a:r>
            <a:r>
              <a:rPr lang="sv-SE"/>
              <a:t> HITTAR .DLL-FILERNA</a:t>
            </a:r>
          </a:p>
        </p:txBody>
      </p:sp>
      <p:pic>
        <p:nvPicPr>
          <p:cNvPr id="4" name="Bildobjekt 3">
            <a:extLst>
              <a:ext uri="{FF2B5EF4-FFF2-40B4-BE49-F238E27FC236}">
                <a16:creationId xmlns:a16="http://schemas.microsoft.com/office/drawing/2014/main" id="{9360A27D-82BF-47CB-AE7B-2EBFD133ADD8}"/>
              </a:ext>
            </a:extLst>
          </p:cNvPr>
          <p:cNvPicPr>
            <a:picLocks noChangeAspect="1"/>
          </p:cNvPicPr>
          <p:nvPr/>
        </p:nvPicPr>
        <p:blipFill>
          <a:blip r:embed="rId3"/>
          <a:stretch>
            <a:fillRect/>
          </a:stretch>
        </p:blipFill>
        <p:spPr>
          <a:xfrm>
            <a:off x="1031299" y="2199510"/>
            <a:ext cx="4757382" cy="1307921"/>
          </a:xfrm>
          <a:prstGeom prst="rect">
            <a:avLst/>
          </a:prstGeom>
        </p:spPr>
      </p:pic>
      <p:sp>
        <p:nvSpPr>
          <p:cNvPr id="5" name="Rektangel 4">
            <a:extLst>
              <a:ext uri="{FF2B5EF4-FFF2-40B4-BE49-F238E27FC236}">
                <a16:creationId xmlns:a16="http://schemas.microsoft.com/office/drawing/2014/main" id="{FA469FEA-C0CF-4E3B-A8E3-7FB3993D6771}"/>
              </a:ext>
            </a:extLst>
          </p:cNvPr>
          <p:cNvSpPr/>
          <p:nvPr/>
        </p:nvSpPr>
        <p:spPr>
          <a:xfrm>
            <a:off x="1277138" y="2623513"/>
            <a:ext cx="4088350" cy="30861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7" name="Bildobjekt 6">
            <a:extLst>
              <a:ext uri="{FF2B5EF4-FFF2-40B4-BE49-F238E27FC236}">
                <a16:creationId xmlns:a16="http://schemas.microsoft.com/office/drawing/2014/main" id="{61653C46-67E5-41AB-B726-D1056F69B66C}"/>
              </a:ext>
            </a:extLst>
          </p:cNvPr>
          <p:cNvPicPr>
            <a:picLocks noChangeAspect="1"/>
          </p:cNvPicPr>
          <p:nvPr/>
        </p:nvPicPr>
        <p:blipFill>
          <a:blip r:embed="rId4"/>
          <a:stretch>
            <a:fillRect/>
          </a:stretch>
        </p:blipFill>
        <p:spPr>
          <a:xfrm>
            <a:off x="7020201" y="4099686"/>
            <a:ext cx="3809016" cy="2045109"/>
          </a:xfrm>
          <a:prstGeom prst="rect">
            <a:avLst/>
          </a:prstGeom>
        </p:spPr>
      </p:pic>
      <p:sp>
        <p:nvSpPr>
          <p:cNvPr id="8" name="Rektangel 7">
            <a:extLst>
              <a:ext uri="{FF2B5EF4-FFF2-40B4-BE49-F238E27FC236}">
                <a16:creationId xmlns:a16="http://schemas.microsoft.com/office/drawing/2014/main" id="{78A6EC33-F711-4AA7-8E81-EA08EACBAD80}"/>
              </a:ext>
            </a:extLst>
          </p:cNvPr>
          <p:cNvSpPr/>
          <p:nvPr/>
        </p:nvSpPr>
        <p:spPr>
          <a:xfrm>
            <a:off x="7949990" y="5040536"/>
            <a:ext cx="1148668" cy="1964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719578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A8E858B-0190-4D8E-9FD0-B43A0092BB6A}"/>
              </a:ext>
            </a:extLst>
          </p:cNvPr>
          <p:cNvSpPr>
            <a:spLocks noGrp="1"/>
          </p:cNvSpPr>
          <p:nvPr>
            <p:ph idx="1"/>
          </p:nvPr>
        </p:nvSpPr>
        <p:spPr/>
        <p:txBody>
          <a:bodyPr>
            <a:normAutofit/>
          </a:bodyPr>
          <a:lstStyle/>
          <a:p>
            <a:r>
              <a:rPr lang="sv-SE" b="1"/>
              <a:t>Kompileringsfel:</a:t>
            </a:r>
          </a:p>
          <a:p>
            <a:pPr lvl="1"/>
            <a:r>
              <a:rPr lang="sv-SE"/>
              <a:t>Felmeddelande ”</a:t>
            </a:r>
            <a:r>
              <a:rPr lang="sv-SE" err="1"/>
              <a:t>Cannot</a:t>
            </a:r>
            <a:r>
              <a:rPr lang="sv-SE"/>
              <a:t> </a:t>
            </a:r>
            <a:r>
              <a:rPr lang="sv-SE" err="1"/>
              <a:t>open</a:t>
            </a:r>
            <a:r>
              <a:rPr lang="sv-SE"/>
              <a:t> </a:t>
            </a:r>
            <a:r>
              <a:rPr lang="sv-SE" err="1"/>
              <a:t>include</a:t>
            </a:r>
            <a:r>
              <a:rPr lang="sv-SE"/>
              <a:t> </a:t>
            </a:r>
            <a:r>
              <a:rPr lang="sv-SE" err="1"/>
              <a:t>file</a:t>
            </a:r>
            <a:r>
              <a:rPr lang="sv-SE"/>
              <a:t>…”</a:t>
            </a:r>
          </a:p>
          <a:p>
            <a:pPr lvl="2"/>
            <a:r>
              <a:rPr lang="sv-SE" err="1"/>
              <a:t>Additional</a:t>
            </a:r>
            <a:r>
              <a:rPr lang="sv-SE"/>
              <a:t> </a:t>
            </a:r>
            <a:r>
              <a:rPr lang="sv-SE" err="1"/>
              <a:t>Include</a:t>
            </a:r>
            <a:r>
              <a:rPr lang="sv-SE"/>
              <a:t> </a:t>
            </a:r>
            <a:r>
              <a:rPr lang="sv-SE" err="1"/>
              <a:t>Directories</a:t>
            </a:r>
            <a:r>
              <a:rPr lang="sv-SE"/>
              <a:t> är inte satt korrekt</a:t>
            </a:r>
            <a:br>
              <a:rPr lang="sv-SE"/>
            </a:br>
            <a:endParaRPr lang="sv-SE"/>
          </a:p>
          <a:p>
            <a:pPr lvl="1"/>
            <a:r>
              <a:rPr lang="sv-SE"/>
              <a:t>När du skriver </a:t>
            </a:r>
            <a:r>
              <a:rPr lang="sv-SE">
                <a:latin typeface="Consolas" panose="020B0609020204030204" pitchFamily="49" charset="0"/>
              </a:rPr>
              <a:t>#include &lt;</a:t>
            </a:r>
            <a:r>
              <a:rPr lang="sv-SE"/>
              <a:t> så hittar du inte </a:t>
            </a:r>
            <a:r>
              <a:rPr lang="sv-SE" err="1"/>
              <a:t>header</a:t>
            </a:r>
            <a:r>
              <a:rPr lang="sv-SE"/>
              <a:t>-filen du letar efter i listan som kommer upp</a:t>
            </a:r>
          </a:p>
          <a:p>
            <a:pPr lvl="2"/>
            <a:r>
              <a:rPr lang="sv-SE" err="1"/>
              <a:t>Additional</a:t>
            </a:r>
            <a:r>
              <a:rPr lang="sv-SE"/>
              <a:t> </a:t>
            </a:r>
            <a:r>
              <a:rPr lang="sv-SE" err="1"/>
              <a:t>Include</a:t>
            </a:r>
            <a:r>
              <a:rPr lang="sv-SE"/>
              <a:t> </a:t>
            </a:r>
            <a:r>
              <a:rPr lang="sv-SE" err="1"/>
              <a:t>Directories</a:t>
            </a:r>
            <a:r>
              <a:rPr lang="sv-SE"/>
              <a:t> är inte satt korrekt</a:t>
            </a:r>
            <a:br>
              <a:rPr lang="sv-SE"/>
            </a:br>
            <a:endParaRPr lang="sv-SE"/>
          </a:p>
          <a:p>
            <a:pPr lvl="1"/>
            <a:r>
              <a:rPr lang="sv-SE"/>
              <a:t>Felmeddelande ”</a:t>
            </a:r>
            <a:r>
              <a:rPr lang="sv-SE" err="1"/>
              <a:t>Unresolved</a:t>
            </a:r>
            <a:r>
              <a:rPr lang="sv-SE"/>
              <a:t> </a:t>
            </a:r>
            <a:r>
              <a:rPr lang="sv-SE" err="1"/>
              <a:t>external</a:t>
            </a:r>
            <a:r>
              <a:rPr lang="sv-SE"/>
              <a:t> symbol ”__</a:t>
            </a:r>
            <a:r>
              <a:rPr lang="sv-SE" err="1"/>
              <a:t>declspec</a:t>
            </a:r>
            <a:r>
              <a:rPr lang="sv-SE"/>
              <a:t>(</a:t>
            </a:r>
            <a:r>
              <a:rPr lang="sv-SE" err="1"/>
              <a:t>dllimport</a:t>
            </a:r>
            <a:r>
              <a:rPr lang="sv-SE"/>
              <a:t>) […]” ”</a:t>
            </a:r>
          </a:p>
          <a:p>
            <a:pPr lvl="2"/>
            <a:r>
              <a:rPr lang="sv-SE" err="1"/>
              <a:t>Additional</a:t>
            </a:r>
            <a:r>
              <a:rPr lang="sv-SE"/>
              <a:t> </a:t>
            </a:r>
            <a:r>
              <a:rPr lang="sv-SE" err="1"/>
              <a:t>Library</a:t>
            </a:r>
            <a:r>
              <a:rPr lang="sv-SE"/>
              <a:t> </a:t>
            </a:r>
            <a:r>
              <a:rPr lang="sv-SE" err="1"/>
              <a:t>Directories</a:t>
            </a:r>
            <a:r>
              <a:rPr lang="sv-SE"/>
              <a:t> är inte satt korrekt</a:t>
            </a:r>
          </a:p>
          <a:p>
            <a:pPr lvl="2"/>
            <a:r>
              <a:rPr lang="sv-SE"/>
              <a:t>Vi har glömt att lägga till de .</a:t>
            </a:r>
            <a:r>
              <a:rPr lang="sv-SE" err="1"/>
              <a:t>lib</a:t>
            </a:r>
            <a:r>
              <a:rPr lang="sv-SE"/>
              <a:t>-filer vi använder i </a:t>
            </a:r>
            <a:r>
              <a:rPr lang="sv-SE" err="1"/>
              <a:t>Linker</a:t>
            </a:r>
            <a:r>
              <a:rPr lang="sv-SE"/>
              <a:t> -&gt; Input -&gt; </a:t>
            </a:r>
            <a:r>
              <a:rPr lang="sv-SE" err="1"/>
              <a:t>Additional</a:t>
            </a:r>
            <a:r>
              <a:rPr lang="sv-SE"/>
              <a:t> </a:t>
            </a:r>
            <a:r>
              <a:rPr lang="sv-SE" err="1"/>
              <a:t>Dependencies</a:t>
            </a:r>
            <a:br>
              <a:rPr lang="sv-SE"/>
            </a:br>
            <a:endParaRPr lang="sv-SE"/>
          </a:p>
          <a:p>
            <a:pPr lvl="1"/>
            <a:r>
              <a:rPr lang="sv-SE"/>
              <a:t>Felmeddelande ”</a:t>
            </a:r>
            <a:r>
              <a:rPr lang="sv-SE" err="1"/>
              <a:t>Cannot</a:t>
            </a:r>
            <a:r>
              <a:rPr lang="sv-SE"/>
              <a:t> </a:t>
            </a:r>
            <a:r>
              <a:rPr lang="sv-SE" err="1"/>
              <a:t>open</a:t>
            </a:r>
            <a:r>
              <a:rPr lang="sv-SE"/>
              <a:t> </a:t>
            </a:r>
            <a:r>
              <a:rPr lang="sv-SE" err="1"/>
              <a:t>file</a:t>
            </a:r>
            <a:r>
              <a:rPr lang="sv-SE"/>
              <a:t> xxx.lib”</a:t>
            </a:r>
          </a:p>
          <a:p>
            <a:pPr lvl="2"/>
            <a:r>
              <a:rPr lang="sv-SE" err="1"/>
              <a:t>Additional</a:t>
            </a:r>
            <a:r>
              <a:rPr lang="sv-SE"/>
              <a:t> </a:t>
            </a:r>
            <a:r>
              <a:rPr lang="sv-SE" err="1"/>
              <a:t>Library</a:t>
            </a:r>
            <a:r>
              <a:rPr lang="sv-SE"/>
              <a:t> </a:t>
            </a:r>
            <a:r>
              <a:rPr lang="sv-SE" err="1"/>
              <a:t>Directories</a:t>
            </a:r>
            <a:r>
              <a:rPr lang="sv-SE"/>
              <a:t> är inte satt korrekt (så kompilatorn hittar inte de .</a:t>
            </a:r>
            <a:r>
              <a:rPr lang="sv-SE" err="1"/>
              <a:t>lib</a:t>
            </a:r>
            <a:r>
              <a:rPr lang="sv-SE"/>
              <a:t>-filer vi sagt att vi vill använda)</a:t>
            </a:r>
          </a:p>
          <a:p>
            <a:pPr lvl="1"/>
            <a:endParaRPr lang="sv-SE"/>
          </a:p>
        </p:txBody>
      </p:sp>
      <p:sp>
        <p:nvSpPr>
          <p:cNvPr id="4" name="Title 3">
            <a:extLst>
              <a:ext uri="{FF2B5EF4-FFF2-40B4-BE49-F238E27FC236}">
                <a16:creationId xmlns:a16="http://schemas.microsoft.com/office/drawing/2014/main" id="{B80AC8CC-3BF3-4ADB-8A83-087010510F19}"/>
              </a:ext>
            </a:extLst>
          </p:cNvPr>
          <p:cNvSpPr>
            <a:spLocks noGrp="1"/>
          </p:cNvSpPr>
          <p:nvPr>
            <p:ph type="title"/>
          </p:nvPr>
        </p:nvSpPr>
        <p:spPr/>
        <p:txBody>
          <a:bodyPr/>
          <a:lstStyle/>
          <a:p>
            <a:r>
              <a:rPr lang="sv-SE"/>
              <a:t>VANLIGA FEL</a:t>
            </a:r>
          </a:p>
        </p:txBody>
      </p:sp>
    </p:spTree>
    <p:extLst>
      <p:ext uri="{BB962C8B-B14F-4D97-AF65-F5344CB8AC3E}">
        <p14:creationId xmlns:p14="http://schemas.microsoft.com/office/powerpoint/2010/main" val="3389413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fade">
                                      <p:cBhvr>
                                        <p:cTn id="5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A8E858B-0190-4D8E-9FD0-B43A0092BB6A}"/>
              </a:ext>
            </a:extLst>
          </p:cNvPr>
          <p:cNvSpPr>
            <a:spLocks noGrp="1"/>
          </p:cNvSpPr>
          <p:nvPr>
            <p:ph idx="1"/>
          </p:nvPr>
        </p:nvSpPr>
        <p:spPr/>
        <p:txBody>
          <a:bodyPr>
            <a:normAutofit/>
          </a:bodyPr>
          <a:lstStyle/>
          <a:p>
            <a:r>
              <a:rPr lang="sv-SE" b="1"/>
              <a:t>Körningsfel:</a:t>
            </a:r>
          </a:p>
          <a:p>
            <a:pPr lvl="1"/>
            <a:r>
              <a:rPr lang="sv-SE"/>
              <a:t>Krasch med meddelandet: ”The program </a:t>
            </a:r>
            <a:r>
              <a:rPr lang="sv-SE" err="1"/>
              <a:t>can’t</a:t>
            </a:r>
            <a:r>
              <a:rPr lang="sv-SE"/>
              <a:t> start </a:t>
            </a:r>
            <a:r>
              <a:rPr lang="sv-SE" err="1"/>
              <a:t>because</a:t>
            </a:r>
            <a:r>
              <a:rPr lang="sv-SE"/>
              <a:t> xxx.dll is </a:t>
            </a:r>
            <a:r>
              <a:rPr lang="sv-SE" err="1"/>
              <a:t>missing</a:t>
            </a:r>
            <a:r>
              <a:rPr lang="sv-SE"/>
              <a:t> from </a:t>
            </a:r>
            <a:r>
              <a:rPr lang="sv-SE" err="1"/>
              <a:t>your</a:t>
            </a:r>
            <a:r>
              <a:rPr lang="sv-SE"/>
              <a:t> computer. Try </a:t>
            </a:r>
            <a:r>
              <a:rPr lang="sv-SE" err="1"/>
              <a:t>reinstalling</a:t>
            </a:r>
            <a:r>
              <a:rPr lang="sv-SE"/>
              <a:t> the program to fix </a:t>
            </a:r>
            <a:r>
              <a:rPr lang="sv-SE" err="1"/>
              <a:t>this</a:t>
            </a:r>
            <a:r>
              <a:rPr lang="sv-SE"/>
              <a:t> problem.”</a:t>
            </a:r>
          </a:p>
          <a:p>
            <a:pPr lvl="2"/>
            <a:r>
              <a:rPr lang="sv-SE"/>
              <a:t>.</a:t>
            </a:r>
            <a:r>
              <a:rPr lang="sv-SE" err="1"/>
              <a:t>dll-filen</a:t>
            </a:r>
            <a:r>
              <a:rPr lang="sv-SE"/>
              <a:t> ligger inte i samma mapp som .</a:t>
            </a:r>
            <a:r>
              <a:rPr lang="sv-SE" err="1"/>
              <a:t>exe</a:t>
            </a:r>
            <a:r>
              <a:rPr lang="sv-SE"/>
              <a:t>-filen</a:t>
            </a:r>
          </a:p>
        </p:txBody>
      </p:sp>
      <p:sp>
        <p:nvSpPr>
          <p:cNvPr id="4" name="Title 3">
            <a:extLst>
              <a:ext uri="{FF2B5EF4-FFF2-40B4-BE49-F238E27FC236}">
                <a16:creationId xmlns:a16="http://schemas.microsoft.com/office/drawing/2014/main" id="{B80AC8CC-3BF3-4ADB-8A83-087010510F19}"/>
              </a:ext>
            </a:extLst>
          </p:cNvPr>
          <p:cNvSpPr>
            <a:spLocks noGrp="1"/>
          </p:cNvSpPr>
          <p:nvPr>
            <p:ph type="title"/>
          </p:nvPr>
        </p:nvSpPr>
        <p:spPr/>
        <p:txBody>
          <a:bodyPr/>
          <a:lstStyle/>
          <a:p>
            <a:r>
              <a:rPr lang="sv-SE"/>
              <a:t>VANLIGA FEL</a:t>
            </a:r>
          </a:p>
        </p:txBody>
      </p:sp>
    </p:spTree>
    <p:extLst>
      <p:ext uri="{BB962C8B-B14F-4D97-AF65-F5344CB8AC3E}">
        <p14:creationId xmlns:p14="http://schemas.microsoft.com/office/powerpoint/2010/main" val="1577492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46227-A645-CEB0-5B5F-FAD9BE36F85F}"/>
            </a:ext>
          </a:extLst>
        </p:cNvPr>
        <p:cNvGrpSpPr/>
        <p:nvPr/>
      </p:nvGrpSpPr>
      <p:grpSpPr>
        <a:xfrm>
          <a:off x="0" y="0"/>
          <a:ext cx="0" cy="0"/>
          <a:chOff x="0" y="0"/>
          <a:chExt cx="0" cy="0"/>
        </a:xfrm>
      </p:grpSpPr>
      <p:sp>
        <p:nvSpPr>
          <p:cNvPr id="3" name="Underrubrik 2">
            <a:extLst>
              <a:ext uri="{FF2B5EF4-FFF2-40B4-BE49-F238E27FC236}">
                <a16:creationId xmlns:a16="http://schemas.microsoft.com/office/drawing/2014/main" id="{E1CC9FE3-801B-188D-101C-4CC1713BB91F}"/>
              </a:ext>
            </a:extLst>
          </p:cNvPr>
          <p:cNvSpPr>
            <a:spLocks noGrp="1"/>
          </p:cNvSpPr>
          <p:nvPr>
            <p:ph type="subTitle" idx="1"/>
          </p:nvPr>
        </p:nvSpPr>
        <p:spPr/>
        <p:txBody>
          <a:bodyPr/>
          <a:lstStyle/>
          <a:p>
            <a:r>
              <a:rPr lang="sv-SE"/>
              <a:t>Introduktion till C++</a:t>
            </a:r>
          </a:p>
        </p:txBody>
      </p:sp>
      <p:sp>
        <p:nvSpPr>
          <p:cNvPr id="2" name="Rubrik 1">
            <a:extLst>
              <a:ext uri="{FF2B5EF4-FFF2-40B4-BE49-F238E27FC236}">
                <a16:creationId xmlns:a16="http://schemas.microsoft.com/office/drawing/2014/main" id="{DF5C4625-5C18-968D-93CC-A532CC747472}"/>
              </a:ext>
            </a:extLst>
          </p:cNvPr>
          <p:cNvSpPr>
            <a:spLocks noGrp="1"/>
          </p:cNvSpPr>
          <p:nvPr>
            <p:ph type="ctrTitle"/>
          </p:nvPr>
        </p:nvSpPr>
        <p:spPr/>
        <p:txBody>
          <a:bodyPr/>
          <a:lstStyle/>
          <a:p>
            <a:r>
              <a:rPr lang="sv-SE"/>
              <a:t>AVSLUTNINGSVIS</a:t>
            </a:r>
          </a:p>
        </p:txBody>
      </p:sp>
    </p:spTree>
    <p:extLst>
      <p:ext uri="{BB962C8B-B14F-4D97-AF65-F5344CB8AC3E}">
        <p14:creationId xmlns:p14="http://schemas.microsoft.com/office/powerpoint/2010/main" val="1837307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A8E858B-0190-4D8E-9FD0-B43A0092BB6A}"/>
              </a:ext>
            </a:extLst>
          </p:cNvPr>
          <p:cNvSpPr>
            <a:spLocks noGrp="1"/>
          </p:cNvSpPr>
          <p:nvPr>
            <p:ph idx="10"/>
          </p:nvPr>
        </p:nvSpPr>
        <p:spPr/>
        <p:txBody>
          <a:bodyPr>
            <a:normAutofit/>
          </a:bodyPr>
          <a:lstStyle/>
          <a:p>
            <a:r>
              <a:rPr lang="sv-SE" sz="1800" b="1"/>
              <a:t>Läs inför nästa föreläsning, C++ Primer:</a:t>
            </a:r>
          </a:p>
          <a:p>
            <a:pPr lvl="1"/>
            <a:r>
              <a:rPr lang="sv-SE" sz="1600"/>
              <a:t>6.3.5 (sid. 240-242)</a:t>
            </a:r>
          </a:p>
          <a:p>
            <a:pPr lvl="1"/>
            <a:endParaRPr lang="sv-SE" sz="1600">
              <a:sym typeface="Wingdings" panose="05000000000000000000" pitchFamily="2" charset="2"/>
            </a:endParaRPr>
          </a:p>
          <a:p>
            <a:r>
              <a:rPr lang="sv-SE" sz="1800" b="1">
                <a:sym typeface="Wingdings" panose="05000000000000000000" pitchFamily="2" charset="2"/>
              </a:rPr>
              <a:t>Uppgift:</a:t>
            </a:r>
          </a:p>
          <a:p>
            <a:pPr lvl="1"/>
            <a:r>
              <a:rPr lang="sv-SE" sz="1600">
                <a:sym typeface="Wingdings" panose="05000000000000000000" pitchFamily="2" charset="2"/>
              </a:rPr>
              <a:t>Uppgift 10 - Timer</a:t>
            </a:r>
            <a:endParaRPr lang="sv-SE" sz="1600"/>
          </a:p>
        </p:txBody>
      </p:sp>
      <p:sp>
        <p:nvSpPr>
          <p:cNvPr id="4" name="Title 3">
            <a:extLst>
              <a:ext uri="{FF2B5EF4-FFF2-40B4-BE49-F238E27FC236}">
                <a16:creationId xmlns:a16="http://schemas.microsoft.com/office/drawing/2014/main" id="{B80AC8CC-3BF3-4ADB-8A83-087010510F19}"/>
              </a:ext>
            </a:extLst>
          </p:cNvPr>
          <p:cNvSpPr>
            <a:spLocks noGrp="1"/>
          </p:cNvSpPr>
          <p:nvPr>
            <p:ph type="title"/>
          </p:nvPr>
        </p:nvSpPr>
        <p:spPr/>
        <p:txBody>
          <a:bodyPr/>
          <a:lstStyle/>
          <a:p>
            <a:r>
              <a:rPr lang="sv-SE"/>
              <a:t>LÄSNING / UPPGIFTEN</a:t>
            </a:r>
          </a:p>
        </p:txBody>
      </p:sp>
      <p:pic>
        <p:nvPicPr>
          <p:cNvPr id="3" name="Bild 5">
            <a:extLst>
              <a:ext uri="{FF2B5EF4-FFF2-40B4-BE49-F238E27FC236}">
                <a16:creationId xmlns:a16="http://schemas.microsoft.com/office/drawing/2014/main" id="{B65EC9C6-3966-01E7-02A2-DD68EA3B33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0847" y="1285905"/>
            <a:ext cx="4366305" cy="4286189"/>
          </a:xfrm>
          <a:prstGeom prst="rect">
            <a:avLst/>
          </a:prstGeom>
        </p:spPr>
      </p:pic>
    </p:spTree>
    <p:extLst>
      <p:ext uri="{BB962C8B-B14F-4D97-AF65-F5344CB8AC3E}">
        <p14:creationId xmlns:p14="http://schemas.microsoft.com/office/powerpoint/2010/main" val="409182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fade">
                                      <p:cBhvr>
                                        <p:cTn id="15" dur="500"/>
                                        <p:tgtEl>
                                          <p:spTgt spid="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fade">
                                      <p:cBhvr>
                                        <p:cTn id="20"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ild 1">
            <a:extLst>
              <a:ext uri="{FF2B5EF4-FFF2-40B4-BE49-F238E27FC236}">
                <a16:creationId xmlns:a16="http://schemas.microsoft.com/office/drawing/2014/main" id="{249F41F7-1F1F-3755-1E89-36BA0C2603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28335" y="1627518"/>
            <a:ext cx="5735330" cy="3602964"/>
          </a:xfrm>
          <a:prstGeom prst="rect">
            <a:avLst/>
          </a:prstGeom>
        </p:spPr>
      </p:pic>
      <p:sp>
        <p:nvSpPr>
          <p:cNvPr id="3" name="Rubrik 2">
            <a:extLst>
              <a:ext uri="{FF2B5EF4-FFF2-40B4-BE49-F238E27FC236}">
                <a16:creationId xmlns:a16="http://schemas.microsoft.com/office/drawing/2014/main" id="{348B77A5-5AB4-CD66-D0AB-EBB0FC40BF4E}"/>
              </a:ext>
            </a:extLst>
          </p:cNvPr>
          <p:cNvSpPr>
            <a:spLocks noGrp="1"/>
          </p:cNvSpPr>
          <p:nvPr>
            <p:ph type="title"/>
          </p:nvPr>
        </p:nvSpPr>
        <p:spPr/>
        <p:txBody>
          <a:bodyPr/>
          <a:lstStyle/>
          <a:p>
            <a:r>
              <a:rPr lang="sv-SE"/>
              <a:t>FRÅGOR?</a:t>
            </a:r>
          </a:p>
        </p:txBody>
      </p:sp>
    </p:spTree>
    <p:extLst>
      <p:ext uri="{BB962C8B-B14F-4D97-AF65-F5344CB8AC3E}">
        <p14:creationId xmlns:p14="http://schemas.microsoft.com/office/powerpoint/2010/main" val="2113149433"/>
      </p:ext>
    </p:extLst>
  </p:cSld>
  <p:clrMapOvr>
    <a:masterClrMapping/>
  </p:clrMapOvr>
</p:sld>
</file>

<file path=ppt/theme/theme1.xml><?xml version="1.0" encoding="utf-8"?>
<a:theme xmlns:a="http://schemas.openxmlformats.org/drawingml/2006/main" name="Blackbit">
  <a:themeElements>
    <a:clrScheme name="TGA Yellow">
      <a:dk1>
        <a:srgbClr val="000000"/>
      </a:dk1>
      <a:lt1>
        <a:srgbClr val="FFFFFF"/>
      </a:lt1>
      <a:dk2>
        <a:srgbClr val="FFC907"/>
      </a:dk2>
      <a:lt2>
        <a:srgbClr val="FFF6E1"/>
      </a:lt2>
      <a:accent1>
        <a:srgbClr val="FFFFFF"/>
      </a:accent1>
      <a:accent2>
        <a:srgbClr val="933C80"/>
      </a:accent2>
      <a:accent3>
        <a:srgbClr val="019AB1"/>
      </a:accent3>
      <a:accent4>
        <a:srgbClr val="FFC907"/>
      </a:accent4>
      <a:accent5>
        <a:srgbClr val="3E063F"/>
      </a:accent5>
      <a:accent6>
        <a:srgbClr val="003333"/>
      </a:accent6>
      <a:hlink>
        <a:srgbClr val="933C80"/>
      </a:hlink>
      <a:folHlink>
        <a:srgbClr val="0097A7"/>
      </a:folHlink>
    </a:clrScheme>
    <a:fontScheme name="TGA">
      <a:majorFont>
        <a:latin typeface="Barlow Semi Condensed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GA_Powerpoint-template_2026.potx" id="{6CD8C450-888A-4E33-867B-71C6E505F12B}" vid="{04F51BFE-CAE6-4A2C-8897-B90419005CA5}"/>
    </a:ext>
  </a:extLst>
</a:theme>
</file>

<file path=ppt/theme/theme2.xml><?xml version="1.0" encoding="utf-8"?>
<a:theme xmlns:a="http://schemas.openxmlformats.org/drawingml/2006/main" name="Light Pixel Plum">
  <a:themeElements>
    <a:clrScheme name="TGA Pink">
      <a:dk1>
        <a:srgbClr val="000000"/>
      </a:dk1>
      <a:lt1>
        <a:srgbClr val="FFFFFF"/>
      </a:lt1>
      <a:dk2>
        <a:srgbClr val="933C80"/>
      </a:dk2>
      <a:lt2>
        <a:srgbClr val="F9DEF9"/>
      </a:lt2>
      <a:accent1>
        <a:srgbClr val="FFFFFF"/>
      </a:accent1>
      <a:accent2>
        <a:srgbClr val="933C80"/>
      </a:accent2>
      <a:accent3>
        <a:srgbClr val="019AB1"/>
      </a:accent3>
      <a:accent4>
        <a:srgbClr val="FFC907"/>
      </a:accent4>
      <a:accent5>
        <a:srgbClr val="3E063F"/>
      </a:accent5>
      <a:accent6>
        <a:srgbClr val="003333"/>
      </a:accent6>
      <a:hlink>
        <a:srgbClr val="933C80"/>
      </a:hlink>
      <a:folHlink>
        <a:srgbClr val="0097A7"/>
      </a:folHlink>
    </a:clrScheme>
    <a:fontScheme name="TGA Fonts">
      <a:majorFont>
        <a:latin typeface="Barlow Semi Condensed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GA_Powerpoint-template_2026.potx" id="{6CD8C450-888A-4E33-867B-71C6E505F12B}" vid="{25187318-5690-49CA-B275-AABEE5C1A978}"/>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CB668B93E5FEE44FA1CF4C215761010E" ma:contentTypeVersion="12" ma:contentTypeDescription="Skapa ett nytt dokument." ma:contentTypeScope="" ma:versionID="f42d918fcb3d950cad7dcf9cdf251a22">
  <xsd:schema xmlns:xsd="http://www.w3.org/2001/XMLSchema" xmlns:xs="http://www.w3.org/2001/XMLSchema" xmlns:p="http://schemas.microsoft.com/office/2006/metadata/properties" xmlns:ns2="bf173c2e-83f0-486a-a849-dc1af1c205ed" xmlns:ns3="4c13cf56-8770-44b7-9ee4-06b92f0bc1e4" targetNamespace="http://schemas.microsoft.com/office/2006/metadata/properties" ma:root="true" ma:fieldsID="2c247a5fb6f101c8b09fc84dd18d5f13" ns2:_="" ns3:_="">
    <xsd:import namespace="bf173c2e-83f0-486a-a849-dc1af1c205ed"/>
    <xsd:import namespace="4c13cf56-8770-44b7-9ee4-06b92f0bc1e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DateTake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173c2e-83f0-486a-a849-dc1af1c20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Bildmarkeringar" ma:readOnly="false" ma:fieldId="{5cf76f15-5ced-4ddc-b409-7134ff3c332f}" ma:taxonomyMulti="true" ma:sspId="5c710d13-4dcc-47ab-8cf0-c7c483f2e8e2"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13cf56-8770-44b7-9ee4-06b92f0bc1e4"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0c1d7cac-a4ed-4573-b988-fdf4faad32e6}" ma:internalName="TaxCatchAll" ma:showField="CatchAllData" ma:web="4c13cf56-8770-44b7-9ee4-06b92f0bc1e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Ite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f173c2e-83f0-486a-a849-dc1af1c205ed">
      <Terms xmlns="http://schemas.microsoft.com/office/infopath/2007/PartnerControls"/>
    </lcf76f155ced4ddcb4097134ff3c332f>
    <TaxCatchAll xmlns="4c13cf56-8770-44b7-9ee4-06b92f0bc1e4" xsi:nil="true"/>
  </documentManagement>
</p:properties>
</file>

<file path=customXml/itemProps1.xml><?xml version="1.0" encoding="utf-8"?>
<ds:datastoreItem xmlns:ds="http://schemas.openxmlformats.org/officeDocument/2006/customXml" ds:itemID="{1F5F5FE1-4435-49C0-89A1-488D030E084E}">
  <ds:schemaRefs>
    <ds:schemaRef ds:uri="http://schemas.microsoft.com/sharepoint/v3/contenttype/forms"/>
  </ds:schemaRefs>
</ds:datastoreItem>
</file>

<file path=customXml/itemProps2.xml><?xml version="1.0" encoding="utf-8"?>
<ds:datastoreItem xmlns:ds="http://schemas.openxmlformats.org/officeDocument/2006/customXml" ds:itemID="{CAC66D55-3D98-4432-A943-14BE277965C3}">
  <ds:schemaRefs>
    <ds:schemaRef ds:uri="4c13cf56-8770-44b7-9ee4-06b92f0bc1e4"/>
    <ds:schemaRef ds:uri="bf173c2e-83f0-486a-a849-dc1af1c205e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4D3333B-DB1F-4BA2-A97F-A02ECCD53341}">
  <ds:schemaRefs>
    <ds:schemaRef ds:uri="4c13cf56-8770-44b7-9ee4-06b92f0bc1e4"/>
    <ds:schemaRef ds:uri="bf173c2e-83f0-486a-a849-dc1af1c205e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78</Slides>
  <Notes>63</Notes>
  <HiddenSlides>0</HiddenSlides>
  <ScaleCrop>false</ScaleCrop>
  <HeadingPairs>
    <vt:vector size="4" baseType="variant">
      <vt:variant>
        <vt:lpstr>Theme</vt:lpstr>
      </vt:variant>
      <vt:variant>
        <vt:i4>2</vt:i4>
      </vt:variant>
      <vt:variant>
        <vt:lpstr>Slide Titles</vt:lpstr>
      </vt:variant>
      <vt:variant>
        <vt:i4>78</vt:i4>
      </vt:variant>
    </vt:vector>
  </HeadingPairs>
  <TitlesOfParts>
    <vt:vector size="80" baseType="lpstr">
      <vt:lpstr>Blackbit</vt:lpstr>
      <vt:lpstr>Light Pixel Plum</vt:lpstr>
      <vt:lpstr>INTRODUKTION TILL PROGRAMMERING I C++</vt:lpstr>
      <vt:lpstr>AGENDA</vt:lpstr>
      <vt:lpstr>AGENDA</vt:lpstr>
      <vt:lpstr>PROGRAMBIBLIOTEK</vt:lpstr>
      <vt:lpstr>PROGRAMBIBLIOTEK</vt:lpstr>
      <vt:lpstr>PROGRAMBIBLIOTEK</vt:lpstr>
      <vt:lpstr>STATISKA BIBLIOTEK</vt:lpstr>
      <vt:lpstr>DYNAMISKA BIBLIOTEK</vt:lpstr>
      <vt:lpstr>IMPORTBIBLIOTEK</vt:lpstr>
      <vt:lpstr>STATISKA VS. DYNAMISKA BIBLIOTEK</vt:lpstr>
      <vt:lpstr>PROJEKT-INSTÄLLNINGAR</vt:lpstr>
      <vt:lpstr>PROJEKTINSTÄLLNINGAR</vt:lpstr>
      <vt:lpstr>PROJEKTINSTÄLLNINGAR</vt:lpstr>
      <vt:lpstr>PROJEKTINSTÄLLNINGAR</vt:lpstr>
      <vt:lpstr>PROJEKTINSTÄLLNINGAR</vt:lpstr>
      <vt:lpstr>MAKRON</vt:lpstr>
      <vt:lpstr>MAKRON</vt:lpstr>
      <vt:lpstr>MAKRON</vt:lpstr>
      <vt:lpstr>PROJEKTINSTÄLLNINGAR</vt:lpstr>
      <vt:lpstr>PROJEKTINSTÄLLNINGAR</vt:lpstr>
      <vt:lpstr>PROJEKTINSTÄLLNINGAR</vt:lpstr>
      <vt:lpstr>PROJEKTINSTÄLLNINGAR</vt:lpstr>
      <vt:lpstr>PROJEKTINSTÄLLNINGAR</vt:lpstr>
      <vt:lpstr>PROJEKTINSTÄLLNINGAR</vt:lpstr>
      <vt:lpstr>PROJEKTINSTÄLLNINGAR</vt:lpstr>
      <vt:lpstr>KONFIGURATIONER</vt:lpstr>
      <vt:lpstr>KONFIGURATIONER</vt:lpstr>
      <vt:lpstr>KONFIGURATIONER</vt:lpstr>
      <vt:lpstr>KONFIGURATIONER</vt:lpstr>
      <vt:lpstr>KONFIGURATIONER</vt:lpstr>
      <vt:lpstr>LÄNKA IN BIBLIOTEK</vt:lpstr>
      <vt:lpstr>LÄNKA IN BIBLIOTEK</vt:lpstr>
      <vt:lpstr>LÄNKA IN BIBLIOTEK</vt:lpstr>
      <vt:lpstr>1 – LADDA NER BIBLIOTEKET</vt:lpstr>
      <vt:lpstr>1 – LADDA NER BIBLIOTEKET</vt:lpstr>
      <vt:lpstr>2 – INSTALLERA BIBLIOTEKET</vt:lpstr>
      <vt:lpstr>3 – STÄLL IN IDE:n</vt:lpstr>
      <vt:lpstr>4 – ANGE FILER SOM SKA LÄNKAS IN</vt:lpstr>
      <vt:lpstr>5 – INKLUDERA HEADER-FILER</vt:lpstr>
      <vt:lpstr>5 – INKLUDERA HEADER-FILER</vt:lpstr>
      <vt:lpstr>6 – SE TILL ATT IDE:n HITTAR .dll-FILERNA</vt:lpstr>
      <vt:lpstr>SKAPA ETT EGET BIBLIOTEK</vt:lpstr>
      <vt:lpstr>SKAPA ETT EGET BIBLIOTEK</vt:lpstr>
      <vt:lpstr>1 – SKAPA ETT PROJEKT</vt:lpstr>
      <vt:lpstr>1 – TA BORT 32BITARSPLATTFORM</vt:lpstr>
      <vt:lpstr>2 – STÄLL IN INSTÄLLNINGARNA</vt:lpstr>
      <vt:lpstr>2 – STÄLL IN INSTÄLLNINGARNA</vt:lpstr>
      <vt:lpstr>2 – STÄLL IN INSTÄLLNINGARNA</vt:lpstr>
      <vt:lpstr>3 – SKAPA FILER FÖR DIN FÖRSTA KLASS</vt:lpstr>
      <vt:lpstr>4 – STÄLL IN PREPROCESSORN [DYNAMISKT]</vt:lpstr>
      <vt:lpstr>5 – SKRIV DLL-KOD [DYNAMISKT]</vt:lpstr>
      <vt:lpstr>6 – SKRIV BIBLIOTEKET [DYNAMISKT]</vt:lpstr>
      <vt:lpstr>6 – SKRIV BIBLIOTEKET [STATISKT]</vt:lpstr>
      <vt:lpstr>CLEANING UP THE MESS</vt:lpstr>
      <vt:lpstr>CLEANING UP THE MESS</vt:lpstr>
      <vt:lpstr>CLEANING UP THE MESS</vt:lpstr>
      <vt:lpstr>CLEANING UP THE MESS</vt:lpstr>
      <vt:lpstr>CLEANING UP THE MESS</vt:lpstr>
      <vt:lpstr>TIMER</vt:lpstr>
      <vt:lpstr>TIMER</vt:lpstr>
      <vt:lpstr>TIMER</vt:lpstr>
      <vt:lpstr>TIMER</vt:lpstr>
      <vt:lpstr>TIMER</vt:lpstr>
      <vt:lpstr>ALTERNATIV TILL TIMER</vt:lpstr>
      <vt:lpstr>TIMER</vt:lpstr>
      <vt:lpstr>LÄNKA IN ETT EGET BIBLIOTEK</vt:lpstr>
      <vt:lpstr>LÄNKA IN ETT EGET BIBLIOTEK</vt:lpstr>
      <vt:lpstr>1 - LÄGG IN FILERNA</vt:lpstr>
      <vt:lpstr>2 – STÄLL IN IDE:n</vt:lpstr>
      <vt:lpstr>2 – STÄLL IN IDE:n</vt:lpstr>
      <vt:lpstr>3 – STÄLL IN IDE:n</vt:lpstr>
      <vt:lpstr>4 – INKLUDERA HEADER-FILER</vt:lpstr>
      <vt:lpstr>5 – SE TILL ATT IDE:n HITTAR .DLL-FILERNA</vt:lpstr>
      <vt:lpstr>VANLIGA FEL</vt:lpstr>
      <vt:lpstr>VANLIGA FEL</vt:lpstr>
      <vt:lpstr>AVSLUTNINGSVIS</vt:lpstr>
      <vt:lpstr>LÄSNING / UPPGIFTEN</vt:lpstr>
      <vt:lpstr>FRÅGOR?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Borgshammar</dc:creator>
  <cp:revision>3</cp:revision>
  <dcterms:created xsi:type="dcterms:W3CDTF">2021-10-04T08:47:50Z</dcterms:created>
  <dcterms:modified xsi:type="dcterms:W3CDTF">2026-10-20T07:20:48Z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0x010100CB668B93E5FEE44FA1CF4C215761010E</vt:lpwstr>
  </property>
  <property fmtid="{D5CDD505-2E9C-101B-9397-08002B2CF9AE}" pid="3" name="MediaServiceImageTags">
    <vt:lpwstr/>
  </property>
  <property fmtid="{D5CDD505-2E9C-101B-9397-08002B2CF9AE}" pid="4" name="_ExtendedDescription">
    <vt:lpwstr/>
  </property>
</Properties>
</file>