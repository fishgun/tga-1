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  <p:sldMasterId id="2147483665" r:id="rId5"/>
  </p:sldMasterIdLst>
  <p:notesMasterIdLst>
    <p:notesMasterId r:id="rId60"/>
  </p:notesMasterIdLst>
  <p:sldIdLst>
    <p:sldId id="256" r:id="rId6"/>
    <p:sldId id="876" r:id="rId7"/>
    <p:sldId id="398" r:id="rId8"/>
    <p:sldId id="534" r:id="rId9"/>
    <p:sldId id="784" r:id="rId10"/>
    <p:sldId id="835" r:id="rId11"/>
    <p:sldId id="836" r:id="rId12"/>
    <p:sldId id="837" r:id="rId13"/>
    <p:sldId id="838" r:id="rId14"/>
    <p:sldId id="839" r:id="rId15"/>
    <p:sldId id="840" r:id="rId16"/>
    <p:sldId id="841" r:id="rId17"/>
    <p:sldId id="842" r:id="rId18"/>
    <p:sldId id="785" r:id="rId19"/>
    <p:sldId id="268" r:id="rId20"/>
    <p:sldId id="843" r:id="rId21"/>
    <p:sldId id="844" r:id="rId22"/>
    <p:sldId id="845" r:id="rId23"/>
    <p:sldId id="846" r:id="rId24"/>
    <p:sldId id="847" r:id="rId25"/>
    <p:sldId id="848" r:id="rId26"/>
    <p:sldId id="849" r:id="rId27"/>
    <p:sldId id="850" r:id="rId28"/>
    <p:sldId id="851" r:id="rId29"/>
    <p:sldId id="852" r:id="rId30"/>
    <p:sldId id="853" r:id="rId31"/>
    <p:sldId id="790" r:id="rId32"/>
    <p:sldId id="791" r:id="rId33"/>
    <p:sldId id="854" r:id="rId34"/>
    <p:sldId id="855" r:id="rId35"/>
    <p:sldId id="856" r:id="rId36"/>
    <p:sldId id="877" r:id="rId37"/>
    <p:sldId id="857" r:id="rId38"/>
    <p:sldId id="858" r:id="rId39"/>
    <p:sldId id="859" r:id="rId40"/>
    <p:sldId id="860" r:id="rId41"/>
    <p:sldId id="861" r:id="rId42"/>
    <p:sldId id="862" r:id="rId43"/>
    <p:sldId id="863" r:id="rId44"/>
    <p:sldId id="864" r:id="rId45"/>
    <p:sldId id="865" r:id="rId46"/>
    <p:sldId id="866" r:id="rId47"/>
    <p:sldId id="878" r:id="rId48"/>
    <p:sldId id="867" r:id="rId49"/>
    <p:sldId id="868" r:id="rId50"/>
    <p:sldId id="869" r:id="rId51"/>
    <p:sldId id="870" r:id="rId52"/>
    <p:sldId id="871" r:id="rId53"/>
    <p:sldId id="872" r:id="rId54"/>
    <p:sldId id="873" r:id="rId55"/>
    <p:sldId id="874" r:id="rId56"/>
    <p:sldId id="875" r:id="rId57"/>
    <p:sldId id="570" r:id="rId58"/>
    <p:sldId id="834" r:id="rId59"/>
  </p:sldIdLst>
  <p:sldSz cx="12192000" cy="6858000"/>
  <p:notesSz cx="6858000" cy="9144000"/>
  <p:embeddedFontLst>
    <p:embeddedFont>
      <p:font typeface="Barlow Semi Condensed" panose="00000506000000000000" pitchFamily="2" charset="0"/>
      <p:regular r:id="rId61"/>
      <p:bold r:id="rId62"/>
      <p:italic r:id="rId63"/>
      <p:boldItalic r:id="rId64"/>
    </p:embeddedFont>
    <p:embeddedFont>
      <p:font typeface="Calibri" panose="020F0502020204030204" pitchFamily="34" charset="0"/>
      <p:regular r:id="rId65"/>
      <p:bold r:id="rId66"/>
      <p:italic r:id="rId67"/>
      <p:boldItalic r:id="rId68"/>
    </p:embeddedFont>
    <p:embeddedFont>
      <p:font typeface="Consolas" panose="020B0609020204030204" pitchFamily="49" charset="0"/>
      <p:regular r:id="rId69"/>
      <p:bold r:id="rId70"/>
      <p:italic r:id="rId71"/>
      <p:boldItalic r:id="rId72"/>
    </p:embeddedFont>
    <p:embeddedFont>
      <p:font typeface="Montserrat" panose="00000500000000000000" pitchFamily="2" charset="0"/>
      <p:regular r:id="rId73"/>
      <p:bold r:id="rId74"/>
    </p:embeddedFont>
    <p:embeddedFont>
      <p:font typeface="Montserrat Light" panose="00000400000000000000" pitchFamily="2" charset="0"/>
      <p:regular r:id="rId75"/>
      <p:italic r:id="rId76"/>
    </p:embeddedFont>
  </p:embeddedFontLst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mie Hansmar" initials="TH" lastIdx="5" clrIdx="0">
    <p:extLst>
      <p:ext uri="{19B8F6BF-5375-455C-9EA6-DF929625EA0E}">
        <p15:presenceInfo xmlns:p15="http://schemas.microsoft.com/office/powerpoint/2012/main" userId="S::tommie.hansmar@learnet.se::01915321-cb3a-44dc-b970-f46dd923822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933C80"/>
    <a:srgbClr val="0066FF"/>
    <a:srgbClr val="70AD47"/>
    <a:srgbClr val="222020"/>
    <a:srgbClr val="1C1C1C"/>
    <a:srgbClr val="652958"/>
    <a:srgbClr val="702E62"/>
    <a:srgbClr val="000000"/>
    <a:srgbClr val="FFC9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195855-1236-43BD-9241-E728742FD31A}" v="353" dt="2024-10-17T07:17:58.4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5" autoAdjust="0"/>
    <p:restoredTop sz="78035" autoAdjust="0"/>
  </p:normalViewPr>
  <p:slideViewPr>
    <p:cSldViewPr snapToGrid="0">
      <p:cViewPr varScale="1">
        <p:scale>
          <a:sx n="86" d="100"/>
          <a:sy n="86" d="100"/>
        </p:scale>
        <p:origin x="972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font" Target="fonts/font14.fntdata"/><Relationship Id="rId79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61" Type="http://schemas.openxmlformats.org/officeDocument/2006/relationships/font" Target="fonts/font1.fntdata"/><Relationship Id="rId82" Type="http://schemas.microsoft.com/office/2016/11/relationships/changesInfo" Target="changesInfos/changesInfo1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font" Target="fonts/font4.fntdata"/><Relationship Id="rId69" Type="http://schemas.openxmlformats.org/officeDocument/2006/relationships/font" Target="fonts/font9.fntdata"/><Relationship Id="rId77" Type="http://schemas.openxmlformats.org/officeDocument/2006/relationships/commentAuthors" Target="commentAuthor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font" Target="fonts/font12.fntdata"/><Relationship Id="rId80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font" Target="fonts/font7.fntdata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font" Target="fonts/font2.fntdata"/><Relationship Id="rId70" Type="http://schemas.openxmlformats.org/officeDocument/2006/relationships/font" Target="fonts/font10.fntdata"/><Relationship Id="rId75" Type="http://schemas.openxmlformats.org/officeDocument/2006/relationships/font" Target="fonts/font15.fntdata"/><Relationship Id="rId83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73" Type="http://schemas.openxmlformats.org/officeDocument/2006/relationships/font" Target="fonts/font13.fntdata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font" Target="fonts/font16.fntdata"/><Relationship Id="rId7" Type="http://schemas.openxmlformats.org/officeDocument/2006/relationships/slide" Target="slides/slide2.xml"/><Relationship Id="rId71" Type="http://schemas.openxmlformats.org/officeDocument/2006/relationships/font" Target="fonts/font11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jörn Ottosson" userId="def2ae81-037a-4106-b936-955db70a7ef4" providerId="ADAL" clId="{0A195855-1236-43BD-9241-E728742FD31A}"/>
    <pc:docChg chg="undo custSel addSld modSld">
      <pc:chgData name="Björn Ottosson" userId="def2ae81-037a-4106-b936-955db70a7ef4" providerId="ADAL" clId="{0A195855-1236-43BD-9241-E728742FD31A}" dt="2024-10-17T07:18:12.164" v="1113" actId="403"/>
      <pc:docMkLst>
        <pc:docMk/>
      </pc:docMkLst>
      <pc:sldChg chg="modSp">
        <pc:chgData name="Björn Ottosson" userId="def2ae81-037a-4106-b936-955db70a7ef4" providerId="ADAL" clId="{0A195855-1236-43BD-9241-E728742FD31A}" dt="2024-10-17T06:28:05.818" v="185" actId="20577"/>
        <pc:sldMkLst>
          <pc:docMk/>
          <pc:sldMk cId="832572960" sldId="834"/>
        </pc:sldMkLst>
        <pc:spChg chg="mod">
          <ac:chgData name="Björn Ottosson" userId="def2ae81-037a-4106-b936-955db70a7ef4" providerId="ADAL" clId="{0A195855-1236-43BD-9241-E728742FD31A}" dt="2024-10-17T06:28:05.818" v="185" actId="20577"/>
          <ac:spMkLst>
            <pc:docMk/>
            <pc:sldMk cId="832572960" sldId="834"/>
            <ac:spMk id="5" creationId="{FA8E858B-0190-4D8E-9FD0-B43A0092BB6A}"/>
          </ac:spMkLst>
        </pc:spChg>
      </pc:sldChg>
      <pc:sldChg chg="modSp mod modAnim">
        <pc:chgData name="Björn Ottosson" userId="def2ae81-037a-4106-b936-955db70a7ef4" providerId="ADAL" clId="{0A195855-1236-43BD-9241-E728742FD31A}" dt="2024-10-17T06:36:01.388" v="343" actId="20577"/>
        <pc:sldMkLst>
          <pc:docMk/>
          <pc:sldMk cId="3815998648" sldId="842"/>
        </pc:sldMkLst>
        <pc:spChg chg="mod">
          <ac:chgData name="Björn Ottosson" userId="def2ae81-037a-4106-b936-955db70a7ef4" providerId="ADAL" clId="{0A195855-1236-43BD-9241-E728742FD31A}" dt="2024-10-17T06:36:01.388" v="343" actId="20577"/>
          <ac:spMkLst>
            <pc:docMk/>
            <pc:sldMk cId="3815998648" sldId="842"/>
            <ac:spMk id="3" creationId="{70101CC1-A30F-4425-9FAC-A6A8BE16D0F0}"/>
          </ac:spMkLst>
        </pc:spChg>
      </pc:sldChg>
      <pc:sldChg chg="modSp modAnim">
        <pc:chgData name="Björn Ottosson" userId="def2ae81-037a-4106-b936-955db70a7ef4" providerId="ADAL" clId="{0A195855-1236-43BD-9241-E728742FD31A}" dt="2024-10-17T06:46:19.074" v="446" actId="5793"/>
        <pc:sldMkLst>
          <pc:docMk/>
          <pc:sldMk cId="360620747" sldId="853"/>
        </pc:sldMkLst>
        <pc:spChg chg="mod">
          <ac:chgData name="Björn Ottosson" userId="def2ae81-037a-4106-b936-955db70a7ef4" providerId="ADAL" clId="{0A195855-1236-43BD-9241-E728742FD31A}" dt="2024-10-17T06:46:19.074" v="446" actId="5793"/>
          <ac:spMkLst>
            <pc:docMk/>
            <pc:sldMk cId="360620747" sldId="853"/>
            <ac:spMk id="3" creationId="{6C1C4FDE-CAF3-412E-8773-7AAC69924918}"/>
          </ac:spMkLst>
        </pc:spChg>
      </pc:sldChg>
      <pc:sldChg chg="modSp">
        <pc:chgData name="Björn Ottosson" userId="def2ae81-037a-4106-b936-955db70a7ef4" providerId="ADAL" clId="{0A195855-1236-43BD-9241-E728742FD31A}" dt="2024-10-17T06:56:41.392" v="694" actId="368"/>
        <pc:sldMkLst>
          <pc:docMk/>
          <pc:sldMk cId="1586708115" sldId="863"/>
        </pc:sldMkLst>
        <pc:spChg chg="mod">
          <ac:chgData name="Björn Ottosson" userId="def2ae81-037a-4106-b936-955db70a7ef4" providerId="ADAL" clId="{0A195855-1236-43BD-9241-E728742FD31A}" dt="2024-10-17T06:56:41.392" v="694" actId="368"/>
          <ac:spMkLst>
            <pc:docMk/>
            <pc:sldMk cId="1586708115" sldId="863"/>
            <ac:spMk id="3" creationId="{6C1C4FDE-CAF3-412E-8773-7AAC69924918}"/>
          </ac:spMkLst>
        </pc:spChg>
      </pc:sldChg>
      <pc:sldChg chg="mod modShow">
        <pc:chgData name="Björn Ottosson" userId="def2ae81-037a-4106-b936-955db70a7ef4" providerId="ADAL" clId="{0A195855-1236-43BD-9241-E728742FD31A}" dt="2024-10-15T09:21:18.296" v="1" actId="729"/>
        <pc:sldMkLst>
          <pc:docMk/>
          <pc:sldMk cId="648796326" sldId="867"/>
        </pc:sldMkLst>
      </pc:sldChg>
      <pc:sldChg chg="mod modShow">
        <pc:chgData name="Björn Ottosson" userId="def2ae81-037a-4106-b936-955db70a7ef4" providerId="ADAL" clId="{0A195855-1236-43BD-9241-E728742FD31A}" dt="2024-10-15T09:21:18.296" v="1" actId="729"/>
        <pc:sldMkLst>
          <pc:docMk/>
          <pc:sldMk cId="3470334489" sldId="868"/>
        </pc:sldMkLst>
      </pc:sldChg>
      <pc:sldChg chg="mod modShow">
        <pc:chgData name="Björn Ottosson" userId="def2ae81-037a-4106-b936-955db70a7ef4" providerId="ADAL" clId="{0A195855-1236-43BD-9241-E728742FD31A}" dt="2024-10-15T09:21:18.296" v="1" actId="729"/>
        <pc:sldMkLst>
          <pc:docMk/>
          <pc:sldMk cId="573603333" sldId="869"/>
        </pc:sldMkLst>
      </pc:sldChg>
      <pc:sldChg chg="modSp mod modAnim modShow">
        <pc:chgData name="Björn Ottosson" userId="def2ae81-037a-4106-b936-955db70a7ef4" providerId="ADAL" clId="{0A195855-1236-43BD-9241-E728742FD31A}" dt="2024-10-17T07:01:59.594" v="800" actId="20577"/>
        <pc:sldMkLst>
          <pc:docMk/>
          <pc:sldMk cId="858569646" sldId="870"/>
        </pc:sldMkLst>
        <pc:spChg chg="mod">
          <ac:chgData name="Björn Ottosson" userId="def2ae81-037a-4106-b936-955db70a7ef4" providerId="ADAL" clId="{0A195855-1236-43BD-9241-E728742FD31A}" dt="2024-10-17T07:01:59.594" v="800" actId="20577"/>
          <ac:spMkLst>
            <pc:docMk/>
            <pc:sldMk cId="858569646" sldId="870"/>
            <ac:spMk id="3" creationId="{70101CC1-A30F-4425-9FAC-A6A8BE16D0F0}"/>
          </ac:spMkLst>
        </pc:spChg>
      </pc:sldChg>
      <pc:sldChg chg="modSp mod modAnim modShow">
        <pc:chgData name="Björn Ottosson" userId="def2ae81-037a-4106-b936-955db70a7ef4" providerId="ADAL" clId="{0A195855-1236-43BD-9241-E728742FD31A}" dt="2024-10-17T07:02:21.637" v="836" actId="1076"/>
        <pc:sldMkLst>
          <pc:docMk/>
          <pc:sldMk cId="2056622489" sldId="871"/>
        </pc:sldMkLst>
        <pc:spChg chg="mod">
          <ac:chgData name="Björn Ottosson" userId="def2ae81-037a-4106-b936-955db70a7ef4" providerId="ADAL" clId="{0A195855-1236-43BD-9241-E728742FD31A}" dt="2024-10-17T07:02:17.451" v="835" actId="20577"/>
          <ac:spMkLst>
            <pc:docMk/>
            <pc:sldMk cId="2056622489" sldId="871"/>
            <ac:spMk id="3" creationId="{70101CC1-A30F-4425-9FAC-A6A8BE16D0F0}"/>
          </ac:spMkLst>
        </pc:spChg>
        <pc:picChg chg="mod">
          <ac:chgData name="Björn Ottosson" userId="def2ae81-037a-4106-b936-955db70a7ef4" providerId="ADAL" clId="{0A195855-1236-43BD-9241-E728742FD31A}" dt="2024-10-17T07:02:21.637" v="836" actId="1076"/>
          <ac:picMkLst>
            <pc:docMk/>
            <pc:sldMk cId="2056622489" sldId="871"/>
            <ac:picMk id="4" creationId="{75494617-B368-428A-8ED1-083DCB2A3CD1}"/>
          </ac:picMkLst>
        </pc:picChg>
      </pc:sldChg>
      <pc:sldChg chg="mod modShow">
        <pc:chgData name="Björn Ottosson" userId="def2ae81-037a-4106-b936-955db70a7ef4" providerId="ADAL" clId="{0A195855-1236-43BD-9241-E728742FD31A}" dt="2024-10-15T09:21:18.296" v="1" actId="729"/>
        <pc:sldMkLst>
          <pc:docMk/>
          <pc:sldMk cId="3681872971" sldId="872"/>
        </pc:sldMkLst>
      </pc:sldChg>
      <pc:sldChg chg="mod modShow">
        <pc:chgData name="Björn Ottosson" userId="def2ae81-037a-4106-b936-955db70a7ef4" providerId="ADAL" clId="{0A195855-1236-43BD-9241-E728742FD31A}" dt="2024-10-15T09:21:18.296" v="1" actId="729"/>
        <pc:sldMkLst>
          <pc:docMk/>
          <pc:sldMk cId="1602016673" sldId="873"/>
        </pc:sldMkLst>
      </pc:sldChg>
      <pc:sldChg chg="mod modShow">
        <pc:chgData name="Björn Ottosson" userId="def2ae81-037a-4106-b936-955db70a7ef4" providerId="ADAL" clId="{0A195855-1236-43BD-9241-E728742FD31A}" dt="2024-10-15T09:21:18.296" v="1" actId="729"/>
        <pc:sldMkLst>
          <pc:docMk/>
          <pc:sldMk cId="2015622859" sldId="874"/>
        </pc:sldMkLst>
      </pc:sldChg>
      <pc:sldChg chg="mod modShow">
        <pc:chgData name="Björn Ottosson" userId="def2ae81-037a-4106-b936-955db70a7ef4" providerId="ADAL" clId="{0A195855-1236-43BD-9241-E728742FD31A}" dt="2024-10-15T09:21:18.296" v="1" actId="729"/>
        <pc:sldMkLst>
          <pc:docMk/>
          <pc:sldMk cId="677408643" sldId="875"/>
        </pc:sldMkLst>
      </pc:sldChg>
      <pc:sldChg chg="modSp new mod">
        <pc:chgData name="Björn Ottosson" userId="def2ae81-037a-4106-b936-955db70a7ef4" providerId="ADAL" clId="{0A195855-1236-43BD-9241-E728742FD31A}" dt="2024-10-17T06:36:13.494" v="360" actId="20577"/>
        <pc:sldMkLst>
          <pc:docMk/>
          <pc:sldMk cId="650036293" sldId="876"/>
        </pc:sldMkLst>
        <pc:spChg chg="mod">
          <ac:chgData name="Björn Ottosson" userId="def2ae81-037a-4106-b936-955db70a7ef4" providerId="ADAL" clId="{0A195855-1236-43BD-9241-E728742FD31A}" dt="2024-10-17T06:25:48.615" v="31" actId="20577"/>
          <ac:spMkLst>
            <pc:docMk/>
            <pc:sldMk cId="650036293" sldId="876"/>
            <ac:spMk id="2" creationId="{E48DE9FE-EC22-6867-4177-FC37CC04EB6D}"/>
          </ac:spMkLst>
        </pc:spChg>
        <pc:spChg chg="mod">
          <ac:chgData name="Björn Ottosson" userId="def2ae81-037a-4106-b936-955db70a7ef4" providerId="ADAL" clId="{0A195855-1236-43BD-9241-E728742FD31A}" dt="2024-10-17T06:36:13.494" v="360" actId="20577"/>
          <ac:spMkLst>
            <pc:docMk/>
            <pc:sldMk cId="650036293" sldId="876"/>
            <ac:spMk id="3" creationId="{EBE5E5C8-869A-329B-90A1-8BD6369C9BC6}"/>
          </ac:spMkLst>
        </pc:spChg>
      </pc:sldChg>
      <pc:sldChg chg="modSp new mod modAnim">
        <pc:chgData name="Björn Ottosson" userId="def2ae81-037a-4106-b936-955db70a7ef4" providerId="ADAL" clId="{0A195855-1236-43BD-9241-E728742FD31A}" dt="2024-10-17T07:15:58.479" v="962"/>
        <pc:sldMkLst>
          <pc:docMk/>
          <pc:sldMk cId="1713722361" sldId="877"/>
        </pc:sldMkLst>
        <pc:spChg chg="mod">
          <ac:chgData name="Björn Ottosson" userId="def2ae81-037a-4106-b936-955db70a7ef4" providerId="ADAL" clId="{0A195855-1236-43BD-9241-E728742FD31A}" dt="2024-10-17T07:15:58.479" v="962"/>
          <ac:spMkLst>
            <pc:docMk/>
            <pc:sldMk cId="1713722361" sldId="877"/>
            <ac:spMk id="2" creationId="{092B457A-28F9-9CE3-BEC8-19A683A4ECB3}"/>
          </ac:spMkLst>
        </pc:spChg>
        <pc:spChg chg="mod">
          <ac:chgData name="Björn Ottosson" userId="def2ae81-037a-4106-b936-955db70a7ef4" providerId="ADAL" clId="{0A195855-1236-43BD-9241-E728742FD31A}" dt="2024-10-17T07:15:33.903" v="959" actId="20577"/>
          <ac:spMkLst>
            <pc:docMk/>
            <pc:sldMk cId="1713722361" sldId="877"/>
            <ac:spMk id="3" creationId="{E7FB3E33-0353-9918-0790-CC767528A1B8}"/>
          </ac:spMkLst>
        </pc:spChg>
      </pc:sldChg>
      <pc:sldChg chg="modSp new mod">
        <pc:chgData name="Björn Ottosson" userId="def2ae81-037a-4106-b936-955db70a7ef4" providerId="ADAL" clId="{0A195855-1236-43BD-9241-E728742FD31A}" dt="2024-10-17T07:18:12.164" v="1113" actId="403"/>
        <pc:sldMkLst>
          <pc:docMk/>
          <pc:sldMk cId="1666986243" sldId="878"/>
        </pc:sldMkLst>
        <pc:spChg chg="mod">
          <ac:chgData name="Björn Ottosson" userId="def2ae81-037a-4106-b936-955db70a7ef4" providerId="ADAL" clId="{0A195855-1236-43BD-9241-E728742FD31A}" dt="2024-10-17T07:16:30.533" v="969" actId="20577"/>
          <ac:spMkLst>
            <pc:docMk/>
            <pc:sldMk cId="1666986243" sldId="878"/>
            <ac:spMk id="2" creationId="{EBDB6501-1A2E-9D05-3F9E-23BFF954A988}"/>
          </ac:spMkLst>
        </pc:spChg>
        <pc:spChg chg="mod">
          <ac:chgData name="Björn Ottosson" userId="def2ae81-037a-4106-b936-955db70a7ef4" providerId="ADAL" clId="{0A195855-1236-43BD-9241-E728742FD31A}" dt="2024-10-17T07:18:12.164" v="1113" actId="403"/>
          <ac:spMkLst>
            <pc:docMk/>
            <pc:sldMk cId="1666986243" sldId="878"/>
            <ac:spMk id="3" creationId="{4F208167-7708-9BC2-6DA1-D6F1CC61E987}"/>
          </ac:spMkLst>
        </pc:spChg>
      </pc:sldChg>
    </pc:docChg>
  </pc:docChgLst>
  <pc:docChgLst>
    <pc:chgData name="Folke Stövring-Nielsen" userId="S::folke.stovringniels@learnet.se::de079c79-7ef9-41ca-a843-e16bfec39627" providerId="AD" clId="Web-{124EB62E-E232-5067-469E-6FC729D86A64}"/>
    <pc:docChg chg="modSld">
      <pc:chgData name="Folke Stövring-Nielsen" userId="S::folke.stovringniels@learnet.se::de079c79-7ef9-41ca-a843-e16bfec39627" providerId="AD" clId="Web-{124EB62E-E232-5067-469E-6FC729D86A64}" dt="2022-10-25T14:40:55.121" v="126" actId="20577"/>
      <pc:docMkLst>
        <pc:docMk/>
      </pc:docMkLst>
      <pc:sldChg chg="modSp modNotes">
        <pc:chgData name="Folke Stövring-Nielsen" userId="S::folke.stovringniels@learnet.se::de079c79-7ef9-41ca-a843-e16bfec39627" providerId="AD" clId="Web-{124EB62E-E232-5067-469E-6FC729D86A64}" dt="2022-10-25T14:16:35.400" v="46"/>
        <pc:sldMkLst>
          <pc:docMk/>
          <pc:sldMk cId="1308305374" sldId="534"/>
        </pc:sldMkLst>
        <pc:spChg chg="mod">
          <ac:chgData name="Folke Stövring-Nielsen" userId="S::folke.stovringniels@learnet.se::de079c79-7ef9-41ca-a843-e16bfec39627" providerId="AD" clId="Web-{124EB62E-E232-5067-469E-6FC729D86A64}" dt="2022-10-25T14:11:05.150" v="2" actId="20577"/>
          <ac:spMkLst>
            <pc:docMk/>
            <pc:sldMk cId="1308305374" sldId="534"/>
            <ac:spMk id="3" creationId="{70101CC1-A30F-4425-9FAC-A6A8BE16D0F0}"/>
          </ac:spMkLst>
        </pc:spChg>
      </pc:sldChg>
      <pc:sldChg chg="modNotes">
        <pc:chgData name="Folke Stövring-Nielsen" userId="S::folke.stovringniels@learnet.se::de079c79-7ef9-41ca-a843-e16bfec39627" providerId="AD" clId="Web-{124EB62E-E232-5067-469E-6FC729D86A64}" dt="2022-10-25T14:36:07.761" v="124"/>
        <pc:sldMkLst>
          <pc:docMk/>
          <pc:sldMk cId="2518946207" sldId="844"/>
        </pc:sldMkLst>
      </pc:sldChg>
      <pc:sldChg chg="modNotes">
        <pc:chgData name="Folke Stövring-Nielsen" userId="S::folke.stovringniels@learnet.se::de079c79-7ef9-41ca-a843-e16bfec39627" providerId="AD" clId="Web-{124EB62E-E232-5067-469E-6FC729D86A64}" dt="2022-10-25T14:30:12.011" v="86"/>
        <pc:sldMkLst>
          <pc:docMk/>
          <pc:sldMk cId="2411477194" sldId="846"/>
        </pc:sldMkLst>
      </pc:sldChg>
      <pc:sldChg chg="modSp">
        <pc:chgData name="Folke Stövring-Nielsen" userId="S::folke.stovringniels@learnet.se::de079c79-7ef9-41ca-a843-e16bfec39627" providerId="AD" clId="Web-{124EB62E-E232-5067-469E-6FC729D86A64}" dt="2022-10-25T14:40:55.121" v="126" actId="20577"/>
        <pc:sldMkLst>
          <pc:docMk/>
          <pc:sldMk cId="3640899090" sldId="852"/>
        </pc:sldMkLst>
        <pc:spChg chg="mod">
          <ac:chgData name="Folke Stövring-Nielsen" userId="S::folke.stovringniels@learnet.se::de079c79-7ef9-41ca-a843-e16bfec39627" providerId="AD" clId="Web-{124EB62E-E232-5067-469E-6FC729D86A64}" dt="2022-10-25T14:40:55.121" v="126" actId="20577"/>
          <ac:spMkLst>
            <pc:docMk/>
            <pc:sldMk cId="3640899090" sldId="852"/>
            <ac:spMk id="3" creationId="{6C1C4FDE-CAF3-412E-8773-7AAC69924918}"/>
          </ac:spMkLst>
        </pc:spChg>
      </pc:sldChg>
    </pc:docChg>
  </pc:docChgLst>
  <pc:docChgLst>
    <pc:chgData name="Daniel Borgshammar" userId="19c60ac5-fec4-4bcb-af43-54fac9245a67" providerId="ADAL" clId="{F1470645-C1B8-45B5-86AC-38B3E1849EBE}"/>
    <pc:docChg chg="undo custSel addSld delSld modSld sldOrd">
      <pc:chgData name="Daniel Borgshammar" userId="19c60ac5-fec4-4bcb-af43-54fac9245a67" providerId="ADAL" clId="{F1470645-C1B8-45B5-86AC-38B3E1849EBE}" dt="2021-10-04T14:27:44.329" v="1578"/>
      <pc:docMkLst>
        <pc:docMk/>
      </pc:docMkLst>
      <pc:sldChg chg="modSp mod">
        <pc:chgData name="Daniel Borgshammar" userId="19c60ac5-fec4-4bcb-af43-54fac9245a67" providerId="ADAL" clId="{F1470645-C1B8-45B5-86AC-38B3E1849EBE}" dt="2021-10-04T08:59:53.371" v="53" actId="14100"/>
        <pc:sldMkLst>
          <pc:docMk/>
          <pc:sldMk cId="543243521" sldId="256"/>
        </pc:sldMkLst>
        <pc:spChg chg="mod">
          <ac:chgData name="Daniel Borgshammar" userId="19c60ac5-fec4-4bcb-af43-54fac9245a67" providerId="ADAL" clId="{F1470645-C1B8-45B5-86AC-38B3E1849EBE}" dt="2021-10-04T08:55:12.806" v="5" actId="6559"/>
          <ac:spMkLst>
            <pc:docMk/>
            <pc:sldMk cId="543243521" sldId="256"/>
            <ac:spMk id="4" creationId="{F535B810-D1C9-4DE6-B498-7412E7408E50}"/>
          </ac:spMkLst>
        </pc:spChg>
        <pc:spChg chg="mod">
          <ac:chgData name="Daniel Borgshammar" userId="19c60ac5-fec4-4bcb-af43-54fac9245a67" providerId="ADAL" clId="{F1470645-C1B8-45B5-86AC-38B3E1849EBE}" dt="2021-10-04T08:59:53.371" v="53" actId="14100"/>
          <ac:spMkLst>
            <pc:docMk/>
            <pc:sldMk cId="543243521" sldId="256"/>
            <ac:spMk id="5" creationId="{FDB90860-40E3-477A-87E3-AA8F487894D1}"/>
          </ac:spMkLst>
        </pc:spChg>
      </pc:sldChg>
      <pc:sldChg chg="new del setBg">
        <pc:chgData name="Daniel Borgshammar" userId="19c60ac5-fec4-4bcb-af43-54fac9245a67" providerId="ADAL" clId="{F1470645-C1B8-45B5-86AC-38B3E1849EBE}" dt="2021-10-04T08:57:21.177" v="36" actId="47"/>
        <pc:sldMkLst>
          <pc:docMk/>
          <pc:sldMk cId="1820053873" sldId="257"/>
        </pc:sldMkLst>
      </pc:sldChg>
      <pc:sldChg chg="addSp delSp modSp add del mod delAnim modAnim">
        <pc:chgData name="Daniel Borgshammar" userId="19c60ac5-fec4-4bcb-af43-54fac9245a67" providerId="ADAL" clId="{F1470645-C1B8-45B5-86AC-38B3E1849EBE}" dt="2021-10-04T11:31:16.959" v="1294" actId="2696"/>
        <pc:sldMkLst>
          <pc:docMk/>
          <pc:sldMk cId="2593448542" sldId="258"/>
        </pc:sldMkLst>
        <pc:spChg chg="del">
          <ac:chgData name="Daniel Borgshammar" userId="19c60ac5-fec4-4bcb-af43-54fac9245a67" providerId="ADAL" clId="{F1470645-C1B8-45B5-86AC-38B3E1849EBE}" dt="2021-10-04T08:57:18.598" v="35" actId="478"/>
          <ac:spMkLst>
            <pc:docMk/>
            <pc:sldMk cId="2593448542" sldId="258"/>
            <ac:spMk id="4" creationId="{F535B810-D1C9-4DE6-B498-7412E7408E50}"/>
          </ac:spMkLst>
        </pc:spChg>
        <pc:spChg chg="del">
          <ac:chgData name="Daniel Borgshammar" userId="19c60ac5-fec4-4bcb-af43-54fac9245a67" providerId="ADAL" clId="{F1470645-C1B8-45B5-86AC-38B3E1849EBE}" dt="2021-10-04T08:57:17.358" v="34" actId="478"/>
          <ac:spMkLst>
            <pc:docMk/>
            <pc:sldMk cId="2593448542" sldId="258"/>
            <ac:spMk id="5" creationId="{FDB90860-40E3-477A-87E3-AA8F487894D1}"/>
          </ac:spMkLst>
        </pc:spChg>
        <pc:spChg chg="add mod">
          <ac:chgData name="Daniel Borgshammar" userId="19c60ac5-fec4-4bcb-af43-54fac9245a67" providerId="ADAL" clId="{F1470645-C1B8-45B5-86AC-38B3E1849EBE}" dt="2021-10-04T08:59:21.865" v="51" actId="6559"/>
          <ac:spMkLst>
            <pc:docMk/>
            <pc:sldMk cId="2593448542" sldId="258"/>
            <ac:spMk id="6" creationId="{BBF8493F-D3B8-4997-842D-C490482AE3DF}"/>
          </ac:spMkLst>
        </pc:spChg>
        <pc:spChg chg="add mod">
          <ac:chgData name="Daniel Borgshammar" userId="19c60ac5-fec4-4bcb-af43-54fac9245a67" providerId="ADAL" clId="{F1470645-C1B8-45B5-86AC-38B3E1849EBE}" dt="2021-10-04T09:49:08.290" v="942" actId="2711"/>
          <ac:spMkLst>
            <pc:docMk/>
            <pc:sldMk cId="2593448542" sldId="258"/>
            <ac:spMk id="7" creationId="{E8AD7E29-3996-4ED7-AA75-1299546F26A4}"/>
          </ac:spMkLst>
        </pc:spChg>
        <pc:spChg chg="add del mod">
          <ac:chgData name="Daniel Borgshammar" userId="19c60ac5-fec4-4bcb-af43-54fac9245a67" providerId="ADAL" clId="{F1470645-C1B8-45B5-86AC-38B3E1849EBE}" dt="2021-10-04T09:37:01.837" v="65" actId="478"/>
          <ac:spMkLst>
            <pc:docMk/>
            <pc:sldMk cId="2593448542" sldId="258"/>
            <ac:spMk id="8" creationId="{DBC35C51-4DC8-4A9A-80EC-674967EA0FEE}"/>
          </ac:spMkLst>
        </pc:spChg>
      </pc:sldChg>
      <pc:sldChg chg="addSp delSp modSp add del mod setBg modAnim">
        <pc:chgData name="Daniel Borgshammar" userId="19c60ac5-fec4-4bcb-af43-54fac9245a67" providerId="ADAL" clId="{F1470645-C1B8-45B5-86AC-38B3E1849EBE}" dt="2021-10-04T14:21:35.063" v="1474" actId="2696"/>
        <pc:sldMkLst>
          <pc:docMk/>
          <pc:sldMk cId="1772332696" sldId="259"/>
        </pc:sldMkLst>
        <pc:spChg chg="add del mod ord">
          <ac:chgData name="Daniel Borgshammar" userId="19c60ac5-fec4-4bcb-af43-54fac9245a67" providerId="ADAL" clId="{F1470645-C1B8-45B5-86AC-38B3E1849EBE}" dt="2021-10-04T11:15:23.592" v="1194" actId="478"/>
          <ac:spMkLst>
            <pc:docMk/>
            <pc:sldMk cId="1772332696" sldId="259"/>
            <ac:spMk id="2" creationId="{19D10F6D-AAA5-4AFD-A2E5-1BBD2BEEB6E7}"/>
          </ac:spMkLst>
        </pc:spChg>
        <pc:spChg chg="add del mod ord">
          <ac:chgData name="Daniel Borgshammar" userId="19c60ac5-fec4-4bcb-af43-54fac9245a67" providerId="ADAL" clId="{F1470645-C1B8-45B5-86AC-38B3E1849EBE}" dt="2021-10-04T14:16:46.285" v="1450" actId="478"/>
          <ac:spMkLst>
            <pc:docMk/>
            <pc:sldMk cId="1772332696" sldId="259"/>
            <ac:spMk id="2" creationId="{4959B666-B4F2-4981-B32E-B3D02CD7DF63}"/>
          </ac:spMkLst>
        </pc:spChg>
        <pc:spChg chg="mod">
          <ac:chgData name="Daniel Borgshammar" userId="19c60ac5-fec4-4bcb-af43-54fac9245a67" providerId="ADAL" clId="{F1470645-C1B8-45B5-86AC-38B3E1849EBE}" dt="2021-10-04T09:46:42.095" v="938" actId="14861"/>
          <ac:spMkLst>
            <pc:docMk/>
            <pc:sldMk cId="1772332696" sldId="259"/>
            <ac:spMk id="6" creationId="{BBF8493F-D3B8-4997-842D-C490482AE3DF}"/>
          </ac:spMkLst>
        </pc:spChg>
        <pc:spChg chg="mod">
          <ac:chgData name="Daniel Borgshammar" userId="19c60ac5-fec4-4bcb-af43-54fac9245a67" providerId="ADAL" clId="{F1470645-C1B8-45B5-86AC-38B3E1849EBE}" dt="2021-10-04T14:19:57.815" v="1471" actId="14100"/>
          <ac:spMkLst>
            <pc:docMk/>
            <pc:sldMk cId="1772332696" sldId="259"/>
            <ac:spMk id="7" creationId="{E8AD7E29-3996-4ED7-AA75-1299546F26A4}"/>
          </ac:spMkLst>
        </pc:spChg>
        <pc:picChg chg="add del mod">
          <ac:chgData name="Daniel Borgshammar" userId="19c60ac5-fec4-4bcb-af43-54fac9245a67" providerId="ADAL" clId="{F1470645-C1B8-45B5-86AC-38B3E1849EBE}" dt="2021-10-04T11:27:14.167" v="1237" actId="478"/>
          <ac:picMkLst>
            <pc:docMk/>
            <pc:sldMk cId="1772332696" sldId="259"/>
            <ac:picMk id="3" creationId="{A4749773-F0EB-41C2-8D1F-C628E16CA77E}"/>
          </ac:picMkLst>
        </pc:picChg>
        <pc:picChg chg="add mod">
          <ac:chgData name="Daniel Borgshammar" userId="19c60ac5-fec4-4bcb-af43-54fac9245a67" providerId="ADAL" clId="{F1470645-C1B8-45B5-86AC-38B3E1849EBE}" dt="2021-10-04T11:36:51.575" v="1304" actId="1076"/>
          <ac:picMkLst>
            <pc:docMk/>
            <pc:sldMk cId="1772332696" sldId="259"/>
            <ac:picMk id="4" creationId="{E3F0C7E7-29CD-4547-9F91-3CC3FD6913D5}"/>
          </ac:picMkLst>
        </pc:picChg>
        <pc:cxnChg chg="add mod">
          <ac:chgData name="Daniel Borgshammar" userId="19c60ac5-fec4-4bcb-af43-54fac9245a67" providerId="ADAL" clId="{F1470645-C1B8-45B5-86AC-38B3E1849EBE}" dt="2021-10-04T14:15:54.925" v="1447" actId="1036"/>
          <ac:cxnSpMkLst>
            <pc:docMk/>
            <pc:sldMk cId="1772332696" sldId="259"/>
            <ac:cxnSpMk id="5" creationId="{80A293B7-496C-403D-A3EC-B326DF18F55D}"/>
          </ac:cxnSpMkLst>
        </pc:cxnChg>
      </pc:sldChg>
      <pc:sldChg chg="addSp delSp modSp add mod setBg delAnim modAnim">
        <pc:chgData name="Daniel Borgshammar" userId="19c60ac5-fec4-4bcb-af43-54fac9245a67" providerId="ADAL" clId="{F1470645-C1B8-45B5-86AC-38B3E1849EBE}" dt="2021-10-04T14:27:44.329" v="1578"/>
        <pc:sldMkLst>
          <pc:docMk/>
          <pc:sldMk cId="511954670" sldId="260"/>
        </pc:sldMkLst>
        <pc:spChg chg="mod">
          <ac:chgData name="Daniel Borgshammar" userId="19c60ac5-fec4-4bcb-af43-54fac9245a67" providerId="ADAL" clId="{F1470645-C1B8-45B5-86AC-38B3E1849EBE}" dt="2021-10-04T14:24:46.206" v="1524" actId="1076"/>
          <ac:spMkLst>
            <pc:docMk/>
            <pc:sldMk cId="511954670" sldId="260"/>
            <ac:spMk id="7" creationId="{E8AD7E29-3996-4ED7-AA75-1299546F26A4}"/>
          </ac:spMkLst>
        </pc:spChg>
        <pc:spChg chg="add mod">
          <ac:chgData name="Daniel Borgshammar" userId="19c60ac5-fec4-4bcb-af43-54fac9245a67" providerId="ADAL" clId="{F1470645-C1B8-45B5-86AC-38B3E1849EBE}" dt="2021-10-04T14:27:00.358" v="1569" actId="164"/>
          <ac:spMkLst>
            <pc:docMk/>
            <pc:sldMk cId="511954670" sldId="260"/>
            <ac:spMk id="11" creationId="{BE8FA1F8-E5E1-4170-B85B-B9352A2007CD}"/>
          </ac:spMkLst>
        </pc:spChg>
        <pc:spChg chg="add mod">
          <ac:chgData name="Daniel Borgshammar" userId="19c60ac5-fec4-4bcb-af43-54fac9245a67" providerId="ADAL" clId="{F1470645-C1B8-45B5-86AC-38B3E1849EBE}" dt="2021-10-04T14:26:54.196" v="1568" actId="164"/>
          <ac:spMkLst>
            <pc:docMk/>
            <pc:sldMk cId="511954670" sldId="260"/>
            <ac:spMk id="12" creationId="{9E9CF9EC-35C1-472A-86D3-3F671AAF82ED}"/>
          </ac:spMkLst>
        </pc:spChg>
        <pc:spChg chg="add mod">
          <ac:chgData name="Daniel Borgshammar" userId="19c60ac5-fec4-4bcb-af43-54fac9245a67" providerId="ADAL" clId="{F1470645-C1B8-45B5-86AC-38B3E1849EBE}" dt="2021-10-04T14:27:06.656" v="1570" actId="164"/>
          <ac:spMkLst>
            <pc:docMk/>
            <pc:sldMk cId="511954670" sldId="260"/>
            <ac:spMk id="13" creationId="{76A339B1-74D5-433E-B570-B28FCA14D05C}"/>
          </ac:spMkLst>
        </pc:spChg>
        <pc:spChg chg="add mod">
          <ac:chgData name="Daniel Borgshammar" userId="19c60ac5-fec4-4bcb-af43-54fac9245a67" providerId="ADAL" clId="{F1470645-C1B8-45B5-86AC-38B3E1849EBE}" dt="2021-10-04T14:24:55.857" v="1526" actId="1076"/>
          <ac:spMkLst>
            <pc:docMk/>
            <pc:sldMk cId="511954670" sldId="260"/>
            <ac:spMk id="14" creationId="{EFC17AA5-63FC-4A5A-BA15-44234999B3C4}"/>
          </ac:spMkLst>
        </pc:spChg>
        <pc:spChg chg="add mod">
          <ac:chgData name="Daniel Borgshammar" userId="19c60ac5-fec4-4bcb-af43-54fac9245a67" providerId="ADAL" clId="{F1470645-C1B8-45B5-86AC-38B3E1849EBE}" dt="2021-10-04T14:24:52.232" v="1525" actId="1076"/>
          <ac:spMkLst>
            <pc:docMk/>
            <pc:sldMk cId="511954670" sldId="260"/>
            <ac:spMk id="15" creationId="{BC12767F-2441-4F0E-A0F3-5FDDE520E01E}"/>
          </ac:spMkLst>
        </pc:spChg>
        <pc:grpChg chg="add mod">
          <ac:chgData name="Daniel Borgshammar" userId="19c60ac5-fec4-4bcb-af43-54fac9245a67" providerId="ADAL" clId="{F1470645-C1B8-45B5-86AC-38B3E1849EBE}" dt="2021-10-04T14:26:54.196" v="1568" actId="164"/>
          <ac:grpSpMkLst>
            <pc:docMk/>
            <pc:sldMk cId="511954670" sldId="260"/>
            <ac:grpSpMk id="2" creationId="{0E8BB076-2EB8-4540-B8DD-0C8C0A79F4AD}"/>
          </ac:grpSpMkLst>
        </pc:grpChg>
        <pc:grpChg chg="add mod">
          <ac:chgData name="Daniel Borgshammar" userId="19c60ac5-fec4-4bcb-af43-54fac9245a67" providerId="ADAL" clId="{F1470645-C1B8-45B5-86AC-38B3E1849EBE}" dt="2021-10-04T14:27:00.358" v="1569" actId="164"/>
          <ac:grpSpMkLst>
            <pc:docMk/>
            <pc:sldMk cId="511954670" sldId="260"/>
            <ac:grpSpMk id="4" creationId="{6786AA83-89AA-480D-8B6B-54ED0C590412}"/>
          </ac:grpSpMkLst>
        </pc:grpChg>
        <pc:grpChg chg="add mod">
          <ac:chgData name="Daniel Borgshammar" userId="19c60ac5-fec4-4bcb-af43-54fac9245a67" providerId="ADAL" clId="{F1470645-C1B8-45B5-86AC-38B3E1849EBE}" dt="2021-10-04T14:27:06.656" v="1570" actId="164"/>
          <ac:grpSpMkLst>
            <pc:docMk/>
            <pc:sldMk cId="511954670" sldId="260"/>
            <ac:grpSpMk id="5" creationId="{0295B61F-2634-43DE-BD5C-6B690FA384F0}"/>
          </ac:grpSpMkLst>
        </pc:grpChg>
        <pc:picChg chg="add mod">
          <ac:chgData name="Daniel Borgshammar" userId="19c60ac5-fec4-4bcb-af43-54fac9245a67" providerId="ADAL" clId="{F1470645-C1B8-45B5-86AC-38B3E1849EBE}" dt="2021-10-04T14:27:00.358" v="1569" actId="164"/>
          <ac:picMkLst>
            <pc:docMk/>
            <pc:sldMk cId="511954670" sldId="260"/>
            <ac:picMk id="3" creationId="{1067E52E-5280-4309-B74D-2060523F64AA}"/>
          </ac:picMkLst>
        </pc:picChg>
        <pc:picChg chg="del">
          <ac:chgData name="Daniel Borgshammar" userId="19c60ac5-fec4-4bcb-af43-54fac9245a67" providerId="ADAL" clId="{F1470645-C1B8-45B5-86AC-38B3E1849EBE}" dt="2021-10-04T11:27:24.024" v="1239" actId="478"/>
          <ac:picMkLst>
            <pc:docMk/>
            <pc:sldMk cId="511954670" sldId="260"/>
            <ac:picMk id="4" creationId="{E3F0C7E7-29CD-4547-9F91-3CC3FD6913D5}"/>
          </ac:picMkLst>
        </pc:picChg>
        <pc:picChg chg="add mod">
          <ac:chgData name="Daniel Borgshammar" userId="19c60ac5-fec4-4bcb-af43-54fac9245a67" providerId="ADAL" clId="{F1470645-C1B8-45B5-86AC-38B3E1849EBE}" dt="2021-10-04T14:26:54.196" v="1568" actId="164"/>
          <ac:picMkLst>
            <pc:docMk/>
            <pc:sldMk cId="511954670" sldId="260"/>
            <ac:picMk id="8" creationId="{D21C6A35-F14F-4FFB-9587-6F2746E11D4F}"/>
          </ac:picMkLst>
        </pc:picChg>
        <pc:picChg chg="add mod">
          <ac:chgData name="Daniel Borgshammar" userId="19c60ac5-fec4-4bcb-af43-54fac9245a67" providerId="ADAL" clId="{F1470645-C1B8-45B5-86AC-38B3E1849EBE}" dt="2021-10-04T14:27:06.656" v="1570" actId="164"/>
          <ac:picMkLst>
            <pc:docMk/>
            <pc:sldMk cId="511954670" sldId="260"/>
            <ac:picMk id="10" creationId="{ED483A77-A9A3-4BB4-969F-30F1D465F185}"/>
          </ac:picMkLst>
        </pc:picChg>
        <pc:cxnChg chg="add del mod">
          <ac:chgData name="Daniel Borgshammar" userId="19c60ac5-fec4-4bcb-af43-54fac9245a67" providerId="ADAL" clId="{F1470645-C1B8-45B5-86AC-38B3E1849EBE}" dt="2021-10-04T14:21:38.080" v="1475" actId="478"/>
          <ac:cxnSpMkLst>
            <pc:docMk/>
            <pc:sldMk cId="511954670" sldId="260"/>
            <ac:cxnSpMk id="16" creationId="{F7DFFA43-8535-44F3-9FEA-FF085D1701A7}"/>
          </ac:cxnSpMkLst>
        </pc:cxnChg>
      </pc:sldChg>
      <pc:sldChg chg="delSp add mod">
        <pc:chgData name="Daniel Borgshammar" userId="19c60ac5-fec4-4bcb-af43-54fac9245a67" providerId="ADAL" clId="{F1470645-C1B8-45B5-86AC-38B3E1849EBE}" dt="2021-10-04T14:21:19.343" v="1473" actId="478"/>
        <pc:sldMkLst>
          <pc:docMk/>
          <pc:sldMk cId="3817567777" sldId="261"/>
        </pc:sldMkLst>
        <pc:cxnChg chg="del">
          <ac:chgData name="Daniel Borgshammar" userId="19c60ac5-fec4-4bcb-af43-54fac9245a67" providerId="ADAL" clId="{F1470645-C1B8-45B5-86AC-38B3E1849EBE}" dt="2021-10-04T14:21:19.343" v="1473" actId="478"/>
          <ac:cxnSpMkLst>
            <pc:docMk/>
            <pc:sldMk cId="3817567777" sldId="261"/>
            <ac:cxnSpMk id="5" creationId="{80A293B7-496C-403D-A3EC-B326DF18F55D}"/>
          </ac:cxnSpMkLst>
        </pc:cxnChg>
      </pc:sldChg>
      <pc:sldChg chg="delSp modSp add mod ord delAnim modAnim">
        <pc:chgData name="Daniel Borgshammar" userId="19c60ac5-fec4-4bcb-af43-54fac9245a67" providerId="ADAL" clId="{F1470645-C1B8-45B5-86AC-38B3E1849EBE}" dt="2021-10-04T14:26:16.515" v="1564" actId="20577"/>
        <pc:sldMkLst>
          <pc:docMk/>
          <pc:sldMk cId="3489761700" sldId="262"/>
        </pc:sldMkLst>
        <pc:spChg chg="mod">
          <ac:chgData name="Daniel Borgshammar" userId="19c60ac5-fec4-4bcb-af43-54fac9245a67" providerId="ADAL" clId="{F1470645-C1B8-45B5-86AC-38B3E1849EBE}" dt="2021-10-04T14:26:16.515" v="1564" actId="20577"/>
          <ac:spMkLst>
            <pc:docMk/>
            <pc:sldMk cId="3489761700" sldId="262"/>
            <ac:spMk id="7" creationId="{E8AD7E29-3996-4ED7-AA75-1299546F26A4}"/>
          </ac:spMkLst>
        </pc:spChg>
        <pc:picChg chg="del">
          <ac:chgData name="Daniel Borgshammar" userId="19c60ac5-fec4-4bcb-af43-54fac9245a67" providerId="ADAL" clId="{F1470645-C1B8-45B5-86AC-38B3E1849EBE}" dt="2021-10-04T14:25:07.176" v="1530" actId="478"/>
          <ac:picMkLst>
            <pc:docMk/>
            <pc:sldMk cId="3489761700" sldId="262"/>
            <ac:picMk id="4" creationId="{E3F0C7E7-29CD-4547-9F91-3CC3FD6913D5}"/>
          </ac:picMkLst>
        </pc:picChg>
      </pc:sldChg>
    </pc:docChg>
  </pc:docChgLst>
  <pc:docChgLst>
    <pc:chgData name="Folke Stövring-Nielsen" userId="S::folke.stovringniels@learnet.se::de079c79-7ef9-41ca-a843-e16bfec39627" providerId="AD" clId="Web-{5CF74EAA-926D-37D7-B2E4-BFD8C37F673E}"/>
    <pc:docChg chg="modSld">
      <pc:chgData name="Folke Stövring-Nielsen" userId="S::folke.stovringniels@learnet.se::de079c79-7ef9-41ca-a843-e16bfec39627" providerId="AD" clId="Web-{5CF74EAA-926D-37D7-B2E4-BFD8C37F673E}" dt="2022-10-26T07:00:13.568" v="29"/>
      <pc:docMkLst>
        <pc:docMk/>
      </pc:docMkLst>
      <pc:sldChg chg="modNotes">
        <pc:chgData name="Folke Stövring-Nielsen" userId="S::folke.stovringniels@learnet.se::de079c79-7ef9-41ca-a843-e16bfec39627" providerId="AD" clId="Web-{5CF74EAA-926D-37D7-B2E4-BFD8C37F673E}" dt="2022-10-26T07:00:13.568" v="29"/>
        <pc:sldMkLst>
          <pc:docMk/>
          <pc:sldMk cId="2281016197" sldId="784"/>
        </pc:sldMkLst>
      </pc:sldChg>
    </pc:docChg>
  </pc:docChgLst>
  <pc:docChgLst>
    <pc:chgData name="Folke Stövring-Nielsen" userId="S::folke.stovringniels@learnet.se::de079c79-7ef9-41ca-a843-e16bfec39627" providerId="AD" clId="Web-{12B54F7C-69DF-6263-8B21-982481BA246D}"/>
    <pc:docChg chg="modSld">
      <pc:chgData name="Folke Stövring-Nielsen" userId="S::folke.stovringniels@learnet.se::de079c79-7ef9-41ca-a843-e16bfec39627" providerId="AD" clId="Web-{12B54F7C-69DF-6263-8B21-982481BA246D}" dt="2022-10-25T20:16:37.350" v="169"/>
      <pc:docMkLst>
        <pc:docMk/>
      </pc:docMkLst>
      <pc:sldChg chg="modNotes">
        <pc:chgData name="Folke Stövring-Nielsen" userId="S::folke.stovringniels@learnet.se::de079c79-7ef9-41ca-a843-e16bfec39627" providerId="AD" clId="Web-{12B54F7C-69DF-6263-8B21-982481BA246D}" dt="2022-10-25T20:16:37.350" v="169"/>
        <pc:sldMkLst>
          <pc:docMk/>
          <pc:sldMk cId="2281016197" sldId="784"/>
        </pc:sldMkLst>
      </pc:sldChg>
      <pc:sldChg chg="modNotes">
        <pc:chgData name="Folke Stövring-Nielsen" userId="S::folke.stovringniels@learnet.se::de079c79-7ef9-41ca-a843-e16bfec39627" providerId="AD" clId="Web-{12B54F7C-69DF-6263-8B21-982481BA246D}" dt="2022-10-25T17:34:36.773" v="19"/>
        <pc:sldMkLst>
          <pc:docMk/>
          <pc:sldMk cId="1445866004" sldId="835"/>
        </pc:sldMkLst>
      </pc:sldChg>
      <pc:sldChg chg="addSp modSp addAnim modAnim">
        <pc:chgData name="Folke Stövring-Nielsen" userId="S::folke.stovringniels@learnet.se::de079c79-7ef9-41ca-a843-e16bfec39627" providerId="AD" clId="Web-{12B54F7C-69DF-6263-8B21-982481BA246D}" dt="2022-10-25T18:15:20.857" v="28"/>
        <pc:sldMkLst>
          <pc:docMk/>
          <pc:sldMk cId="35875685" sldId="848"/>
        </pc:sldMkLst>
        <pc:picChg chg="add mod">
          <ac:chgData name="Folke Stövring-Nielsen" userId="S::folke.stovringniels@learnet.se::de079c79-7ef9-41ca-a843-e16bfec39627" providerId="AD" clId="Web-{12B54F7C-69DF-6263-8B21-982481BA246D}" dt="2022-10-25T18:15:12.357" v="26" actId="1076"/>
          <ac:picMkLst>
            <pc:docMk/>
            <pc:sldMk cId="35875685" sldId="848"/>
            <ac:picMk id="5" creationId="{73FA9CA2-A2CD-628E-5C09-A9783862662D}"/>
          </ac:picMkLst>
        </pc:picChg>
        <pc:picChg chg="mod">
          <ac:chgData name="Folke Stövring-Nielsen" userId="S::folke.stovringniels@learnet.se::de079c79-7ef9-41ca-a843-e16bfec39627" providerId="AD" clId="Web-{12B54F7C-69DF-6263-8B21-982481BA246D}" dt="2022-10-25T18:11:02.124" v="20" actId="1076"/>
          <ac:picMkLst>
            <pc:docMk/>
            <pc:sldMk cId="35875685" sldId="848"/>
            <ac:picMk id="10" creationId="{22AB2407-A9DD-4D18-96FB-0925AAB20F8C}"/>
          </ac:picMkLst>
        </pc:picChg>
        <pc:picChg chg="mod">
          <ac:chgData name="Folke Stövring-Nielsen" userId="S::folke.stovringniels@learnet.se::de079c79-7ef9-41ca-a843-e16bfec39627" providerId="AD" clId="Web-{12B54F7C-69DF-6263-8B21-982481BA246D}" dt="2022-10-25T18:11:04.452" v="21" actId="1076"/>
          <ac:picMkLst>
            <pc:docMk/>
            <pc:sldMk cId="35875685" sldId="848"/>
            <ac:picMk id="11" creationId="{1CF633E6-A616-4C90-A7F7-B78763FC8A36}"/>
          </ac:picMkLst>
        </pc:picChg>
      </pc:sldChg>
      <pc:sldChg chg="addSp delSp modSp addAnim delAnim modAnim">
        <pc:chgData name="Folke Stövring-Nielsen" userId="S::folke.stovringniels@learnet.se::de079c79-7ef9-41ca-a843-e16bfec39627" providerId="AD" clId="Web-{12B54F7C-69DF-6263-8B21-982481BA246D}" dt="2022-10-25T19:26:27.013" v="47"/>
        <pc:sldMkLst>
          <pc:docMk/>
          <pc:sldMk cId="4140848453" sldId="854"/>
        </pc:sldMkLst>
        <pc:picChg chg="add mod">
          <ac:chgData name="Folke Stövring-Nielsen" userId="S::folke.stovringniels@learnet.se::de079c79-7ef9-41ca-a843-e16bfec39627" providerId="AD" clId="Web-{12B54F7C-69DF-6263-8B21-982481BA246D}" dt="2022-10-25T19:24:38.761" v="32" actId="1076"/>
          <ac:picMkLst>
            <pc:docMk/>
            <pc:sldMk cId="4140848453" sldId="854"/>
            <ac:picMk id="6" creationId="{7F262F0C-5E70-B0DD-BAF6-B2D926E3A2AF}"/>
          </ac:picMkLst>
        </pc:picChg>
        <pc:picChg chg="del">
          <ac:chgData name="Folke Stövring-Nielsen" userId="S::folke.stovringniels@learnet.se::de079c79-7ef9-41ca-a843-e16bfec39627" providerId="AD" clId="Web-{12B54F7C-69DF-6263-8B21-982481BA246D}" dt="2022-10-25T19:24:33.245" v="29"/>
          <ac:picMkLst>
            <pc:docMk/>
            <pc:sldMk cId="4140848453" sldId="854"/>
            <ac:picMk id="7" creationId="{51F31DDE-0CE4-4F49-837F-54DFA56BCCD3}"/>
          </ac:picMkLst>
        </pc:picChg>
        <pc:picChg chg="add mod">
          <ac:chgData name="Folke Stövring-Nielsen" userId="S::folke.stovringniels@learnet.se::de079c79-7ef9-41ca-a843-e16bfec39627" providerId="AD" clId="Web-{12B54F7C-69DF-6263-8B21-982481BA246D}" dt="2022-10-25T19:25:00.261" v="36" actId="1076"/>
          <ac:picMkLst>
            <pc:docMk/>
            <pc:sldMk cId="4140848453" sldId="854"/>
            <ac:picMk id="8" creationId="{5E7E38C9-5039-E667-2723-95867E0BB7BF}"/>
          </ac:picMkLst>
        </pc:picChg>
      </pc:sldChg>
      <pc:sldChg chg="addSp modSp addAnim delAnim modAnim modNotes">
        <pc:chgData name="Folke Stövring-Nielsen" userId="S::folke.stovringniels@learnet.se::de079c79-7ef9-41ca-a843-e16bfec39627" providerId="AD" clId="Web-{12B54F7C-69DF-6263-8B21-982481BA246D}" dt="2022-10-25T19:45:42.409" v="101"/>
        <pc:sldMkLst>
          <pc:docMk/>
          <pc:sldMk cId="1407028230" sldId="864"/>
        </pc:sldMkLst>
        <pc:grpChg chg="add">
          <ac:chgData name="Folke Stövring-Nielsen" userId="S::folke.stovringniels@learnet.se::de079c79-7ef9-41ca-a843-e16bfec39627" providerId="AD" clId="Web-{12B54F7C-69DF-6263-8B21-982481BA246D}" dt="2022-10-25T19:44:38.455" v="61"/>
          <ac:grpSpMkLst>
            <pc:docMk/>
            <pc:sldMk cId="1407028230" sldId="864"/>
            <ac:grpSpMk id="6" creationId="{0C1CEB43-7AEB-C0AB-E465-2762DB26E1C4}"/>
          </ac:grpSpMkLst>
        </pc:grpChg>
        <pc:picChg chg="add mod">
          <ac:chgData name="Folke Stövring-Nielsen" userId="S::folke.stovringniels@learnet.se::de079c79-7ef9-41ca-a843-e16bfec39627" providerId="AD" clId="Web-{12B54F7C-69DF-6263-8B21-982481BA246D}" dt="2022-10-25T19:42:45.469" v="51" actId="1076"/>
          <ac:picMkLst>
            <pc:docMk/>
            <pc:sldMk cId="1407028230" sldId="864"/>
            <ac:picMk id="4" creationId="{E5085093-C80C-9327-1AFE-818EF39B6800}"/>
          </ac:picMkLst>
        </pc:picChg>
        <pc:picChg chg="add mod">
          <ac:chgData name="Folke Stövring-Nielsen" userId="S::folke.stovringniels@learnet.se::de079c79-7ef9-41ca-a843-e16bfec39627" providerId="AD" clId="Web-{12B54F7C-69DF-6263-8B21-982481BA246D}" dt="2022-10-25T19:44:02.704" v="58" actId="14100"/>
          <ac:picMkLst>
            <pc:docMk/>
            <pc:sldMk cId="1407028230" sldId="864"/>
            <ac:picMk id="5" creationId="{E681787C-D71F-105B-E2BF-A48F89D7EA9A}"/>
          </ac:picMkLst>
        </pc:picChg>
      </pc:sldChg>
      <pc:sldChg chg="addSp delSp modSp addAnim delAnim modAnim">
        <pc:chgData name="Folke Stövring-Nielsen" userId="S::folke.stovringniels@learnet.se::de079c79-7ef9-41ca-a843-e16bfec39627" providerId="AD" clId="Web-{12B54F7C-69DF-6263-8B21-982481BA246D}" dt="2022-10-25T19:55:22.920" v="112"/>
        <pc:sldMkLst>
          <pc:docMk/>
          <pc:sldMk cId="858569646" sldId="870"/>
        </pc:sldMkLst>
        <pc:grpChg chg="add">
          <ac:chgData name="Folke Stövring-Nielsen" userId="S::folke.stovringniels@learnet.se::de079c79-7ef9-41ca-a843-e16bfec39627" providerId="AD" clId="Web-{12B54F7C-69DF-6263-8B21-982481BA246D}" dt="2022-10-25T19:55:21.826" v="110"/>
          <ac:grpSpMkLst>
            <pc:docMk/>
            <pc:sldMk cId="858569646" sldId="870"/>
            <ac:grpSpMk id="7" creationId="{F1284517-8F27-1120-6A50-FD3C78F77DCE}"/>
          </ac:grpSpMkLst>
        </pc:grpChg>
        <pc:picChg chg="add mod">
          <ac:chgData name="Folke Stövring-Nielsen" userId="S::folke.stovringniels@learnet.se::de079c79-7ef9-41ca-a843-e16bfec39627" providerId="AD" clId="Web-{12B54F7C-69DF-6263-8B21-982481BA246D}" dt="2022-10-25T19:55:12.670" v="106" actId="1076"/>
          <ac:picMkLst>
            <pc:docMk/>
            <pc:sldMk cId="858569646" sldId="870"/>
            <ac:picMk id="4" creationId="{6EFCAD4D-12AA-C1B3-0416-FD90CF996C4F}"/>
          </ac:picMkLst>
        </pc:picChg>
        <pc:picChg chg="del">
          <ac:chgData name="Folke Stövring-Nielsen" userId="S::folke.stovringniels@learnet.se::de079c79-7ef9-41ca-a843-e16bfec39627" providerId="AD" clId="Web-{12B54F7C-69DF-6263-8B21-982481BA246D}" dt="2022-10-25T19:54:09.841" v="102"/>
          <ac:picMkLst>
            <pc:docMk/>
            <pc:sldMk cId="858569646" sldId="870"/>
            <ac:picMk id="5" creationId="{32595801-A11F-4776-AB1F-3F59CA767F0C}"/>
          </ac:picMkLst>
        </pc:picChg>
        <pc:picChg chg="add mod">
          <ac:chgData name="Folke Stövring-Nielsen" userId="S::folke.stovringniels@learnet.se::de079c79-7ef9-41ca-a843-e16bfec39627" providerId="AD" clId="Web-{12B54F7C-69DF-6263-8B21-982481BA246D}" dt="2022-10-25T19:55:18.967" v="109" actId="1076"/>
          <ac:picMkLst>
            <pc:docMk/>
            <pc:sldMk cId="858569646" sldId="870"/>
            <ac:picMk id="6" creationId="{59B8B3F4-A1CC-7BF0-FA90-76B70B5360A9}"/>
          </ac:picMkLst>
        </pc:picChg>
      </pc:sldChg>
      <pc:sldChg chg="addSp delSp modSp addAnim delAnim modAnim">
        <pc:chgData name="Folke Stövring-Nielsen" userId="S::folke.stovringniels@learnet.se::de079c79-7ef9-41ca-a843-e16bfec39627" providerId="AD" clId="Web-{12B54F7C-69DF-6263-8B21-982481BA246D}" dt="2022-10-25T19:57:35.173" v="122"/>
        <pc:sldMkLst>
          <pc:docMk/>
          <pc:sldMk cId="2056622489" sldId="871"/>
        </pc:sldMkLst>
        <pc:picChg chg="add mod">
          <ac:chgData name="Folke Stövring-Nielsen" userId="S::folke.stovringniels@learnet.se::de079c79-7ef9-41ca-a843-e16bfec39627" providerId="AD" clId="Web-{12B54F7C-69DF-6263-8B21-982481BA246D}" dt="2022-10-25T19:57:09.547" v="118" actId="1076"/>
          <ac:picMkLst>
            <pc:docMk/>
            <pc:sldMk cId="2056622489" sldId="871"/>
            <ac:picMk id="4" creationId="{75494617-B368-428A-8ED1-083DCB2A3CD1}"/>
          </ac:picMkLst>
        </pc:picChg>
        <pc:picChg chg="del">
          <ac:chgData name="Folke Stövring-Nielsen" userId="S::folke.stovringniels@learnet.se::de079c79-7ef9-41ca-a843-e16bfec39627" providerId="AD" clId="Web-{12B54F7C-69DF-6263-8B21-982481BA246D}" dt="2022-10-25T19:56:59.969" v="113"/>
          <ac:picMkLst>
            <pc:docMk/>
            <pc:sldMk cId="2056622489" sldId="871"/>
            <ac:picMk id="6" creationId="{1DD464DE-9789-4B7B-976B-15BDE7E7827B}"/>
          </ac:picMkLst>
        </pc:picChg>
      </pc:sldChg>
      <pc:sldChg chg="addSp delSp modSp addAnim delAnim modAnim">
        <pc:chgData name="Folke Stövring-Nielsen" userId="S::folke.stovringniels@learnet.se::de079c79-7ef9-41ca-a843-e16bfec39627" providerId="AD" clId="Web-{12B54F7C-69DF-6263-8B21-982481BA246D}" dt="2022-10-25T20:01:21.302" v="133" actId="1076"/>
        <pc:sldMkLst>
          <pc:docMk/>
          <pc:sldMk cId="3681872971" sldId="872"/>
        </pc:sldMkLst>
        <pc:picChg chg="del">
          <ac:chgData name="Folke Stövring-Nielsen" userId="S::folke.stovringniels@learnet.se::de079c79-7ef9-41ca-a843-e16bfec39627" providerId="AD" clId="Web-{12B54F7C-69DF-6263-8B21-982481BA246D}" dt="2022-10-25T20:00:53.739" v="123"/>
          <ac:picMkLst>
            <pc:docMk/>
            <pc:sldMk cId="3681872971" sldId="872"/>
            <ac:picMk id="4" creationId="{F35F63A8-A433-45BC-B174-0DAAE3606B72}"/>
          </ac:picMkLst>
        </pc:picChg>
        <pc:picChg chg="add mod">
          <ac:chgData name="Folke Stövring-Nielsen" userId="S::folke.stovringniels@learnet.se::de079c79-7ef9-41ca-a843-e16bfec39627" providerId="AD" clId="Web-{12B54F7C-69DF-6263-8B21-982481BA246D}" dt="2022-10-25T20:01:21.302" v="133" actId="1076"/>
          <ac:picMkLst>
            <pc:docMk/>
            <pc:sldMk cId="3681872971" sldId="872"/>
            <ac:picMk id="5" creationId="{C0F7B396-3867-BBFE-B0D3-B4D97587D273}"/>
          </ac:picMkLst>
        </pc:picChg>
      </pc:sldChg>
      <pc:sldChg chg="addSp delSp modSp addAnim delAnim modAnim">
        <pc:chgData name="Folke Stövring-Nielsen" userId="S::folke.stovringniels@learnet.se::de079c79-7ef9-41ca-a843-e16bfec39627" providerId="AD" clId="Web-{12B54F7C-69DF-6263-8B21-982481BA246D}" dt="2022-10-25T20:03:05.647" v="139"/>
        <pc:sldMkLst>
          <pc:docMk/>
          <pc:sldMk cId="2015622859" sldId="874"/>
        </pc:sldMkLst>
        <pc:picChg chg="add mod">
          <ac:chgData name="Folke Stövring-Nielsen" userId="S::folke.stovringniels@learnet.se::de079c79-7ef9-41ca-a843-e16bfec39627" providerId="AD" clId="Web-{12B54F7C-69DF-6263-8B21-982481BA246D}" dt="2022-10-25T20:03:02.929" v="137" actId="14100"/>
          <ac:picMkLst>
            <pc:docMk/>
            <pc:sldMk cId="2015622859" sldId="874"/>
            <ac:picMk id="4" creationId="{66E7C8FB-D8AF-D017-F550-44267E76E2EF}"/>
          </ac:picMkLst>
        </pc:picChg>
        <pc:picChg chg="del">
          <ac:chgData name="Folke Stövring-Nielsen" userId="S::folke.stovringniels@learnet.se::de079c79-7ef9-41ca-a843-e16bfec39627" providerId="AD" clId="Web-{12B54F7C-69DF-6263-8B21-982481BA246D}" dt="2022-10-25T20:02:58.569" v="134"/>
          <ac:picMkLst>
            <pc:docMk/>
            <pc:sldMk cId="2015622859" sldId="874"/>
            <ac:picMk id="5" creationId="{8C2079C1-C32F-48D7-80B8-E71C61B43779}"/>
          </ac:picMkLst>
        </pc:picChg>
      </pc:sldChg>
      <pc:sldChg chg="addSp delSp modSp addAnim delAnim modAnim">
        <pc:chgData name="Folke Stövring-Nielsen" userId="S::folke.stovringniels@learnet.se::de079c79-7ef9-41ca-a843-e16bfec39627" providerId="AD" clId="Web-{12B54F7C-69DF-6263-8B21-982481BA246D}" dt="2022-10-25T20:06:07.979" v="151"/>
        <pc:sldMkLst>
          <pc:docMk/>
          <pc:sldMk cId="677408643" sldId="875"/>
        </pc:sldMkLst>
        <pc:grpChg chg="add">
          <ac:chgData name="Folke Stövring-Nielsen" userId="S::folke.stovringniels@learnet.se::de079c79-7ef9-41ca-a843-e16bfec39627" providerId="AD" clId="Web-{12B54F7C-69DF-6263-8B21-982481BA246D}" dt="2022-10-25T20:06:06.448" v="149"/>
          <ac:grpSpMkLst>
            <pc:docMk/>
            <pc:sldMk cId="677408643" sldId="875"/>
            <ac:grpSpMk id="8" creationId="{38B1D611-97EE-CC79-E3AE-9C9FF680D91C}"/>
          </ac:grpSpMkLst>
        </pc:grpChg>
        <pc:picChg chg="del">
          <ac:chgData name="Folke Stövring-Nielsen" userId="S::folke.stovringniels@learnet.se::de079c79-7ef9-41ca-a843-e16bfec39627" providerId="AD" clId="Web-{12B54F7C-69DF-6263-8B21-982481BA246D}" dt="2022-10-25T20:05:46.088" v="140"/>
          <ac:picMkLst>
            <pc:docMk/>
            <pc:sldMk cId="677408643" sldId="875"/>
            <ac:picMk id="4" creationId="{67EBAF3D-2010-450C-862D-8C4816B77253}"/>
          </ac:picMkLst>
        </pc:picChg>
        <pc:picChg chg="add mod">
          <ac:chgData name="Folke Stövring-Nielsen" userId="S::folke.stovringniels@learnet.se::de079c79-7ef9-41ca-a843-e16bfec39627" providerId="AD" clId="Web-{12B54F7C-69DF-6263-8B21-982481BA246D}" dt="2022-10-25T20:05:50.010" v="144" actId="1076"/>
          <ac:picMkLst>
            <pc:docMk/>
            <pc:sldMk cId="677408643" sldId="875"/>
            <ac:picMk id="5" creationId="{D772B43E-1217-9415-76D8-35DF6FE1AA2A}"/>
          </ac:picMkLst>
        </pc:picChg>
        <pc:picChg chg="del">
          <ac:chgData name="Folke Stövring-Nielsen" userId="S::folke.stovringniels@learnet.se::de079c79-7ef9-41ca-a843-e16bfec39627" providerId="AD" clId="Web-{12B54F7C-69DF-6263-8B21-982481BA246D}" dt="2022-10-25T20:05:56.604" v="145"/>
          <ac:picMkLst>
            <pc:docMk/>
            <pc:sldMk cId="677408643" sldId="875"/>
            <ac:picMk id="6" creationId="{770C76B6-15AC-430D-B1FB-97720C14D2D5}"/>
          </ac:picMkLst>
        </pc:picChg>
        <pc:picChg chg="add mod">
          <ac:chgData name="Folke Stövring-Nielsen" userId="S::folke.stovringniels@learnet.se::de079c79-7ef9-41ca-a843-e16bfec39627" providerId="AD" clId="Web-{12B54F7C-69DF-6263-8B21-982481BA246D}" dt="2022-10-25T20:06:02.010" v="148" actId="1076"/>
          <ac:picMkLst>
            <pc:docMk/>
            <pc:sldMk cId="677408643" sldId="875"/>
            <ac:picMk id="7" creationId="{1CF8C37D-38C2-0279-403A-B8634E07B97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8C9C20-B1DE-490C-8FC7-3C106D29E3A9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66A65-33CF-4152-9936-08500F05AF2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12465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>
                <a:cs typeface="Calibri"/>
              </a:rPr>
              <a:t>C-funktioner: om ett bibliotek är skapad i C så kommer den att använda sig av FILE om den läser filer. 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11865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>
                <a:cs typeface="Calibri"/>
              </a:rPr>
              <a:t>Handle</a:t>
            </a:r>
            <a:r>
              <a:rPr lang="sv-SE" dirty="0">
                <a:cs typeface="Calibri"/>
              </a:rPr>
              <a:t> = någon form av ID. Något sätt att identifiera ett objekt utan att peka 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85477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>
                <a:cs typeface="Calibri"/>
              </a:rPr>
              <a:t>W+ rensar filen, r+ gör det inte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98920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51323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EOF – End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File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50256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EOF – End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File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65248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10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44633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EOF – End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File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11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04291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12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488053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EOF – End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File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13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21133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2643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7806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>
                <a:cs typeface="Calibri"/>
              </a:rPr>
              <a:t>Ifstream</a:t>
            </a:r>
            <a:r>
              <a:rPr lang="sv-SE" dirty="0">
                <a:cs typeface="Calibri"/>
              </a:rPr>
              <a:t> – hämta data från dokument</a:t>
            </a:r>
          </a:p>
          <a:p>
            <a:r>
              <a:rPr lang="sv-SE" dirty="0" err="1">
                <a:cs typeface="Calibri"/>
              </a:rPr>
              <a:t>Ofstream</a:t>
            </a:r>
            <a:r>
              <a:rPr lang="sv-SE" dirty="0">
                <a:cs typeface="Calibri" panose="020F0502020204030204"/>
              </a:rPr>
              <a:t> - skriva till dokument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16543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3343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>
                <a:cs typeface="Calibri"/>
              </a:rPr>
              <a:t>Jobbar ni i VS är det samma mapp som </a:t>
            </a:r>
            <a:r>
              <a:rPr lang="sv-SE" dirty="0" err="1">
                <a:cs typeface="Calibri"/>
              </a:rPr>
              <a:t>vcxproj</a:t>
            </a:r>
            <a:r>
              <a:rPr lang="sv-SE" dirty="0">
                <a:cs typeface="Calibri"/>
              </a:rPr>
              <a:t> filen, kör ni </a:t>
            </a:r>
            <a:r>
              <a:rPr lang="sv-SE" dirty="0" err="1">
                <a:cs typeface="Calibri"/>
              </a:rPr>
              <a:t>exe</a:t>
            </a:r>
            <a:r>
              <a:rPr lang="sv-SE" dirty="0">
                <a:cs typeface="Calibri"/>
              </a:rPr>
              <a:t> så är det samma fil som </a:t>
            </a:r>
            <a:r>
              <a:rPr lang="sv-SE" dirty="0" err="1">
                <a:cs typeface="Calibri"/>
              </a:rPr>
              <a:t>exe</a:t>
            </a:r>
            <a:r>
              <a:rPr lang="sv-SE" dirty="0">
                <a:cs typeface="Calibri"/>
              </a:rPr>
              <a:t> 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32888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16277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8496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90398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57436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84146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60224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22854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28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559341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29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332947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30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303554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46445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11277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16565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95321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97037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87975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21455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b="1" dirty="0" err="1"/>
              <a:t>lpfnWndProc</a:t>
            </a:r>
            <a:r>
              <a:rPr lang="sv-SE" dirty="0"/>
              <a:t> - pekare till en </a:t>
            </a:r>
            <a:r>
              <a:rPr lang="sv-SE" dirty="0" err="1"/>
              <a:t>application-definerad</a:t>
            </a:r>
            <a:r>
              <a:rPr lang="sv-SE" dirty="0"/>
              <a:t> funktion</a:t>
            </a:r>
            <a:endParaRPr lang="sv-SE" dirty="0">
              <a:cs typeface="Calibri"/>
            </a:endParaRP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9133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634988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672746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45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8649667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46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825481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47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0340022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48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0862885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49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5694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50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8531186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51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3127174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66A65-33CF-4152-9936-08500F05AF20}" type="slidenum">
              <a:rPr lang="sv-SE" smtClean="0"/>
              <a:t>52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6791292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66A65-33CF-4152-9936-08500F05AF20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9978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E849F-EA57-4F40-A804-27DF334B74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9634" y="2684585"/>
            <a:ext cx="10732809" cy="825378"/>
          </a:xfrm>
        </p:spPr>
        <p:txBody>
          <a:bodyPr anchor="b"/>
          <a:lstStyle>
            <a:lvl1pPr algn="r">
              <a:defRPr sz="4800"/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8016C6-3F28-49B1-AC6A-9C48D5F486F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28443" y="3457205"/>
            <a:ext cx="9144000" cy="365125"/>
          </a:xfrm>
        </p:spPr>
        <p:txBody>
          <a:bodyPr/>
          <a:lstStyle>
            <a:lvl1pPr marL="0" indent="0" algn="r">
              <a:buNone/>
              <a:defRPr sz="2000" spc="300">
                <a:latin typeface="Barlow Semi Condensed" panose="00000506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A11AA-FCF2-40AF-9F36-A98EBA162E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DD1CA-8FD3-4E98-9895-1B25889A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59BC4-4671-4A82-8D78-7B6418676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5434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291D3-3F6C-433D-A15B-CFD919B285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BBD1F-34D8-4B40-8D1E-5C9885E93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900000"/>
            <a:ext cx="9325708" cy="52801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EC08C-086B-48CD-9DEA-60237D7B53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156E8-BF74-4377-81FF-B98A3BCDE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F456A-E176-4873-9674-8DCB44C7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23289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mphasis 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291D3-3F6C-433D-A15B-CFD919B285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BBD1F-34D8-4B40-8D1E-5C9885E93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900000"/>
            <a:ext cx="9325708" cy="52801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EC08C-086B-48CD-9DEA-60237D7B53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156E8-BF74-4377-81FF-B98A3BCDE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F456A-E176-4873-9674-8DCB44C7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45229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He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6907210C-7DFA-4699-B718-297576844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50" y="1118439"/>
            <a:ext cx="1930820" cy="19308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F291D3-3F6C-433D-A15B-CFD919B285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BBD1F-34D8-4B40-8D1E-5C9885E93E3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9426" y="1879903"/>
            <a:ext cx="1371600" cy="407891"/>
          </a:xfrm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Purple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EC08C-086B-48CD-9DEA-60237D7B53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156E8-BF74-4377-81FF-B98A3BCDE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F456A-E176-4873-9674-8DCB44C7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pic>
        <p:nvPicPr>
          <p:cNvPr id="11" name="Picture 10" descr="Shape&#10;&#10;Description automatically generated">
            <a:extLst>
              <a:ext uri="{FF2B5EF4-FFF2-40B4-BE49-F238E27FC236}">
                <a16:creationId xmlns:a16="http://schemas.microsoft.com/office/drawing/2014/main" id="{6647A0C7-368D-4A78-A01E-A2B23B16BE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060" y="2705549"/>
            <a:ext cx="1930820" cy="1930820"/>
          </a:xfrm>
          <a:prstGeom prst="rect">
            <a:avLst/>
          </a:prstGeom>
        </p:spPr>
      </p:pic>
      <p:pic>
        <p:nvPicPr>
          <p:cNvPr id="14" name="Picture 13" descr="Shape, polygon&#10;&#10;Description automatically generated">
            <a:extLst>
              <a:ext uri="{FF2B5EF4-FFF2-40B4-BE49-F238E27FC236}">
                <a16:creationId xmlns:a16="http://schemas.microsoft.com/office/drawing/2014/main" id="{1D11FF95-F4D8-4BEE-BCDF-D57670627C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50" y="4260974"/>
            <a:ext cx="1930820" cy="1930820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8DBA759-5641-4A71-9DE9-49664E3A31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38879" y="3171305"/>
            <a:ext cx="7149136" cy="999308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0FFAA87-3032-4266-A9C1-639351A2E43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4724517"/>
            <a:ext cx="7149136" cy="999308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D7A3259-3198-4FDC-9F66-7F3C5A23194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209800" y="1579848"/>
            <a:ext cx="7149136" cy="999308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2E2FE17-50B5-462E-BAAB-55133860AD6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87670" y="3467014"/>
            <a:ext cx="1371600" cy="407891"/>
          </a:xfrm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Yellow</a:t>
            </a:r>
            <a:endParaRPr lang="sv-SE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C79E9EE-DE1E-408B-99F0-314E62B3449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19426" y="5022438"/>
            <a:ext cx="1371600" cy="407891"/>
          </a:xfrm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Blue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544754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1476C-D3CB-4189-AE68-E930A2083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4000" y="457200"/>
            <a:ext cx="10515600" cy="1602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7F30A-51ED-4897-BAB2-F5A1CA284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4000" y="2059200"/>
            <a:ext cx="10515600" cy="315288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B59-253E-4014-BA6A-0A66FFE7F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3D80F-92F3-409E-A68B-5FBC2B324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D2E84-308F-4BA9-A53A-B6B970BCB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07281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mphasis 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1476C-D3CB-4189-AE68-E930A2083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4000" y="457200"/>
            <a:ext cx="10515600" cy="1602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7F30A-51ED-4897-BAB2-F5A1CA284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4000" y="2059200"/>
            <a:ext cx="10515600" cy="315288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B59-253E-4014-BA6A-0A66FFE7F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3D80F-92F3-409E-A68B-5FBC2B324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D2E84-308F-4BA9-A53A-B6B970BCB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7973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4910E-A9B5-47F0-BF56-7F4FAE2AD9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5BB77-E665-4CBE-8B2B-5F34B6C59B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4000" y="900000"/>
            <a:ext cx="460578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8592A-1519-4ADB-AF6A-5BEAEBD46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07429" y="900000"/>
            <a:ext cx="460578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6C79E-DC1D-4C78-A920-F823848B28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5C6DB-D9EF-48E3-B8A7-D95B95824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CA461-4CBD-47A4-A45F-76B57618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76420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ABDC5-5441-4F19-9F76-20DD9AA19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" y="90000"/>
            <a:ext cx="10515600" cy="5904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8EBBD-5551-4D2D-8C47-32017B7F4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4000" y="900000"/>
            <a:ext cx="465150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9A3C99-51E6-4547-84E9-9182C2DCA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4000" y="1723912"/>
            <a:ext cx="465151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9A0F83-F61A-4748-97F2-92B11695AC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07600" y="900000"/>
            <a:ext cx="465150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4FECC3-5F0C-427D-88FF-9F5CB3C5B7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07600" y="1723912"/>
            <a:ext cx="465150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DF1D60-3E6C-457F-A737-0E82A4D9BC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67690A-1A97-42A0-B4E3-7A72480B6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5BBE89-92E8-410F-A53D-4633284B8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94197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47BD7-2ADA-4C95-AD37-C8872A80F0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592EFC-C8C3-4C0D-9D71-C56A7C868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113B9-36E2-4A5B-8CBC-AA1056847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191A87-DE8A-42AB-B467-550B381E0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3888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996E65-21B1-4367-97DF-05570C90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DE44A6-A069-4FD6-962A-E64FE8CDD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299E1-4E40-48FD-9554-4F45A51D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97962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02B5-5372-4902-B05C-7E36CBA37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40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4405E-EEAD-4A83-9B0A-4A4AE377F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7976" y="900000"/>
            <a:ext cx="532588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C02BE5-068F-4FE3-B328-93C832D79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4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E93F3-5CB3-4A39-8E8E-C6CF9F11A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8CD68-5F0C-4BBE-99D2-10066586F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8A56DC-8CA3-4412-AE0C-D08B351C6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318799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Emphasis 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02B5-5372-4902-B05C-7E36CBA37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40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4405E-EEAD-4A83-9B0A-4A4AE377F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7976" y="900000"/>
            <a:ext cx="532588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C02BE5-068F-4FE3-B328-93C832D79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4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E93F3-5CB3-4A39-8E8E-C6CF9F11A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8CD68-5F0C-4BBE-99D2-10066586F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8A56DC-8CA3-4412-AE0C-D08B351C6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20489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3C1A6-98C6-4BC2-B5C8-8D962725B9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40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3341D5-C193-4807-9D25-0BAC3AFAC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09200" y="900000"/>
            <a:ext cx="5324657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C67B2-E255-4C72-BEAC-62DABA3C6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4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9F7B9-D55A-45E3-B92D-BBC9A16454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7697CF-A8F4-4E7E-BFD1-3743D49D2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2EA20-1261-43C1-98A1-05E5F9F32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10000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Emphasis 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3C1A6-98C6-4BC2-B5C8-8D962725B9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40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3341D5-C193-4807-9D25-0BAC3AFAC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09200" y="900000"/>
            <a:ext cx="5324657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C67B2-E255-4C72-BEAC-62DABA3C6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4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9F7B9-D55A-45E3-B92D-BBC9A16454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7697CF-A8F4-4E7E-BFD1-3743D49D2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2EA20-1261-43C1-98A1-05E5F9F32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413159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C8D9D-C48A-48F5-A3F4-BCB8DFD92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68F945-E8B6-4349-94D3-8124ECE02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B1464-3DF2-4C7B-B609-730CD5EF61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6B221-DBFC-42C7-84E1-D584F762C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6839D-B523-4D15-B590-6F09FD7F7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346463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D1B6FA-76B8-47ED-AC43-F89134CA73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77D879-BF2D-4E17-976B-70359C7E9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FF6D5-CE97-4FA1-BE1B-7D11CF2B38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B104-2C01-4512-8C4F-F2B67599A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4F558-811A-44B6-8BDD-36FB13B16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61322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E849F-EA57-4F40-A804-27DF334B74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9634" y="2684585"/>
            <a:ext cx="10732809" cy="825378"/>
          </a:xfrm>
        </p:spPr>
        <p:txBody>
          <a:bodyPr anchor="b"/>
          <a:lstStyle>
            <a:lvl1pPr algn="r">
              <a:defRPr sz="4800"/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8016C6-3F28-49B1-AC6A-9C48D5F486F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28443" y="3457205"/>
            <a:ext cx="9144000" cy="365125"/>
          </a:xfrm>
        </p:spPr>
        <p:txBody>
          <a:bodyPr/>
          <a:lstStyle>
            <a:lvl1pPr marL="0" indent="0" algn="r">
              <a:buNone/>
              <a:defRPr sz="2000" spc="300">
                <a:latin typeface="Barlow Semi Condensed" panose="00000506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A11AA-FCF2-40AF-9F36-A98EBA162E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DD1CA-8FD3-4E98-9895-1B25889A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59BC4-4671-4A82-8D78-7B6418676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327179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291D3-3F6C-433D-A15B-CFD919B285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BBD1F-34D8-4B40-8D1E-5C9885E93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900000"/>
            <a:ext cx="9325708" cy="52801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EC08C-086B-48CD-9DEA-60237D7B53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156E8-BF74-4377-81FF-B98A3BCDE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F456A-E176-4873-9674-8DCB44C7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458812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mphasis 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291D3-3F6C-433D-A15B-CFD919B285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BBD1F-34D8-4B40-8D1E-5C9885E93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900000"/>
            <a:ext cx="9325708" cy="52801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EC08C-086B-48CD-9DEA-60237D7B53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156E8-BF74-4377-81FF-B98A3BCDE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F456A-E176-4873-9674-8DCB44C7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644124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veat 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291D3-3F6C-433D-A15B-CFD919B285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BBD1F-34D8-4B40-8D1E-5C9885E93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900000"/>
            <a:ext cx="9325708" cy="52801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EC08C-086B-48CD-9DEA-60237D7B53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156E8-BF74-4377-81FF-B98A3BCDE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F456A-E176-4873-9674-8DCB44C7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188867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He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6907210C-7DFA-4699-B718-297576844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50" y="1118439"/>
            <a:ext cx="1930820" cy="19308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F291D3-3F6C-433D-A15B-CFD919B285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BBD1F-34D8-4B40-8D1E-5C9885E93E3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9426" y="1879903"/>
            <a:ext cx="1371600" cy="407891"/>
          </a:xfrm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Purple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EC08C-086B-48CD-9DEA-60237D7B53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156E8-BF74-4377-81FF-B98A3BCDE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F456A-E176-4873-9674-8DCB44C7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  <p:pic>
        <p:nvPicPr>
          <p:cNvPr id="11" name="Picture 10" descr="Shape&#10;&#10;Description automatically generated">
            <a:extLst>
              <a:ext uri="{FF2B5EF4-FFF2-40B4-BE49-F238E27FC236}">
                <a16:creationId xmlns:a16="http://schemas.microsoft.com/office/drawing/2014/main" id="{6647A0C7-368D-4A78-A01E-A2B23B16BE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060" y="2705549"/>
            <a:ext cx="1930820" cy="1930820"/>
          </a:xfrm>
          <a:prstGeom prst="rect">
            <a:avLst/>
          </a:prstGeom>
        </p:spPr>
      </p:pic>
      <p:pic>
        <p:nvPicPr>
          <p:cNvPr id="14" name="Picture 13" descr="Shape, polygon&#10;&#10;Description automatically generated">
            <a:extLst>
              <a:ext uri="{FF2B5EF4-FFF2-40B4-BE49-F238E27FC236}">
                <a16:creationId xmlns:a16="http://schemas.microsoft.com/office/drawing/2014/main" id="{1D11FF95-F4D8-4BEE-BCDF-D57670627C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50" y="4260974"/>
            <a:ext cx="1930820" cy="1930820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8DBA759-5641-4A71-9DE9-49664E3A31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38879" y="3171305"/>
            <a:ext cx="7149136" cy="999308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0FFAA87-3032-4266-A9C1-639351A2E43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4724517"/>
            <a:ext cx="7149136" cy="999308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D7A3259-3198-4FDC-9F66-7F3C5A23194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209800" y="1579848"/>
            <a:ext cx="7149136" cy="999308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2E2FE17-50B5-462E-BAAB-55133860AD6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87670" y="3467014"/>
            <a:ext cx="1371600" cy="407891"/>
          </a:xfrm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Yellow</a:t>
            </a:r>
            <a:endParaRPr lang="sv-SE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C79E9EE-DE1E-408B-99F0-314E62B3449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19426" y="5022438"/>
            <a:ext cx="1371600" cy="407891"/>
          </a:xfrm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Blue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124993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1476C-D3CB-4189-AE68-E930A2083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4000" y="457200"/>
            <a:ext cx="10515600" cy="1602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7F30A-51ED-4897-BAB2-F5A1CA284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4000" y="2059200"/>
            <a:ext cx="10515600" cy="315288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B59-253E-4014-BA6A-0A66FFE7F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3D80F-92F3-409E-A68B-5FBC2B324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D2E84-308F-4BA9-A53A-B6B970BCB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231412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mphasis 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1476C-D3CB-4189-AE68-E930A2083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4000" y="457200"/>
            <a:ext cx="10515600" cy="1602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7F30A-51ED-4897-BAB2-F5A1CA284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4000" y="2059200"/>
            <a:ext cx="10515600" cy="315288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B59-253E-4014-BA6A-0A66FFE7F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3D80F-92F3-409E-A68B-5FBC2B324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D2E84-308F-4BA9-A53A-B6B970BCB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522315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4910E-A9B5-47F0-BF56-7F4FAE2AD9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5BB77-E665-4CBE-8B2B-5F34B6C59B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4000" y="900000"/>
            <a:ext cx="460578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8592A-1519-4ADB-AF6A-5BEAEBD46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07429" y="900000"/>
            <a:ext cx="460578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6C79E-DC1D-4C78-A920-F823848B28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5C6DB-D9EF-48E3-B8A7-D95B95824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CA461-4CBD-47A4-A45F-76B57618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060959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ABDC5-5441-4F19-9F76-20DD9AA19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" y="90000"/>
            <a:ext cx="10515600" cy="5904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8EBBD-5551-4D2D-8C47-32017B7F4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4000" y="900000"/>
            <a:ext cx="465150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9A3C99-51E6-4547-84E9-9182C2DCA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4000" y="1723912"/>
            <a:ext cx="465151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9A0F83-F61A-4748-97F2-92B11695AC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07600" y="900000"/>
            <a:ext cx="465150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4FECC3-5F0C-427D-88FF-9F5CB3C5B7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07600" y="1723912"/>
            <a:ext cx="465150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DF1D60-3E6C-457F-A737-0E82A4D9BC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67690A-1A97-42A0-B4E3-7A72480B6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5BBE89-92E8-410F-A53D-4633284B8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027378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47BD7-2ADA-4C95-AD37-C8872A80F0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592EFC-C8C3-4C0D-9D71-C56A7C868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113B9-36E2-4A5B-8CBC-AA1056847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191A87-DE8A-42AB-B467-550B381E0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507168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996E65-21B1-4367-97DF-05570C90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DE44A6-A069-4FD6-962A-E64FE8CDD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299E1-4E40-48FD-9554-4F45A51D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645069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02B5-5372-4902-B05C-7E36CBA37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40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4405E-EEAD-4A83-9B0A-4A4AE377F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7976" y="900000"/>
            <a:ext cx="532588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C02BE5-068F-4FE3-B328-93C832D79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4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E93F3-5CB3-4A39-8E8E-C6CF9F11A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8CD68-5F0C-4BBE-99D2-10066586F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8A56DC-8CA3-4412-AE0C-D08B351C6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996079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Emphasis 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02B5-5372-4902-B05C-7E36CBA37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40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4405E-EEAD-4A83-9B0A-4A4AE377F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7976" y="900000"/>
            <a:ext cx="532588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C02BE5-068F-4FE3-B328-93C832D79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4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E93F3-5CB3-4A39-8E8E-C6CF9F11A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8CD68-5F0C-4BBE-99D2-10066586F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8A56DC-8CA3-4412-AE0C-D08B351C6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460099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aveat 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02B5-5372-4902-B05C-7E36CBA37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40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4405E-EEAD-4A83-9B0A-4A4AE377F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7976" y="900000"/>
            <a:ext cx="532588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C02BE5-068F-4FE3-B328-93C832D79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4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E93F3-5CB3-4A39-8E8E-C6CF9F11A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8CD68-5F0C-4BBE-99D2-10066586F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8A56DC-8CA3-4412-AE0C-D08B351C6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909703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3C1A6-98C6-4BC2-B5C8-8D962725B9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40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3341D5-C193-4807-9D25-0BAC3AFAC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09200" y="900000"/>
            <a:ext cx="5324657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C67B2-E255-4C72-BEAC-62DABA3C6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4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9F7B9-D55A-45E3-B92D-BBC9A16454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7697CF-A8F4-4E7E-BFD1-3743D49D2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2EA20-1261-43C1-98A1-05E5F9F32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050586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Emphasis 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3C1A6-98C6-4BC2-B5C8-8D962725B9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40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3341D5-C193-4807-9D25-0BAC3AFAC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09200" y="900000"/>
            <a:ext cx="5324657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C67B2-E255-4C72-BEAC-62DABA3C6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4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9F7B9-D55A-45E3-B92D-BBC9A16454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7697CF-A8F4-4E7E-BFD1-3743D49D2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2EA20-1261-43C1-98A1-05E5F9F32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820626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aveat 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3C1A6-98C6-4BC2-B5C8-8D962725B9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40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3341D5-C193-4807-9D25-0BAC3AFAC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09200" y="900000"/>
            <a:ext cx="5324657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C67B2-E255-4C72-BEAC-62DABA3C6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4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9F7B9-D55A-45E3-B92D-BBC9A16454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7697CF-A8F4-4E7E-BFD1-3743D49D2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2EA20-1261-43C1-98A1-05E5F9F32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632212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C8D9D-C48A-48F5-A3F4-BCB8DFD92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68F945-E8B6-4349-94D3-8124ECE02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B1464-3DF2-4C7B-B609-730CD5EF61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6B221-DBFC-42C7-84E1-D584F762C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6839D-B523-4D15-B590-6F09FD7F7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1106691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D1B6FA-76B8-47ED-AC43-F89134CA73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77D879-BF2D-4E17-976B-70359C7E9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FF6D5-CE97-4FA1-BE1B-7D11CF2B38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B104-2C01-4512-8C4F-F2B67599A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4F558-811A-44B6-8BDD-36FB13B16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4760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19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A27AF5-C2BB-462C-A2CD-1B970FD9D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" y="89634"/>
            <a:ext cx="10515600" cy="591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37A1D-4DF4-4198-9C88-B5AD95199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4000" y="900000"/>
            <a:ext cx="9325708" cy="5280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C013E-7B87-4946-8FE1-3B68324032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891CA-B298-401A-85EC-88E7C121F4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C2792-DF96-40CE-A1D0-1B3222A4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71976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62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64" r:id="rId12"/>
    <p:sldLayoutId id="2147483657" r:id="rId13"/>
    <p:sldLayoutId id="2147483663" r:id="rId14"/>
    <p:sldLayoutId id="2147483658" r:id="rId15"/>
    <p:sldLayoutId id="214748365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300">
          <a:solidFill>
            <a:schemeClr val="bg1"/>
          </a:solidFill>
          <a:latin typeface="Barlow Semi Condensed" panose="00000506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bg1"/>
          </a:solidFill>
          <a:latin typeface="Montserrat Light" panose="000004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bg1"/>
          </a:solidFill>
          <a:latin typeface="Montserrat Light" panose="000004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bg1"/>
          </a:solidFill>
          <a:latin typeface="Montserrat Light" panose="000004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Montserrat Light" panose="000004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Montserrat Light" panose="000004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A27AF5-C2BB-462C-A2CD-1B970FD9D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" y="89634"/>
            <a:ext cx="10515600" cy="591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37A1D-4DF4-4198-9C88-B5AD95199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4000" y="900000"/>
            <a:ext cx="9325708" cy="5280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C013E-7B87-4946-8FE1-3B68324032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F31C3F-299E-4C64-ABCD-363C653B41BA}" type="datetimeFigureOut">
              <a:rPr lang="sv-SE" smtClean="0"/>
              <a:t>2024-10-17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891CA-B298-401A-85EC-88E7C121F4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C2792-DF96-40CE-A1D0-1B3222A4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98AEA3-A0C8-4229-8ADF-074BA8110C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8480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3" r:id="rId18"/>
    <p:sldLayoutId id="2147483684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300">
          <a:solidFill>
            <a:schemeClr val="bg1"/>
          </a:solidFill>
          <a:latin typeface="Barlow Semi Condensed" panose="00000506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bg1"/>
          </a:solidFill>
          <a:latin typeface="Montserrat Light" panose="000004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bg1"/>
          </a:solidFill>
          <a:latin typeface="Montserrat Light" panose="000004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bg1"/>
          </a:solidFill>
          <a:latin typeface="Montserrat Light" panose="000004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Montserrat Light" panose="000004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Montserrat Light" panose="000004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cplusplus.com/reference/clibrary/cstdio/feof.html" TargetMode="External"/><Relationship Id="rId3" Type="http://schemas.openxmlformats.org/officeDocument/2006/relationships/hyperlink" Target="http://www.cplusplus.com/reference/clibrary/cstdio/fseek.html" TargetMode="External"/><Relationship Id="rId7" Type="http://schemas.openxmlformats.org/officeDocument/2006/relationships/hyperlink" Target="http://www.cplusplus.com/reference/clibrary/cstdio/freopen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cplusplus.com/reference/clibrary/cstdio/fgetpos.html" TargetMode="External"/><Relationship Id="rId5" Type="http://schemas.openxmlformats.org/officeDocument/2006/relationships/hyperlink" Target="http://www.cplusplus.com/reference/clibrary/cstdio/ftell.html" TargetMode="External"/><Relationship Id="rId4" Type="http://schemas.openxmlformats.org/officeDocument/2006/relationships/hyperlink" Target="http://www.cplusplus.com/reference/clibrary/cstdio/fsetpos.html" TargetMode="External"/><Relationship Id="rId9" Type="http://schemas.openxmlformats.org/officeDocument/2006/relationships/hyperlink" Target="http://www.cplusplus.com/reference/clibrary/cstdio/fflush.html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io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en.cppreference.com/w/cpp/filesystem" TargetMode="External"/><Relationship Id="rId4" Type="http://schemas.openxmlformats.org/officeDocument/2006/relationships/hyperlink" Target="https://en.cppreference.com/w/cpp/io/basic_fstream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inputdev/keyboard-input" TargetMode="External"/><Relationship Id="rId2" Type="http://schemas.openxmlformats.org/officeDocument/2006/relationships/hyperlink" Target="https://learn.microsoft.com/en-us/windows/win32/inputdev/mouse-input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learn.microsoft.com/en-us/windows/win32/inputdev/virtual-key-codes" TargetMode="Externa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stackoverflow.com/questions/2501968/visual-c-enable-console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hyperlink" Target="https://stackoverflow.com/a/42519952/5300002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msdn.microsoft.com/en-us/library/windows/desktop/ms645505(v=vs.85).aspx?f=255&amp;MSPPError=-2147217396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535B810-D1C9-4DE6-B498-7412E7408E50}"/>
              </a:ext>
            </a:extLst>
          </p:cNvPr>
          <p:cNvSpPr txBox="1">
            <a:spLocks/>
          </p:cNvSpPr>
          <p:nvPr/>
        </p:nvSpPr>
        <p:spPr>
          <a:xfrm>
            <a:off x="1107742" y="3365568"/>
            <a:ext cx="9976513" cy="678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sv-SE" altLang="sv-SE" sz="2000" spc="300" dirty="0">
                <a:solidFill>
                  <a:schemeClr val="bg1"/>
                </a:solidFill>
                <a:effectLst>
                  <a:glow rad="12700">
                    <a:schemeClr val="tx1">
                      <a:lumMod val="95000"/>
                      <a:lumOff val="5000"/>
                    </a:schemeClr>
                  </a:glow>
                </a:effectLst>
                <a:latin typeface="Barlow Semi Condensed" panose="00000506000000000000" pitchFamily="2" charset="0"/>
              </a:rPr>
              <a:t>Föreläsning 26 – INPUT &amp; OUTPUT</a:t>
            </a:r>
            <a:endParaRPr lang="en-SE" sz="2000" spc="300" dirty="0">
              <a:effectLst>
                <a:glow rad="25400">
                  <a:schemeClr val="tx1">
                    <a:lumMod val="95000"/>
                    <a:lumOff val="5000"/>
                  </a:schemeClr>
                </a:glow>
              </a:effectLst>
              <a:latin typeface="Barlow Semi Condensed" panose="00000506000000000000" pitchFamily="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DB90860-40E3-477A-87E3-AA8F487894D1}"/>
              </a:ext>
            </a:extLst>
          </p:cNvPr>
          <p:cNvSpPr txBox="1">
            <a:spLocks/>
          </p:cNvSpPr>
          <p:nvPr/>
        </p:nvSpPr>
        <p:spPr>
          <a:xfrm>
            <a:off x="581115" y="2625126"/>
            <a:ext cx="10503142" cy="8038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br>
              <a:rPr lang="sv-SE" altLang="sv-SE" sz="4800" spc="600" dirty="0">
                <a:solidFill>
                  <a:schemeClr val="bg1"/>
                </a:solidFill>
                <a:effectLst>
                  <a:glow>
                    <a:schemeClr val="tx1">
                      <a:lumMod val="95000"/>
                      <a:lumOff val="5000"/>
                    </a:schemeClr>
                  </a:glow>
                </a:effectLst>
                <a:latin typeface="Barlow Semi Condensed" panose="00000506000000000000" pitchFamily="2" charset="0"/>
              </a:rPr>
            </a:br>
            <a:r>
              <a:rPr lang="sv-SE" altLang="sv-SE" sz="4800" spc="600" dirty="0">
                <a:solidFill>
                  <a:schemeClr val="bg1"/>
                </a:solidFill>
                <a:effectLst>
                  <a:glow>
                    <a:schemeClr val="tx1">
                      <a:lumMod val="95000"/>
                      <a:lumOff val="5000"/>
                    </a:schemeClr>
                  </a:glow>
                </a:effectLst>
                <a:latin typeface="Barlow Semi Condensed" panose="00000506000000000000" pitchFamily="2" charset="0"/>
              </a:rPr>
              <a:t>INTRODUKTION TILL C++</a:t>
            </a:r>
            <a:endParaRPr lang="en-SE" sz="4800" spc="600" dirty="0">
              <a:effectLst>
                <a:glow>
                  <a:schemeClr val="tx1">
                    <a:lumMod val="95000"/>
                    <a:lumOff val="5000"/>
                  </a:schemeClr>
                </a:glow>
              </a:effectLst>
              <a:latin typeface="Barlow Semi Condensed" panose="000005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243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48DE9FE-EC22-6867-4177-FC37CC04E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Input &amp; output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BE5E5C8-869A-329B-90A1-8BD6369C9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Tidigare använt</a:t>
            </a:r>
          </a:p>
          <a:p>
            <a:pPr lvl="1"/>
            <a:r>
              <a:rPr lang="sv-SE" dirty="0"/>
              <a:t>konsolapplikation</a:t>
            </a:r>
          </a:p>
          <a:p>
            <a:pPr lvl="1"/>
            <a:r>
              <a:rPr lang="sv-SE" dirty="0" err="1"/>
              <a:t>std</a:t>
            </a:r>
            <a:r>
              <a:rPr lang="sv-SE" dirty="0"/>
              <a:t>::</a:t>
            </a:r>
            <a:r>
              <a:rPr lang="sv-SE" dirty="0" err="1"/>
              <a:t>cin</a:t>
            </a:r>
            <a:endParaRPr lang="sv-SE" dirty="0"/>
          </a:p>
          <a:p>
            <a:pPr lvl="1"/>
            <a:r>
              <a:rPr lang="sv-SE" dirty="0" err="1"/>
              <a:t>std</a:t>
            </a:r>
            <a:r>
              <a:rPr lang="sv-SE" dirty="0"/>
              <a:t>:: </a:t>
            </a:r>
            <a:r>
              <a:rPr lang="sv-SE" dirty="0" err="1"/>
              <a:t>cout</a:t>
            </a:r>
            <a:endParaRPr lang="sv-SE" dirty="0"/>
          </a:p>
          <a:p>
            <a:pPr lvl="1"/>
            <a:endParaRPr lang="sv-SE" dirty="0"/>
          </a:p>
          <a:p>
            <a:r>
              <a:rPr lang="sv-SE" dirty="0"/>
              <a:t>Idag</a:t>
            </a:r>
          </a:p>
          <a:p>
            <a:pPr lvl="1"/>
            <a:r>
              <a:rPr lang="sv-SE" dirty="0"/>
              <a:t>filer</a:t>
            </a:r>
          </a:p>
          <a:p>
            <a:pPr lvl="2"/>
            <a:r>
              <a:rPr lang="sv-SE" dirty="0"/>
              <a:t>C-</a:t>
            </a:r>
            <a:r>
              <a:rPr lang="sv-SE" dirty="0" err="1"/>
              <a:t>api</a:t>
            </a:r>
            <a:endParaRPr lang="sv-SE" dirty="0"/>
          </a:p>
          <a:p>
            <a:pPr lvl="2"/>
            <a:r>
              <a:rPr lang="sv-SE" dirty="0"/>
              <a:t>C++-</a:t>
            </a:r>
            <a:r>
              <a:rPr lang="sv-SE" dirty="0" err="1"/>
              <a:t>apiet</a:t>
            </a:r>
            <a:endParaRPr lang="sv-SE" dirty="0"/>
          </a:p>
          <a:p>
            <a:pPr lvl="1"/>
            <a:r>
              <a:rPr lang="sv-SE" dirty="0"/>
              <a:t>Windows-applikation</a:t>
            </a:r>
          </a:p>
          <a:p>
            <a:pPr lvl="1"/>
            <a:r>
              <a:rPr lang="sv-SE" dirty="0"/>
              <a:t>Events från </a:t>
            </a:r>
            <a:r>
              <a:rPr lang="sv-SE" dirty="0" err="1"/>
              <a:t>windows</a:t>
            </a:r>
            <a:endParaRPr lang="sv-SE" dirty="0"/>
          </a:p>
          <a:p>
            <a:pPr lvl="1"/>
            <a:r>
              <a:rPr lang="sv-SE" dirty="0"/>
              <a:t>Mus och keyboard input via events</a:t>
            </a:r>
          </a:p>
          <a:p>
            <a:pPr lvl="1"/>
            <a:endParaRPr lang="sv-SE" dirty="0"/>
          </a:p>
          <a:p>
            <a:pPr lvl="1"/>
            <a:endParaRPr lang="sv-SE" dirty="0"/>
          </a:p>
          <a:p>
            <a:pPr lvl="1"/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650036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535B810-D1C9-4DE6-B498-7412E7408E50}"/>
              </a:ext>
            </a:extLst>
          </p:cNvPr>
          <p:cNvSpPr txBox="1">
            <a:spLocks/>
          </p:cNvSpPr>
          <p:nvPr/>
        </p:nvSpPr>
        <p:spPr>
          <a:xfrm>
            <a:off x="1107742" y="3365568"/>
            <a:ext cx="9976513" cy="678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sv-SE" sz="2000" spc="300" dirty="0">
                <a:solidFill>
                  <a:schemeClr val="bg1"/>
                </a:solidFill>
                <a:effectLst>
                  <a:glow rad="12700">
                    <a:schemeClr val="tx1">
                      <a:lumMod val="95000"/>
                      <a:lumOff val="5000"/>
                    </a:schemeClr>
                  </a:glow>
                </a:effectLst>
                <a:latin typeface="Barlow Semi Condensed" panose="00000506000000000000" pitchFamily="2" charset="0"/>
              </a:rPr>
              <a:t>FILHANTERING I C</a:t>
            </a:r>
            <a:endParaRPr lang="en-SE" sz="2000" spc="300" dirty="0">
              <a:effectLst>
                <a:glow rad="25400">
                  <a:schemeClr val="tx1">
                    <a:lumMod val="95000"/>
                    <a:lumOff val="5000"/>
                  </a:schemeClr>
                </a:glow>
              </a:effectLst>
              <a:latin typeface="Barlow Semi Condensed" panose="00000506000000000000" pitchFamily="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DB90860-40E3-477A-87E3-AA8F487894D1}"/>
              </a:ext>
            </a:extLst>
          </p:cNvPr>
          <p:cNvSpPr txBox="1">
            <a:spLocks/>
          </p:cNvSpPr>
          <p:nvPr/>
        </p:nvSpPr>
        <p:spPr>
          <a:xfrm>
            <a:off x="581115" y="2625126"/>
            <a:ext cx="10503142" cy="8038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br>
              <a:rPr lang="sv-SE" altLang="sv-SE" sz="4800" spc="600" dirty="0">
                <a:solidFill>
                  <a:schemeClr val="bg1"/>
                </a:solidFill>
                <a:effectLst>
                  <a:glow>
                    <a:schemeClr val="tx1">
                      <a:lumMod val="95000"/>
                      <a:lumOff val="5000"/>
                    </a:schemeClr>
                  </a:glow>
                </a:effectLst>
                <a:latin typeface="Barlow Semi Condensed" panose="00000506000000000000" pitchFamily="2" charset="0"/>
              </a:rPr>
            </a:br>
            <a:r>
              <a:rPr lang="sv-SE" altLang="sv-SE" sz="4800" spc="600" dirty="0">
                <a:solidFill>
                  <a:schemeClr val="bg1"/>
                </a:solidFill>
                <a:effectLst>
                  <a:glow>
                    <a:schemeClr val="tx1">
                      <a:lumMod val="95000"/>
                      <a:lumOff val="5000"/>
                    </a:schemeClr>
                  </a:glow>
                </a:effectLst>
                <a:latin typeface="Barlow Semi Condensed" panose="00000506000000000000" pitchFamily="2" charset="0"/>
              </a:rPr>
              <a:t>INTRODUKTION TILL C++</a:t>
            </a:r>
            <a:endParaRPr lang="en-SE" sz="4800" spc="600" dirty="0">
              <a:effectLst>
                <a:glow>
                  <a:schemeClr val="tx1">
                    <a:lumMod val="95000"/>
                    <a:lumOff val="5000"/>
                  </a:schemeClr>
                </a:glow>
              </a:effectLst>
              <a:latin typeface="Barlow Semi Condensed" panose="000005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946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900000"/>
            <a:ext cx="9416321" cy="55461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 dirty="0"/>
              <a:t>FILE</a:t>
            </a:r>
          </a:p>
          <a:p>
            <a:pPr lvl="1"/>
            <a:r>
              <a:rPr lang="sv-SE" dirty="0"/>
              <a:t>En </a:t>
            </a:r>
            <a:r>
              <a:rPr lang="sv-SE" dirty="0" err="1"/>
              <a:t>datatyp</a:t>
            </a:r>
            <a:endParaRPr lang="sv-SE" dirty="0"/>
          </a:p>
          <a:p>
            <a:pPr lvl="1"/>
            <a:r>
              <a:rPr lang="sv-SE" dirty="0"/>
              <a:t>Håller ett </a:t>
            </a:r>
            <a:r>
              <a:rPr lang="sv-SE" i="1" dirty="0" err="1"/>
              <a:t>handle</a:t>
            </a:r>
            <a:r>
              <a:rPr lang="sv-SE" dirty="0"/>
              <a:t> till en öppnad fil (inklusive en position i filen där nästa operation kommer att köras)</a:t>
            </a:r>
          </a:p>
          <a:p>
            <a:pPr lvl="1"/>
            <a:r>
              <a:rPr lang="sv-SE" dirty="0">
                <a:latin typeface="Montserrat Light"/>
              </a:rPr>
              <a:t>Kopplingen till filen </a:t>
            </a:r>
            <a:r>
              <a:rPr lang="sv-SE" b="1" dirty="0">
                <a:latin typeface="Montserrat Light"/>
              </a:rPr>
              <a:t>måste</a:t>
            </a:r>
            <a:r>
              <a:rPr lang="sv-SE" dirty="0">
                <a:latin typeface="Montserrat Light"/>
              </a:rPr>
              <a:t> vi själva stänga manuellt</a:t>
            </a:r>
          </a:p>
          <a:p>
            <a:pPr lvl="1"/>
            <a:endParaRPr lang="sv-SE" dirty="0"/>
          </a:p>
          <a:p>
            <a:r>
              <a:rPr lang="sv-SE" dirty="0"/>
              <a:t>FILE kan öppnas på olika sätt</a:t>
            </a:r>
          </a:p>
          <a:p>
            <a:pPr lvl="1"/>
            <a:r>
              <a:rPr lang="sv-SE" dirty="0"/>
              <a:t>Läsning/Skrivning/Båda</a:t>
            </a:r>
          </a:p>
          <a:p>
            <a:pPr lvl="1"/>
            <a:r>
              <a:rPr lang="sv-SE" dirty="0"/>
              <a:t>Positionen först i filen eller sist</a:t>
            </a:r>
          </a:p>
          <a:p>
            <a:pPr lvl="1"/>
            <a:r>
              <a:rPr lang="sv-SE" dirty="0"/>
              <a:t>Skapa filen om den inte redan finns</a:t>
            </a:r>
          </a:p>
          <a:p>
            <a:pPr lvl="1"/>
            <a:endParaRPr lang="sv-SE" dirty="0"/>
          </a:p>
          <a:p>
            <a:r>
              <a:rPr lang="sv-SE" dirty="0"/>
              <a:t>C-funktioner jobbar på </a:t>
            </a:r>
            <a:r>
              <a:rPr lang="sv-SE" dirty="0">
                <a:latin typeface="Consolas" panose="020B0609020204030204" pitchFamily="49" charset="0"/>
              </a:rPr>
              <a:t>FILE</a:t>
            </a:r>
            <a:r>
              <a:rPr lang="sv-SE" dirty="0"/>
              <a:t>-variabler</a:t>
            </a:r>
          </a:p>
          <a:p>
            <a:pPr marL="0" indent="0"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308305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FOPEN_S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899999"/>
            <a:ext cx="9340750" cy="5958001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fopen_s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/>
              <a:t>Öppen fil så att vi kan läsa från den eller skriva till den</a:t>
            </a:r>
          </a:p>
          <a:p>
            <a:pPr lvl="1"/>
            <a:r>
              <a:rPr lang="sv-SE" dirty="0"/>
              <a:t>Visual Studios version av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fopen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_s </a:t>
            </a:r>
            <a:r>
              <a:rPr lang="sv-SE" dirty="0"/>
              <a:t>står för ”</a:t>
            </a:r>
            <a:r>
              <a:rPr lang="sv-SE" dirty="0" err="1"/>
              <a:t>secure</a:t>
            </a:r>
            <a:r>
              <a:rPr lang="sv-SE" dirty="0"/>
              <a:t>”</a:t>
            </a:r>
          </a:p>
          <a:p>
            <a:pPr lvl="1">
              <a:lnSpc>
                <a:spcPct val="80000"/>
              </a:lnSpc>
            </a:pPr>
            <a:endParaRPr lang="sv-SE" dirty="0"/>
          </a:p>
          <a:p>
            <a:pPr marL="457200" lvl="1" indent="0">
              <a:lnSpc>
                <a:spcPct val="80000"/>
              </a:lnSpc>
              <a:buNone/>
            </a:pPr>
            <a:endParaRPr lang="sv-SE" dirty="0"/>
          </a:p>
          <a:p>
            <a:pPr lvl="1"/>
            <a:r>
              <a:rPr lang="sv-SE" dirty="0"/>
              <a:t>Returvärdet är en felkod av typen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errno_t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/>
              <a:t>Första argumentet, </a:t>
            </a:r>
            <a:r>
              <a:rPr lang="sv-SE" dirty="0" err="1">
                <a:latin typeface="Consolas" panose="020B0609020204030204" pitchFamily="49" charset="0"/>
              </a:rPr>
              <a:t>handle</a:t>
            </a:r>
            <a:r>
              <a:rPr lang="sv-SE" dirty="0"/>
              <a:t>, är en </a:t>
            </a:r>
            <a:r>
              <a:rPr lang="sv-SE" dirty="0" err="1"/>
              <a:t>dubbelpekare</a:t>
            </a:r>
            <a:r>
              <a:rPr lang="sv-SE" dirty="0"/>
              <a:t> till en </a:t>
            </a:r>
            <a:r>
              <a:rPr lang="sv-SE" dirty="0">
                <a:latin typeface="Consolas" panose="020B0609020204030204" pitchFamily="49" charset="0"/>
              </a:rPr>
              <a:t>FILE</a:t>
            </a:r>
            <a:r>
              <a:rPr lang="sv-SE" dirty="0"/>
              <a:t> som kommer att returnera ett </a:t>
            </a:r>
            <a:r>
              <a:rPr lang="sv-SE" dirty="0" err="1"/>
              <a:t>handle</a:t>
            </a:r>
            <a:r>
              <a:rPr lang="sv-SE" dirty="0"/>
              <a:t> till filen</a:t>
            </a:r>
          </a:p>
          <a:p>
            <a:pPr lvl="1"/>
            <a:r>
              <a:rPr lang="sv-SE" dirty="0"/>
              <a:t>Andra argumentet, </a:t>
            </a:r>
            <a:r>
              <a:rPr lang="sv-SE" dirty="0" err="1">
                <a:latin typeface="Consolas" panose="020B0609020204030204" pitchFamily="49" charset="0"/>
              </a:rPr>
              <a:t>filename</a:t>
            </a:r>
            <a:r>
              <a:rPr lang="sv-SE" dirty="0"/>
              <a:t>, är filnamnet på filen som ska öppnas</a:t>
            </a:r>
          </a:p>
          <a:p>
            <a:pPr lvl="2"/>
            <a:r>
              <a:rPr lang="sv-SE" dirty="0"/>
              <a:t>Relativt vår arbetsmapp (</a:t>
            </a:r>
            <a:r>
              <a:rPr lang="sv-SE" i="1" dirty="0" err="1"/>
              <a:t>working</a:t>
            </a:r>
            <a:r>
              <a:rPr lang="sv-SE" i="1" dirty="0"/>
              <a:t> directory</a:t>
            </a:r>
            <a:r>
              <a:rPr lang="sv-SE" dirty="0"/>
              <a:t>)</a:t>
            </a:r>
          </a:p>
          <a:p>
            <a:pPr lvl="1"/>
            <a:r>
              <a:rPr lang="sv-SE" dirty="0"/>
              <a:t>Sista argumentet, </a:t>
            </a:r>
            <a:r>
              <a:rPr lang="sv-SE" dirty="0">
                <a:latin typeface="Consolas" panose="020B0609020204030204" pitchFamily="49" charset="0"/>
              </a:rPr>
              <a:t>mode</a:t>
            </a:r>
            <a:r>
              <a:rPr lang="sv-SE" dirty="0"/>
              <a:t>, är hur filen ska öppnas</a:t>
            </a:r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F7811F03-35C7-4E3A-B178-B965AA97F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003" y="2638132"/>
            <a:ext cx="8564747" cy="44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016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FOPEN_S -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899999"/>
            <a:ext cx="9340750" cy="567461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sv-SE" i="1" dirty="0"/>
              <a:t>Mode </a:t>
            </a:r>
            <a:r>
              <a:rPr lang="sv-SE" dirty="0"/>
              <a:t>är en sträng som anger vad man vill göra med filen:</a:t>
            </a:r>
          </a:p>
          <a:p>
            <a:pPr lvl="1">
              <a:lnSpc>
                <a:spcPct val="80000"/>
              </a:lnSpc>
            </a:pP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”r”</a:t>
            </a:r>
            <a:r>
              <a:rPr lang="sv-SE" sz="1200" dirty="0"/>
              <a:t> eller </a:t>
            </a: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sv-S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</a:t>
            </a: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sv-SE" dirty="0"/>
              <a:t>	</a:t>
            </a:r>
            <a:r>
              <a:rPr lang="sv-SE" sz="1800" dirty="0"/>
              <a:t>Öppnar en fil så att vi kan läsa från den. Kräver att filen </a:t>
            </a:r>
            <a:br>
              <a:rPr lang="sv-SE" sz="1800" dirty="0"/>
            </a:br>
            <a:r>
              <a:rPr lang="sv-SE" sz="1800" dirty="0"/>
              <a:t>			existerar. </a:t>
            </a:r>
            <a:endParaRPr lang="sv-SE" dirty="0"/>
          </a:p>
          <a:p>
            <a:pPr lvl="1">
              <a:lnSpc>
                <a:spcPct val="80000"/>
              </a:lnSpc>
            </a:pP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”w”</a:t>
            </a:r>
            <a:r>
              <a:rPr lang="sv-SE" sz="1400" dirty="0"/>
              <a:t> eller </a:t>
            </a: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sv-S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wb</a:t>
            </a: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 </a:t>
            </a:r>
            <a:r>
              <a:rPr lang="sv-SE" dirty="0"/>
              <a:t>	</a:t>
            </a:r>
            <a:r>
              <a:rPr lang="sv-SE" sz="1800" dirty="0"/>
              <a:t>Öppnar en fil så att vi kan skriva till den. Om filen </a:t>
            </a:r>
            <a:br>
              <a:rPr lang="sv-SE" sz="1800" dirty="0"/>
            </a:br>
            <a:r>
              <a:rPr lang="sv-SE" sz="1800" dirty="0"/>
              <a:t>			existerar töms den, om den inte existerar skapas den.</a:t>
            </a:r>
            <a:endParaRPr lang="sv-SE" dirty="0"/>
          </a:p>
          <a:p>
            <a:pPr lvl="1">
              <a:lnSpc>
                <a:spcPct val="80000"/>
              </a:lnSpc>
            </a:pP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”a”</a:t>
            </a:r>
            <a:r>
              <a:rPr lang="sv-SE" sz="1400" dirty="0"/>
              <a:t> eller </a:t>
            </a: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”ab” </a:t>
            </a:r>
            <a:r>
              <a:rPr lang="sv-SE" dirty="0"/>
              <a:t>	</a:t>
            </a:r>
            <a:r>
              <a:rPr lang="sv-SE" sz="1800" dirty="0"/>
              <a:t>Öppnar en fil så att vi kan lägga till innehåll i den. Om </a:t>
            </a:r>
            <a:br>
              <a:rPr lang="sv-SE" sz="1800" dirty="0"/>
            </a:br>
            <a:r>
              <a:rPr lang="sv-SE" sz="1800" dirty="0"/>
              <a:t>			filen existerar lägger vi till innehåll sist i filen, om den </a:t>
            </a:r>
            <a:br>
              <a:rPr lang="sv-SE" sz="1800" dirty="0"/>
            </a:br>
            <a:r>
              <a:rPr lang="sv-SE" sz="1800" dirty="0"/>
              <a:t>			inte existerar skapas den.</a:t>
            </a:r>
            <a:endParaRPr lang="sv-SE" dirty="0"/>
          </a:p>
          <a:p>
            <a:pPr lvl="1">
              <a:lnSpc>
                <a:spcPct val="80000"/>
              </a:lnSpc>
            </a:pP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”r+”</a:t>
            </a:r>
            <a:r>
              <a:rPr lang="sv-SE" sz="1400" dirty="0"/>
              <a:t> eller </a:t>
            </a: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sv-S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</a:t>
            </a: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+” </a:t>
            </a:r>
            <a:r>
              <a:rPr lang="sv-SE" dirty="0"/>
              <a:t>	</a:t>
            </a:r>
            <a:r>
              <a:rPr lang="sv-SE" sz="1800" dirty="0"/>
              <a:t>Öppnar en fil så att vi kan läsa från och uppdatera den</a:t>
            </a:r>
            <a:br>
              <a:rPr lang="sv-SE" sz="1800" dirty="0"/>
            </a:br>
            <a:r>
              <a:rPr lang="sv-SE" sz="1800" dirty="0"/>
              <a:t>			(i början av filen). Kräver att filen existerar (ingen ny fil </a:t>
            </a:r>
            <a:br>
              <a:rPr lang="sv-SE" sz="1800" dirty="0"/>
            </a:br>
            <a:r>
              <a:rPr lang="sv-SE" sz="1800" dirty="0"/>
              <a:t>			skapas).</a:t>
            </a:r>
            <a:endParaRPr lang="sv-SE" dirty="0"/>
          </a:p>
          <a:p>
            <a:pPr lvl="1">
              <a:lnSpc>
                <a:spcPct val="80000"/>
              </a:lnSpc>
            </a:pP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”w+”</a:t>
            </a:r>
            <a:r>
              <a:rPr lang="sv-SE" sz="1400" dirty="0"/>
              <a:t> eller </a:t>
            </a: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sv-S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wb</a:t>
            </a: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+” </a:t>
            </a:r>
            <a:r>
              <a:rPr lang="sv-SE" dirty="0"/>
              <a:t>	</a:t>
            </a:r>
            <a:r>
              <a:rPr lang="sv-SE" sz="1800" dirty="0"/>
              <a:t>Öppnar en fil så att vi kan läsa från och uppdatera den. </a:t>
            </a:r>
            <a:br>
              <a:rPr lang="sv-SE" sz="1800" dirty="0"/>
            </a:br>
            <a:r>
              <a:rPr lang="sv-SE" sz="1800" dirty="0"/>
              <a:t>			Om filen existerar töms den, om den inte existerar </a:t>
            </a:r>
            <a:br>
              <a:rPr lang="sv-SE" sz="1800" dirty="0"/>
            </a:br>
            <a:r>
              <a:rPr lang="sv-SE" sz="1800" dirty="0"/>
              <a:t>			skapas den.</a:t>
            </a:r>
            <a:endParaRPr lang="sv-SE" dirty="0"/>
          </a:p>
          <a:p>
            <a:pPr lvl="1">
              <a:lnSpc>
                <a:spcPct val="80000"/>
              </a:lnSpc>
            </a:pP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”a+”</a:t>
            </a:r>
            <a:r>
              <a:rPr lang="sv-SE" sz="1400" dirty="0"/>
              <a:t> eller </a:t>
            </a: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”ab+” </a:t>
            </a:r>
            <a:r>
              <a:rPr lang="sv-SE" dirty="0"/>
              <a:t>	</a:t>
            </a:r>
            <a:r>
              <a:rPr lang="sv-SE" sz="1800" dirty="0"/>
              <a:t>Öppnar en fil så att vi kan läsa från och uppdatera den</a:t>
            </a:r>
            <a:br>
              <a:rPr lang="sv-SE" sz="1800" dirty="0"/>
            </a:br>
            <a:r>
              <a:rPr lang="sv-SE" sz="1800" dirty="0"/>
              <a:t>			(i slutet av filen). Om filen inte existerar skapas den.</a:t>
            </a:r>
          </a:p>
          <a:p>
            <a:pPr lvl="1">
              <a:lnSpc>
                <a:spcPct val="80000"/>
              </a:lnSpc>
            </a:pPr>
            <a:endParaRPr lang="sv-SE" sz="1800" dirty="0"/>
          </a:p>
          <a:p>
            <a:pPr lvl="1">
              <a:lnSpc>
                <a:spcPct val="80000"/>
              </a:lnSpc>
            </a:pPr>
            <a:r>
              <a:rPr lang="sv-SE" sz="2000" dirty="0"/>
              <a:t>När vi lägger till ett 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”b”</a:t>
            </a:r>
            <a:r>
              <a:rPr lang="sv-SE" sz="2000" dirty="0"/>
              <a:t> innebär det att filen hanteras som binärfil.</a:t>
            </a:r>
          </a:p>
          <a:p>
            <a:pPr lvl="1">
              <a:lnSpc>
                <a:spcPct val="80000"/>
              </a:lnSpc>
            </a:pPr>
            <a:endParaRPr lang="sv-SE" dirty="0"/>
          </a:p>
          <a:p>
            <a:pPr lvl="1">
              <a:lnSpc>
                <a:spcPct val="80000"/>
              </a:lnSpc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45866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FOPEN_S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899999"/>
            <a:ext cx="9340750" cy="567461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sv-SE" dirty="0"/>
              <a:t>Exempel:</a:t>
            </a:r>
          </a:p>
          <a:p>
            <a:pPr lvl="1">
              <a:lnSpc>
                <a:spcPct val="80000"/>
              </a:lnSpc>
            </a:pPr>
            <a:endParaRPr lang="sv-SE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E7125CDE-95E9-434A-83F1-A7E5E2F44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77" y="1379023"/>
            <a:ext cx="7632672" cy="423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835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FCLOSE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899999"/>
            <a:ext cx="9340750" cy="5958001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fclose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/>
              <a:t>Stänger en fil så att vi inte längre kan läsa eller skriva till den</a:t>
            </a:r>
          </a:p>
          <a:p>
            <a:pPr lvl="1">
              <a:lnSpc>
                <a:spcPct val="80000"/>
              </a:lnSpc>
            </a:pPr>
            <a:endParaRPr lang="sv-SE" dirty="0"/>
          </a:p>
          <a:p>
            <a:pPr marL="457200" lvl="1" indent="0">
              <a:lnSpc>
                <a:spcPct val="80000"/>
              </a:lnSpc>
              <a:buNone/>
            </a:pPr>
            <a:endParaRPr lang="sv-SE" dirty="0"/>
          </a:p>
          <a:p>
            <a:pPr lvl="1"/>
            <a:r>
              <a:rPr lang="sv-SE" dirty="0"/>
              <a:t>Returnerar en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sv-SE" dirty="0"/>
          </a:p>
          <a:p>
            <a:pPr lvl="2"/>
            <a:r>
              <a:rPr lang="sv-SE" dirty="0"/>
              <a:t>0 om vi lyckades stänga filen</a:t>
            </a:r>
          </a:p>
          <a:p>
            <a:pPr lvl="2"/>
            <a:r>
              <a:rPr lang="sv-SE" dirty="0">
                <a:latin typeface="Consolas" panose="020B0609020204030204" pitchFamily="49" charset="0"/>
              </a:rPr>
              <a:t>EOF</a:t>
            </a:r>
            <a:r>
              <a:rPr lang="sv-SE" dirty="0"/>
              <a:t> om det misslyckades</a:t>
            </a:r>
          </a:p>
          <a:p>
            <a:pPr lvl="1"/>
            <a:r>
              <a:rPr lang="sv-SE" dirty="0">
                <a:solidFill>
                  <a:srgbClr val="FF0000"/>
                </a:solidFill>
              </a:rPr>
              <a:t>Stäng alltid filen när den inte behövs längre!!</a:t>
            </a:r>
          </a:p>
          <a:p>
            <a:pPr lvl="1"/>
            <a:endParaRPr lang="sv-SE" dirty="0">
              <a:solidFill>
                <a:srgbClr val="FF0000"/>
              </a:solidFill>
            </a:endParaRPr>
          </a:p>
          <a:p>
            <a:pPr lvl="1"/>
            <a:r>
              <a:rPr lang="sv-SE" dirty="0"/>
              <a:t>Windows har en gräns på antalet öppna filer</a:t>
            </a:r>
          </a:p>
          <a:p>
            <a:pPr lvl="2"/>
            <a:r>
              <a:rPr lang="sv-SE" dirty="0"/>
              <a:t>Olika för olika versioner av Windows</a:t>
            </a:r>
          </a:p>
          <a:p>
            <a:pPr lvl="2"/>
            <a:r>
              <a:rPr lang="sv-SE" dirty="0"/>
              <a:t>Serverversioner har en högre gräns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4FA37D6E-17F7-43D7-AF5B-6DA36FC87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748" y="2097899"/>
            <a:ext cx="741997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543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FWRITE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899999"/>
            <a:ext cx="9454106" cy="5958001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fwrite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/>
              <a:t>Skriver data till en fil som öppnats med skrivrättigheter</a:t>
            </a:r>
          </a:p>
          <a:p>
            <a:pPr lvl="1">
              <a:lnSpc>
                <a:spcPct val="80000"/>
              </a:lnSpc>
            </a:pPr>
            <a:endParaRPr lang="sv-SE" dirty="0"/>
          </a:p>
          <a:p>
            <a:pPr marL="457200" lvl="1" indent="0">
              <a:lnSpc>
                <a:spcPct val="80000"/>
              </a:lnSpc>
              <a:buNone/>
            </a:pPr>
            <a:endParaRPr lang="sv-SE" dirty="0"/>
          </a:p>
          <a:p>
            <a:pPr lvl="1"/>
            <a:r>
              <a:rPr lang="sv-SE" dirty="0"/>
              <a:t>Det första argumentet, </a:t>
            </a:r>
            <a:r>
              <a:rPr lang="sv-SE" b="1" i="1" dirty="0" err="1"/>
              <a:t>content</a:t>
            </a:r>
            <a:r>
              <a:rPr lang="sv-SE" dirty="0"/>
              <a:t>, är en pekare till början av den data som ska skrivas till filen</a:t>
            </a:r>
          </a:p>
          <a:p>
            <a:pPr lvl="1"/>
            <a:r>
              <a:rPr lang="sv-SE" dirty="0"/>
              <a:t>Det andra argumentet, </a:t>
            </a:r>
            <a:r>
              <a:rPr lang="sv-SE" b="1" i="1" dirty="0" err="1"/>
              <a:t>size</a:t>
            </a:r>
            <a:r>
              <a:rPr lang="sv-SE" dirty="0"/>
              <a:t>, är storleken på ett element som ska skrivas (ex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sv-SE" dirty="0"/>
              <a:t> för en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sv-SE" dirty="0" err="1"/>
              <a:t>-array</a:t>
            </a:r>
            <a:r>
              <a:rPr lang="sv-SE" dirty="0"/>
              <a:t>)</a:t>
            </a:r>
          </a:p>
          <a:p>
            <a:pPr lvl="2"/>
            <a:r>
              <a:rPr lang="sv-SE" dirty="0"/>
              <a:t>En storlek på 1 betyder att vi skriver bytes</a:t>
            </a:r>
          </a:p>
          <a:p>
            <a:pPr lvl="1"/>
            <a:r>
              <a:rPr lang="sv-SE" dirty="0"/>
              <a:t>Det tredje argumentet, </a:t>
            </a:r>
            <a:r>
              <a:rPr lang="sv-SE" b="1" i="1" dirty="0" err="1"/>
              <a:t>count</a:t>
            </a:r>
            <a:r>
              <a:rPr lang="sv-SE" dirty="0"/>
              <a:t>, är antalet element som ska skrivas</a:t>
            </a:r>
          </a:p>
          <a:p>
            <a:pPr lvl="1"/>
            <a:r>
              <a:rPr lang="sv-SE" dirty="0"/>
              <a:t>Det sista argumentet, </a:t>
            </a:r>
            <a:r>
              <a:rPr lang="sv-SE" b="1" i="1" dirty="0" err="1"/>
              <a:t>handle</a:t>
            </a:r>
            <a:r>
              <a:rPr lang="sv-SE" dirty="0"/>
              <a:t>, är ett </a:t>
            </a:r>
            <a:r>
              <a:rPr lang="sv-SE" dirty="0" err="1"/>
              <a:t>handle</a:t>
            </a:r>
            <a:r>
              <a:rPr lang="sv-SE" dirty="0"/>
              <a:t> till filen vi vill skriva i</a:t>
            </a:r>
          </a:p>
          <a:p>
            <a:pPr lvl="1"/>
            <a:r>
              <a:rPr lang="sv-SE" dirty="0"/>
              <a:t>Returvärdet av typ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sv-SE" dirty="0"/>
              <a:t> är antalet hela element som lyckades skrivas</a:t>
            </a:r>
          </a:p>
          <a:p>
            <a:pPr lvl="2"/>
            <a:r>
              <a:rPr lang="sv-SE" dirty="0"/>
              <a:t>Bör vara lika med </a:t>
            </a:r>
            <a:r>
              <a:rPr lang="sv-SE" dirty="0" err="1">
                <a:latin typeface="Consolas" panose="020B0609020204030204" pitchFamily="49" charset="0"/>
              </a:rPr>
              <a:t>count</a:t>
            </a:r>
            <a:r>
              <a:rPr lang="sv-SE" dirty="0"/>
              <a:t> om skrivningen lyckades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5D8F089E-1932-49FF-8364-833073EB7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275" y="1772947"/>
            <a:ext cx="9753600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947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FWRITE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899999"/>
            <a:ext cx="9340750" cy="567461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sv-SE" dirty="0"/>
              <a:t>Exempel:</a:t>
            </a:r>
          </a:p>
          <a:p>
            <a:pPr lvl="1">
              <a:lnSpc>
                <a:spcPct val="80000"/>
              </a:lnSpc>
            </a:pPr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DFF7DD7C-4F9E-47F0-9B40-173B7E4DA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62" y="1307363"/>
            <a:ext cx="6948206" cy="525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184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FREAD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899999"/>
            <a:ext cx="9454106" cy="5958001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fread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/>
              <a:t>Läser data från en fil</a:t>
            </a:r>
          </a:p>
          <a:p>
            <a:pPr lvl="1">
              <a:lnSpc>
                <a:spcPct val="80000"/>
              </a:lnSpc>
            </a:pPr>
            <a:endParaRPr lang="sv-SE" dirty="0"/>
          </a:p>
          <a:p>
            <a:pPr marL="457200" lvl="1" indent="0">
              <a:lnSpc>
                <a:spcPct val="80000"/>
              </a:lnSpc>
              <a:buNone/>
            </a:pPr>
            <a:endParaRPr lang="sv-SE" dirty="0"/>
          </a:p>
          <a:p>
            <a:pPr lvl="1"/>
            <a:r>
              <a:rPr lang="sv-SE" dirty="0"/>
              <a:t>Den första parametern, </a:t>
            </a:r>
            <a:r>
              <a:rPr lang="sv-SE" b="1" i="1" dirty="0"/>
              <a:t>destination</a:t>
            </a:r>
            <a:r>
              <a:rPr lang="sv-SE" dirty="0"/>
              <a:t>, är en pekare dit vi vill att det vi läser från filen ska hamna</a:t>
            </a:r>
          </a:p>
          <a:p>
            <a:pPr lvl="1"/>
            <a:r>
              <a:rPr lang="sv-SE" dirty="0"/>
              <a:t>Den andra parametern, </a:t>
            </a:r>
            <a:r>
              <a:rPr lang="sv-SE" b="1" i="1" dirty="0" err="1"/>
              <a:t>size</a:t>
            </a:r>
            <a:r>
              <a:rPr lang="sv-SE" dirty="0"/>
              <a:t>, är storleken på ett element som ska läsas</a:t>
            </a:r>
          </a:p>
          <a:p>
            <a:pPr lvl="1"/>
            <a:r>
              <a:rPr lang="sv-SE" dirty="0"/>
              <a:t>Den tredje parametern, </a:t>
            </a:r>
            <a:r>
              <a:rPr lang="sv-SE" b="1" i="1" dirty="0" err="1"/>
              <a:t>count</a:t>
            </a:r>
            <a:r>
              <a:rPr lang="sv-SE" dirty="0"/>
              <a:t>, är antalet element som ska läsas</a:t>
            </a:r>
          </a:p>
          <a:p>
            <a:pPr lvl="1"/>
            <a:r>
              <a:rPr lang="sv-SE" dirty="0"/>
              <a:t>Den sista parametern, </a:t>
            </a:r>
            <a:r>
              <a:rPr lang="sv-SE" b="1" i="1" dirty="0" err="1"/>
              <a:t>handle</a:t>
            </a:r>
            <a:r>
              <a:rPr lang="sv-SE" dirty="0"/>
              <a:t>, är ett </a:t>
            </a:r>
            <a:r>
              <a:rPr lang="sv-SE" dirty="0" err="1"/>
              <a:t>handle</a:t>
            </a:r>
            <a:r>
              <a:rPr lang="sv-SE" dirty="0"/>
              <a:t> till filen vi vill läsa från</a:t>
            </a:r>
          </a:p>
          <a:p>
            <a:pPr lvl="1"/>
            <a:r>
              <a:rPr lang="sv-SE" dirty="0"/>
              <a:t>Returvärdet av typ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sv-SE" dirty="0"/>
              <a:t> är antalet hela element som lyckades läsas</a:t>
            </a:r>
          </a:p>
          <a:p>
            <a:pPr lvl="2"/>
            <a:r>
              <a:rPr lang="sv-SE" dirty="0"/>
              <a:t>Bör vara lika med </a:t>
            </a:r>
            <a:r>
              <a:rPr lang="sv-SE" dirty="0" err="1">
                <a:latin typeface="Consolas" panose="020B0609020204030204" pitchFamily="49" charset="0"/>
              </a:rPr>
              <a:t>count</a:t>
            </a:r>
            <a:r>
              <a:rPr lang="sv-SE" dirty="0"/>
              <a:t> om läsningen lyckades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3748DEF0-5CE4-425F-9DDE-AACAAA517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275" y="1792826"/>
            <a:ext cx="9458325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315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FREAD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899999"/>
            <a:ext cx="9340750" cy="567461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sv-SE" dirty="0"/>
              <a:t>Exempel:</a:t>
            </a:r>
          </a:p>
          <a:p>
            <a:pPr lvl="1">
              <a:lnSpc>
                <a:spcPct val="80000"/>
              </a:lnSpc>
            </a:pPr>
            <a:endParaRPr lang="sv-SE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9DC60E8B-E7FC-416A-8A02-01DC37267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81" y="1306189"/>
            <a:ext cx="7163939" cy="525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27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ANVÄNDBARA FUNKTIONER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899999"/>
            <a:ext cx="9454106" cy="5958001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sv-SE" dirty="0"/>
              <a:t>Ändra position i filen utan att läsa eller skriva</a:t>
            </a:r>
          </a:p>
          <a:p>
            <a:pPr lvl="1"/>
            <a:r>
              <a:rPr lang="sv-SE" sz="2000" dirty="0">
                <a:hlinkClick r:id="rId3"/>
              </a:rPr>
              <a:t>http://www.cplusplus.com/reference/clibrary/cstdio/fseek.html</a:t>
            </a:r>
            <a:endParaRPr lang="sv-SE" sz="2000" dirty="0"/>
          </a:p>
          <a:p>
            <a:pPr lvl="1"/>
            <a:r>
              <a:rPr lang="sv-SE" sz="2000" dirty="0">
                <a:hlinkClick r:id="rId4"/>
              </a:rPr>
              <a:t>http://www.cplusplus.com/reference/clibrary/cstdio/fsetpos.html</a:t>
            </a:r>
            <a:endParaRPr lang="sv-SE" sz="2000" dirty="0"/>
          </a:p>
          <a:p>
            <a:pPr lvl="1"/>
            <a:r>
              <a:rPr lang="sv-SE" sz="2000" dirty="0">
                <a:hlinkClick r:id="rId5"/>
              </a:rPr>
              <a:t>http://www.cplusplus.com/reference/clibrary/cstdio/ftell.html</a:t>
            </a:r>
            <a:endParaRPr lang="sv-SE" sz="2000" dirty="0"/>
          </a:p>
          <a:p>
            <a:pPr lvl="1"/>
            <a:r>
              <a:rPr lang="sv-SE" sz="2000" dirty="0">
                <a:hlinkClick r:id="rId6"/>
              </a:rPr>
              <a:t>http://www.cplusplus.com/reference/clibrary/cstdio/fgetpos.html</a:t>
            </a:r>
            <a:endParaRPr lang="sv-SE" sz="2000" dirty="0"/>
          </a:p>
          <a:p>
            <a:pPr lvl="1"/>
            <a:endParaRPr lang="sv-SE" dirty="0"/>
          </a:p>
          <a:p>
            <a:r>
              <a:rPr lang="sv-SE" dirty="0"/>
              <a:t>Andra nyttiga funktioner</a:t>
            </a:r>
          </a:p>
          <a:p>
            <a:pPr lvl="1"/>
            <a:r>
              <a:rPr lang="sv-SE" sz="2000" dirty="0">
                <a:hlinkClick r:id="rId7"/>
              </a:rPr>
              <a:t>http://www.cplusplus.com/reference/clibrary/cstdio/freopen.html</a:t>
            </a:r>
            <a:endParaRPr lang="sv-SE" sz="2000" dirty="0"/>
          </a:p>
          <a:p>
            <a:pPr lvl="1"/>
            <a:r>
              <a:rPr lang="sv-SE" sz="2000" dirty="0">
                <a:hlinkClick r:id="rId8"/>
              </a:rPr>
              <a:t>http://www.cplusplus.com/reference/clibrary/cstdio/feof.html</a:t>
            </a:r>
            <a:endParaRPr lang="sv-SE" sz="2000" dirty="0"/>
          </a:p>
          <a:p>
            <a:pPr lvl="1"/>
            <a:r>
              <a:rPr lang="sv-SE" sz="2000" dirty="0">
                <a:hlinkClick r:id="rId9"/>
              </a:rPr>
              <a:t>http://www.cplusplus.com/reference/clibrary/cstdio/fflush.html</a:t>
            </a:r>
            <a:endParaRPr lang="sv-SE" sz="2000" dirty="0"/>
          </a:p>
          <a:p>
            <a:pPr marL="457200" lvl="1" indent="0">
              <a:buNone/>
            </a:pPr>
            <a:endParaRPr lang="sv-SE" dirty="0"/>
          </a:p>
          <a:p>
            <a:r>
              <a:rPr lang="sv-SE" dirty="0"/>
              <a:t>Läs på och lär er hur de funkar</a:t>
            </a:r>
          </a:p>
        </p:txBody>
      </p:sp>
    </p:spTree>
    <p:extLst>
      <p:ext uri="{BB962C8B-B14F-4D97-AF65-F5344CB8AC3E}">
        <p14:creationId xmlns:p14="http://schemas.microsoft.com/office/powerpoint/2010/main" val="381599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535B810-D1C9-4DE6-B498-7412E7408E50}"/>
              </a:ext>
            </a:extLst>
          </p:cNvPr>
          <p:cNvSpPr txBox="1">
            <a:spLocks/>
          </p:cNvSpPr>
          <p:nvPr/>
        </p:nvSpPr>
        <p:spPr>
          <a:xfrm>
            <a:off x="1107742" y="3365568"/>
            <a:ext cx="9976513" cy="678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sv-SE" sz="2000" spc="300" dirty="0">
                <a:solidFill>
                  <a:schemeClr val="bg1"/>
                </a:solidFill>
                <a:effectLst>
                  <a:glow rad="12700">
                    <a:schemeClr val="tx1">
                      <a:lumMod val="95000"/>
                      <a:lumOff val="5000"/>
                    </a:schemeClr>
                  </a:glow>
                </a:effectLst>
                <a:latin typeface="Barlow Semi Condensed" panose="00000506000000000000" pitchFamily="2" charset="0"/>
              </a:rPr>
              <a:t>C++ STREAMS</a:t>
            </a:r>
            <a:endParaRPr lang="en-SE" sz="2000" spc="300" dirty="0">
              <a:effectLst>
                <a:glow rad="25400">
                  <a:schemeClr val="tx1">
                    <a:lumMod val="95000"/>
                    <a:lumOff val="5000"/>
                  </a:schemeClr>
                </a:glow>
              </a:effectLst>
              <a:latin typeface="Barlow Semi Condensed" panose="00000506000000000000" pitchFamily="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DB90860-40E3-477A-87E3-AA8F487894D1}"/>
              </a:ext>
            </a:extLst>
          </p:cNvPr>
          <p:cNvSpPr txBox="1">
            <a:spLocks/>
          </p:cNvSpPr>
          <p:nvPr/>
        </p:nvSpPr>
        <p:spPr>
          <a:xfrm>
            <a:off x="581115" y="2625126"/>
            <a:ext cx="10503142" cy="8038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br>
              <a:rPr lang="sv-SE" altLang="sv-SE" sz="4800" spc="600" dirty="0">
                <a:solidFill>
                  <a:schemeClr val="bg1"/>
                </a:solidFill>
                <a:effectLst>
                  <a:glow>
                    <a:schemeClr val="tx1">
                      <a:lumMod val="95000"/>
                      <a:lumOff val="5000"/>
                    </a:schemeClr>
                  </a:glow>
                </a:effectLst>
                <a:latin typeface="Barlow Semi Condensed" panose="00000506000000000000" pitchFamily="2" charset="0"/>
              </a:rPr>
            </a:br>
            <a:r>
              <a:rPr lang="sv-SE" altLang="sv-SE" sz="4800" spc="600" dirty="0">
                <a:solidFill>
                  <a:schemeClr val="bg1"/>
                </a:solidFill>
                <a:effectLst>
                  <a:glow>
                    <a:schemeClr val="tx1">
                      <a:lumMod val="95000"/>
                      <a:lumOff val="5000"/>
                    </a:schemeClr>
                  </a:glow>
                </a:effectLst>
                <a:latin typeface="Barlow Semi Condensed" panose="00000506000000000000" pitchFamily="2" charset="0"/>
              </a:rPr>
              <a:t>INTRODUKTION TILL C++</a:t>
            </a:r>
            <a:endParaRPr lang="en-SE" sz="4800" spc="600" dirty="0">
              <a:effectLst>
                <a:glow>
                  <a:schemeClr val="tx1">
                    <a:lumMod val="95000"/>
                    <a:lumOff val="5000"/>
                  </a:schemeClr>
                </a:glow>
              </a:effectLst>
              <a:latin typeface="Barlow Semi Condensed" panose="000005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317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" y="89634"/>
            <a:ext cx="10515600" cy="591404"/>
          </a:xfrm>
        </p:spPr>
        <p:txBody>
          <a:bodyPr/>
          <a:lstStyle/>
          <a:p>
            <a:r>
              <a:rPr lang="sv-SE" dirty="0"/>
              <a:t>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99" y="899998"/>
            <a:ext cx="9416321" cy="5742627"/>
          </a:xfrm>
        </p:spPr>
        <p:txBody>
          <a:bodyPr>
            <a:normAutofit/>
          </a:bodyPr>
          <a:lstStyle/>
          <a:p>
            <a:r>
              <a:rPr lang="sv-SE" dirty="0"/>
              <a:t>C++ använder sig inte av 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sv-SE" dirty="0"/>
              <a:t> utan av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streams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/>
              <a:t>Men eftersom 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sv-SE" dirty="0"/>
              <a:t> är en del av C kan vi såklart använda dem om vi vill.</a:t>
            </a:r>
          </a:p>
          <a:p>
            <a:pPr lvl="1"/>
            <a:endParaRPr lang="sv-SE" dirty="0"/>
          </a:p>
          <a:p>
            <a:r>
              <a:rPr lang="sv-SE" dirty="0" err="1"/>
              <a:t>Streams</a:t>
            </a:r>
            <a:endParaRPr lang="sv-SE" dirty="0"/>
          </a:p>
          <a:p>
            <a:pPr lvl="1"/>
            <a:r>
              <a:rPr lang="sv-SE" dirty="0"/>
              <a:t>Generellt koncept</a:t>
            </a:r>
          </a:p>
          <a:p>
            <a:pPr lvl="1"/>
            <a:r>
              <a:rPr lang="sv-SE" dirty="0"/>
              <a:t>En sekvens av 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sv-SE" dirty="0"/>
              <a:t>s eller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wchar</a:t>
            </a:r>
            <a:r>
              <a:rPr lang="sv-SE" dirty="0" err="1"/>
              <a:t>s</a:t>
            </a:r>
            <a:r>
              <a:rPr lang="sv-SE" dirty="0"/>
              <a:t> med en </a:t>
            </a:r>
            <a:r>
              <a:rPr lang="sv-SE" i="1" dirty="0"/>
              <a:t>get pointer</a:t>
            </a:r>
            <a:r>
              <a:rPr lang="sv-SE" dirty="0"/>
              <a:t> och en </a:t>
            </a:r>
            <a:r>
              <a:rPr lang="sv-SE" i="1" dirty="0" err="1"/>
              <a:t>put</a:t>
            </a:r>
            <a:r>
              <a:rPr lang="sv-SE" i="1" dirty="0"/>
              <a:t> pointer</a:t>
            </a:r>
          </a:p>
          <a:p>
            <a:pPr lvl="1"/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sv-SE" dirty="0"/>
              <a:t> används för att skriva till en ström</a:t>
            </a:r>
          </a:p>
          <a:p>
            <a:pPr lvl="1"/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sv-SE" dirty="0"/>
              <a:t> används för att läsa från en ström</a:t>
            </a:r>
          </a:p>
          <a:p>
            <a:pPr lvl="1"/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sv-SE" dirty="0"/>
              <a:t> och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sv-SE" dirty="0"/>
              <a:t> är strömmar!</a:t>
            </a:r>
          </a:p>
          <a:p>
            <a:pPr lvl="1"/>
            <a:r>
              <a:rPr lang="sv-SE" dirty="0"/>
              <a:t>Kan inte kopieras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49476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" y="89634"/>
            <a:ext cx="10515600" cy="591404"/>
          </a:xfrm>
        </p:spPr>
        <p:txBody>
          <a:bodyPr/>
          <a:lstStyle/>
          <a:p>
            <a:r>
              <a:rPr lang="sv-SE" dirty="0"/>
              <a:t>FILE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99" y="899998"/>
            <a:ext cx="9416321" cy="5742627"/>
          </a:xfrm>
        </p:spPr>
        <p:txBody>
          <a:bodyPr>
            <a:normAutofit/>
          </a:bodyPr>
          <a:lstStyle/>
          <a:p>
            <a:r>
              <a:rPr lang="sv-SE" dirty="0"/>
              <a:t>För att interagera med filar använder vi filströmmar, </a:t>
            </a:r>
            <a:r>
              <a:rPr lang="sv-SE" i="1" dirty="0" err="1"/>
              <a:t>file</a:t>
            </a:r>
            <a:r>
              <a:rPr lang="sv-SE" i="1" dirty="0"/>
              <a:t> </a:t>
            </a:r>
            <a:r>
              <a:rPr lang="sv-SE" i="1" dirty="0" err="1"/>
              <a:t>streams</a:t>
            </a:r>
            <a:endParaRPr lang="sv-SE" dirty="0"/>
          </a:p>
          <a:p>
            <a:pPr lvl="1"/>
            <a:r>
              <a:rPr lang="sv-SE" dirty="0"/>
              <a:t>Behandlar filerna som om de vore strömmar</a:t>
            </a:r>
            <a:endParaRPr lang="sv-SE" dirty="0">
              <a:latin typeface="Consolas" panose="020B0609020204030204" pitchFamily="49" charset="0"/>
            </a:endParaRPr>
          </a:p>
          <a:p>
            <a:pPr lvl="1"/>
            <a:r>
              <a:rPr lang="sv-SE" dirty="0"/>
              <a:t>Ligger i </a:t>
            </a:r>
            <a:r>
              <a:rPr lang="sv-SE" dirty="0" err="1"/>
              <a:t>headern</a:t>
            </a:r>
            <a:r>
              <a:rPr lang="sv-SE" dirty="0"/>
              <a:t> 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/>
            <a:endParaRPr lang="sv-SE" dirty="0"/>
          </a:p>
          <a:p>
            <a:r>
              <a:rPr lang="sv-SE" dirty="0"/>
              <a:t>Tre klasser för filströmmar:</a:t>
            </a:r>
          </a:p>
          <a:p>
            <a:pPr lvl="1"/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sv-SE" dirty="0"/>
              <a:t>Identisk felhantering</a:t>
            </a:r>
          </a:p>
          <a:p>
            <a:endParaRPr lang="sv-SE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8FE73150-346C-4801-BEC6-4691EBE28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775" y="5190051"/>
            <a:ext cx="5794252" cy="110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86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" y="89634"/>
            <a:ext cx="10515600" cy="591404"/>
          </a:xfrm>
        </p:spPr>
        <p:txBody>
          <a:bodyPr/>
          <a:lstStyle/>
          <a:p>
            <a:r>
              <a:rPr lang="sv-SE" dirty="0"/>
              <a:t>FILE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99" y="899998"/>
            <a:ext cx="9416321" cy="5742627"/>
          </a:xfrm>
        </p:spPr>
        <p:txBody>
          <a:bodyPr>
            <a:normAutofit/>
          </a:bodyPr>
          <a:lstStyle/>
          <a:p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/>
              <a:t>Input </a:t>
            </a:r>
            <a:r>
              <a:rPr lang="sv-SE" dirty="0" err="1"/>
              <a:t>file</a:t>
            </a:r>
            <a:r>
              <a:rPr lang="sv-SE" dirty="0"/>
              <a:t> </a:t>
            </a:r>
            <a:r>
              <a:rPr lang="sv-SE" dirty="0" err="1"/>
              <a:t>stream</a:t>
            </a:r>
            <a:endParaRPr lang="sv-SE" dirty="0"/>
          </a:p>
          <a:p>
            <a:pPr lvl="1"/>
            <a:r>
              <a:rPr lang="sv-SE" dirty="0"/>
              <a:t>För att </a:t>
            </a:r>
            <a:r>
              <a:rPr lang="sv-SE" u="sng" dirty="0"/>
              <a:t>läsa</a:t>
            </a:r>
            <a:r>
              <a:rPr lang="sv-SE" dirty="0"/>
              <a:t> från filer</a:t>
            </a:r>
          </a:p>
          <a:p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/>
              <a:t>Output </a:t>
            </a:r>
            <a:r>
              <a:rPr lang="sv-SE" dirty="0" err="1"/>
              <a:t>file</a:t>
            </a:r>
            <a:r>
              <a:rPr lang="sv-SE" dirty="0"/>
              <a:t> </a:t>
            </a:r>
            <a:r>
              <a:rPr lang="sv-SE" dirty="0" err="1"/>
              <a:t>stream</a:t>
            </a:r>
            <a:endParaRPr lang="sv-SE" dirty="0"/>
          </a:p>
          <a:p>
            <a:pPr lvl="1"/>
            <a:r>
              <a:rPr lang="sv-SE" dirty="0"/>
              <a:t>För att </a:t>
            </a:r>
            <a:r>
              <a:rPr lang="sv-SE" u="sng" dirty="0"/>
              <a:t>skriva</a:t>
            </a:r>
            <a:r>
              <a:rPr lang="sv-SE" dirty="0"/>
              <a:t> från filer</a:t>
            </a:r>
          </a:p>
          <a:p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 err="1"/>
              <a:t>File</a:t>
            </a:r>
            <a:r>
              <a:rPr lang="sv-SE" dirty="0"/>
              <a:t> </a:t>
            </a:r>
            <a:r>
              <a:rPr lang="sv-SE" dirty="0" err="1"/>
              <a:t>stream</a:t>
            </a:r>
            <a:endParaRPr lang="sv-SE" dirty="0"/>
          </a:p>
          <a:p>
            <a:pPr lvl="1"/>
            <a:r>
              <a:rPr lang="sv-SE" dirty="0"/>
              <a:t>För att både </a:t>
            </a:r>
            <a:r>
              <a:rPr lang="sv-SE" u="sng" dirty="0"/>
              <a:t>läsa</a:t>
            </a:r>
            <a:r>
              <a:rPr lang="sv-SE" dirty="0"/>
              <a:t> från och </a:t>
            </a:r>
            <a:r>
              <a:rPr lang="sv-SE" u="sng" dirty="0"/>
              <a:t>skriva</a:t>
            </a:r>
            <a:r>
              <a:rPr lang="sv-SE" dirty="0"/>
              <a:t> till en fil</a:t>
            </a:r>
          </a:p>
          <a:p>
            <a:pPr lvl="1"/>
            <a:endParaRPr lang="sv-SE" dirty="0"/>
          </a:p>
          <a:p>
            <a:r>
              <a:rPr lang="sv-SE" dirty="0">
                <a:solidFill>
                  <a:srgbClr val="92D050"/>
                </a:solidFill>
              </a:rPr>
              <a:t>Använd den klass som gör minst!</a:t>
            </a:r>
          </a:p>
          <a:p>
            <a:pPr lvl="1"/>
            <a:r>
              <a:rPr lang="sv-SE" dirty="0"/>
              <a:t>Använd bara </a:t>
            </a:r>
            <a:r>
              <a:rPr lang="sv-SE" dirty="0" err="1"/>
              <a:t>fstream</a:t>
            </a:r>
            <a:r>
              <a:rPr lang="sv-SE" dirty="0"/>
              <a:t> om du absolut </a:t>
            </a:r>
            <a:r>
              <a:rPr lang="sv-SE" i="1" dirty="0"/>
              <a:t>måste</a:t>
            </a:r>
            <a:r>
              <a:rPr lang="sv-SE" dirty="0"/>
              <a:t> kunna både läsa och skriva</a:t>
            </a:r>
          </a:p>
          <a:p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D305AC1F-529C-433C-9672-1C8827BE9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800" y="1097854"/>
            <a:ext cx="3990975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94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" y="89634"/>
            <a:ext cx="10515600" cy="591404"/>
          </a:xfrm>
        </p:spPr>
        <p:txBody>
          <a:bodyPr/>
          <a:lstStyle/>
          <a:p>
            <a:r>
              <a:rPr lang="sv-SE" dirty="0"/>
              <a:t>FILE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99" y="899998"/>
            <a:ext cx="9416321" cy="5742627"/>
          </a:xfrm>
        </p:spPr>
        <p:txBody>
          <a:bodyPr>
            <a:normAutofit/>
          </a:bodyPr>
          <a:lstStyle/>
          <a:p>
            <a:r>
              <a:rPr lang="sv-SE" dirty="0"/>
              <a:t>Öppna en fil</a:t>
            </a:r>
          </a:p>
          <a:p>
            <a:pPr lvl="1"/>
            <a:r>
              <a:rPr lang="sv-SE" dirty="0"/>
              <a:t>Med </a:t>
            </a:r>
            <a:r>
              <a:rPr lang="sv-SE" dirty="0" err="1"/>
              <a:t>konstruktorn</a:t>
            </a:r>
            <a:endParaRPr lang="sv-SE" dirty="0"/>
          </a:p>
          <a:p>
            <a:pPr lvl="1"/>
            <a:r>
              <a:rPr lang="sv-SE" dirty="0"/>
              <a:t>Med funktionen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sv-SE" dirty="0"/>
              <a:t>Stäng en fil</a:t>
            </a:r>
          </a:p>
          <a:p>
            <a:pPr lvl="1"/>
            <a:r>
              <a:rPr lang="sv-SE" dirty="0"/>
              <a:t>Sker i </a:t>
            </a:r>
            <a:r>
              <a:rPr lang="sv-SE" dirty="0" err="1"/>
              <a:t>destruktorn</a:t>
            </a:r>
            <a:endParaRPr lang="sv-SE" dirty="0"/>
          </a:p>
          <a:p>
            <a:pPr lvl="1"/>
            <a:r>
              <a:rPr lang="sv-SE" dirty="0"/>
              <a:t>Med funktionen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2"/>
            <a:r>
              <a:rPr lang="sv-SE" dirty="0"/>
              <a:t>Stäng alltid filen när ni inte</a:t>
            </a:r>
            <a:br>
              <a:rPr lang="sv-SE" dirty="0"/>
            </a:br>
            <a:r>
              <a:rPr lang="sv-SE" dirty="0"/>
              <a:t>ska använda den mer!</a:t>
            </a:r>
          </a:p>
          <a:p>
            <a:pPr lvl="2"/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sv-SE" dirty="0"/>
              <a:t>Testa om strömmen är öppen</a:t>
            </a:r>
          </a:p>
          <a:p>
            <a:pPr lvl="1"/>
            <a:r>
              <a:rPr lang="sv-SE" dirty="0"/>
              <a:t>Med funktionen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is_open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sv-SE" dirty="0"/>
          </a:p>
          <a:p>
            <a:endParaRPr lang="sv-SE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199C4557-5230-453A-A92C-ED8899951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800" y="899998"/>
            <a:ext cx="6217400" cy="384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486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" y="89634"/>
            <a:ext cx="10515600" cy="591404"/>
          </a:xfrm>
        </p:spPr>
        <p:txBody>
          <a:bodyPr/>
          <a:lstStyle/>
          <a:p>
            <a:r>
              <a:rPr lang="sv-SE" dirty="0"/>
              <a:t>FILE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99" y="899998"/>
            <a:ext cx="9416321" cy="5742627"/>
          </a:xfrm>
        </p:spPr>
        <p:txBody>
          <a:bodyPr>
            <a:normAutofit/>
          </a:bodyPr>
          <a:lstStyle/>
          <a:p>
            <a:r>
              <a:rPr lang="sv-SE" dirty="0"/>
              <a:t>Till </a:t>
            </a:r>
            <a:r>
              <a:rPr lang="sv-SE" dirty="0" err="1"/>
              <a:t>konstruktorn</a:t>
            </a:r>
            <a:r>
              <a:rPr lang="sv-SE" dirty="0"/>
              <a:t> och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sv-SE" dirty="0"/>
              <a:t>-funktionen skickar vi sökvägen till den fil vi vill öppna</a:t>
            </a:r>
          </a:p>
          <a:p>
            <a:pPr lvl="1"/>
            <a:r>
              <a:rPr lang="sv-SE" dirty="0"/>
              <a:t>Inklusive filnamnet</a:t>
            </a:r>
          </a:p>
          <a:p>
            <a:pPr lvl="1"/>
            <a:r>
              <a:rPr lang="sv-SE" dirty="0"/>
              <a:t>Sökvägen är </a:t>
            </a:r>
            <a:r>
              <a:rPr lang="sv-SE" i="1" dirty="0"/>
              <a:t>relativt</a:t>
            </a:r>
            <a:r>
              <a:rPr lang="sv-SE" dirty="0"/>
              <a:t> arbetsmappen</a:t>
            </a:r>
          </a:p>
          <a:p>
            <a:endParaRPr lang="sv-SE" dirty="0"/>
          </a:p>
          <a:p>
            <a:r>
              <a:rPr lang="sv-SE" dirty="0"/>
              <a:t>Vi kan även skicka in </a:t>
            </a:r>
            <a:r>
              <a:rPr lang="sv-SE" i="1" dirty="0"/>
              <a:t>mode</a:t>
            </a:r>
            <a:r>
              <a:rPr lang="sv-SE" dirty="0"/>
              <a:t> som anger hur vi vill öppna filen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11477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" y="89634"/>
            <a:ext cx="10515600" cy="591404"/>
          </a:xfrm>
        </p:spPr>
        <p:txBody>
          <a:bodyPr/>
          <a:lstStyle/>
          <a:p>
            <a:r>
              <a:rPr lang="sv-SE" dirty="0"/>
              <a:t>FILE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99" y="899998"/>
            <a:ext cx="9416321" cy="5742627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sv-SE" dirty="0"/>
              <a:t>Det finns ett antal olika mode vi kan ange för </a:t>
            </a:r>
            <a:r>
              <a:rPr lang="sv-SE" dirty="0" err="1"/>
              <a:t>streams</a:t>
            </a:r>
            <a:r>
              <a:rPr lang="sv-SE" dirty="0"/>
              <a:t>, som för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fopen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80000"/>
              </a:lnSpc>
            </a:pPr>
            <a:r>
              <a:rPr lang="sv-SE" dirty="0"/>
              <a:t>De kan kombineras ihop med </a:t>
            </a:r>
            <a:r>
              <a:rPr lang="sv-SE" dirty="0" err="1"/>
              <a:t>binary</a:t>
            </a:r>
            <a:r>
              <a:rPr lang="sv-SE" dirty="0"/>
              <a:t> or-operatorn, </a:t>
            </a:r>
            <a:r>
              <a:rPr lang="sv-S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  <a:p>
            <a:pPr marL="457200" lvl="1" indent="0">
              <a:lnSpc>
                <a:spcPct val="80000"/>
              </a:lnSpc>
              <a:buNone/>
            </a:pPr>
            <a:endParaRPr lang="sv-SE" dirty="0"/>
          </a:p>
          <a:p>
            <a:pPr lvl="1">
              <a:lnSpc>
                <a:spcPct val="80000"/>
              </a:lnSpc>
            </a:pPr>
            <a:r>
              <a:rPr lang="sv-S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sv-S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sv-S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</a:t>
            </a:r>
            <a:r>
              <a:rPr lang="sv-SE" dirty="0"/>
              <a:t>	</a:t>
            </a:r>
            <a:r>
              <a:rPr lang="sv-SE" sz="1800" dirty="0"/>
              <a:t>Gå till slutet av filen före varje skrivning.</a:t>
            </a:r>
            <a:br>
              <a:rPr lang="sv-SE" sz="1800" dirty="0"/>
            </a:br>
            <a:r>
              <a:rPr lang="sv-SE" sz="1800" dirty="0"/>
              <a:t>				</a:t>
            </a:r>
            <a:r>
              <a:rPr lang="sv-SE" sz="1800" b="1" dirty="0"/>
              <a:t>NOTERA!</a:t>
            </a:r>
            <a:br>
              <a:rPr lang="sv-SE" sz="1800" dirty="0"/>
            </a:br>
            <a:r>
              <a:rPr lang="sv-SE" sz="1800" dirty="0"/>
              <a:t>				Kan ej sättas om </a:t>
            </a:r>
            <a:r>
              <a:rPr lang="sv-S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sv-S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sv-S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r>
              <a:rPr lang="sv-S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sv-S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trunc</a:t>
            </a:r>
            <a:r>
              <a:rPr lang="sv-SE" sz="1800" dirty="0"/>
              <a:t> är satt</a:t>
            </a:r>
          </a:p>
          <a:p>
            <a:pPr lvl="1">
              <a:lnSpc>
                <a:spcPct val="80000"/>
              </a:lnSpc>
            </a:pPr>
            <a:r>
              <a:rPr lang="sv-S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sv-S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sv-S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ate</a:t>
            </a: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v-SE" dirty="0"/>
              <a:t>	</a:t>
            </a:r>
            <a:r>
              <a:rPr lang="sv-SE" sz="1800" dirty="0"/>
              <a:t>Gå till slutet av filen efter att den öppnats.</a:t>
            </a:r>
          </a:p>
          <a:p>
            <a:pPr lvl="1">
              <a:lnSpc>
                <a:spcPct val="80000"/>
              </a:lnSpc>
            </a:pPr>
            <a:r>
              <a:rPr lang="sv-SE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sv-SE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sv-SE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r>
              <a:rPr lang="sv-SE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sv-SE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binary</a:t>
            </a:r>
            <a:r>
              <a:rPr lang="sv-SE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sv-SE" sz="1800" dirty="0"/>
              <a:t>Läs från och skriv till filen binärt.</a:t>
            </a:r>
          </a:p>
          <a:p>
            <a:pPr lvl="1">
              <a:lnSpc>
                <a:spcPct val="80000"/>
              </a:lnSpc>
            </a:pPr>
            <a:r>
              <a:rPr lang="sv-S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sv-S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::in </a:t>
            </a:r>
            <a:r>
              <a:rPr lang="sv-SE" dirty="0"/>
              <a:t>	</a:t>
            </a:r>
            <a:r>
              <a:rPr lang="sv-SE" sz="1800" dirty="0"/>
              <a:t>Öppnar filen för input.</a:t>
            </a:r>
            <a:br>
              <a:rPr lang="sv-SE" sz="1800" dirty="0"/>
            </a:br>
            <a:r>
              <a:rPr lang="sv-SE" sz="1800" dirty="0"/>
              <a:t>				</a:t>
            </a:r>
            <a:r>
              <a:rPr lang="sv-SE" sz="1800" b="1" dirty="0"/>
              <a:t>NOTERA!</a:t>
            </a:r>
            <a:br>
              <a:rPr lang="sv-SE" sz="1800" dirty="0"/>
            </a:br>
            <a:r>
              <a:rPr lang="sv-SE" sz="1800" dirty="0"/>
              <a:t>				Kan bara sättas för </a:t>
            </a:r>
            <a:r>
              <a:rPr lang="sv-S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r>
              <a:rPr lang="sv-SE" sz="1800" dirty="0"/>
              <a:t> och </a:t>
            </a:r>
            <a:r>
              <a:rPr lang="sv-S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sv-SE" sz="1800" dirty="0"/>
              <a:t>.</a:t>
            </a:r>
          </a:p>
          <a:p>
            <a:pPr lvl="1">
              <a:lnSpc>
                <a:spcPct val="80000"/>
              </a:lnSpc>
            </a:pPr>
            <a:r>
              <a:rPr lang="sv-S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sv-S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sv-S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v-SE" dirty="0"/>
              <a:t>	</a:t>
            </a:r>
            <a:r>
              <a:rPr lang="sv-SE" sz="1800" dirty="0"/>
              <a:t>Öppnar filen för output.</a:t>
            </a:r>
            <a:br>
              <a:rPr lang="sv-SE" sz="1800" dirty="0"/>
            </a:br>
            <a:r>
              <a:rPr lang="sv-SE" sz="1800" dirty="0"/>
              <a:t>				</a:t>
            </a:r>
            <a:r>
              <a:rPr lang="sv-SE" sz="1800" b="1" dirty="0"/>
              <a:t>NOTERA!</a:t>
            </a:r>
            <a:br>
              <a:rPr lang="sv-SE" sz="1800" dirty="0"/>
            </a:br>
            <a:r>
              <a:rPr lang="sv-SE" sz="1800" dirty="0"/>
              <a:t>				Kan bara sättas för </a:t>
            </a:r>
            <a:r>
              <a:rPr lang="sv-S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r>
              <a:rPr lang="sv-SE" sz="1800" dirty="0"/>
              <a:t> och </a:t>
            </a:r>
            <a:r>
              <a:rPr lang="sv-S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r>
              <a:rPr lang="sv-SE" sz="1800" dirty="0"/>
              <a:t>.</a:t>
            </a:r>
          </a:p>
          <a:p>
            <a:pPr lvl="1">
              <a:lnSpc>
                <a:spcPct val="80000"/>
              </a:lnSpc>
            </a:pPr>
            <a:r>
              <a:rPr lang="sv-S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sv-S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sv-S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trunc</a:t>
            </a:r>
            <a:r>
              <a:rPr lang="sv-S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sv-SE" sz="1800" dirty="0"/>
              <a:t>Tömmer filen när den öppnas.</a:t>
            </a:r>
            <a:br>
              <a:rPr lang="sv-SE" sz="1800" dirty="0"/>
            </a:br>
            <a:r>
              <a:rPr lang="sv-SE" sz="1800" dirty="0"/>
              <a:t>				NOTERA!</a:t>
            </a:r>
            <a:br>
              <a:rPr lang="sv-SE" sz="1800" dirty="0"/>
            </a:br>
            <a:r>
              <a:rPr lang="sv-SE" sz="1800" dirty="0"/>
              <a:t>				Kan bara sättas om </a:t>
            </a:r>
            <a:r>
              <a:rPr lang="sv-S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sv-S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sv-S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r>
              <a:rPr lang="sv-S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sv-S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sv-SE" sz="1800" dirty="0"/>
              <a:t> också</a:t>
            </a:r>
            <a:br>
              <a:rPr lang="sv-SE" sz="1800" dirty="0"/>
            </a:br>
            <a:r>
              <a:rPr lang="sv-SE" sz="1800" dirty="0"/>
              <a:t>				är satt.</a:t>
            </a:r>
          </a:p>
        </p:txBody>
      </p:sp>
    </p:spTree>
    <p:extLst>
      <p:ext uri="{BB962C8B-B14F-4D97-AF65-F5344CB8AC3E}">
        <p14:creationId xmlns:p14="http://schemas.microsoft.com/office/powerpoint/2010/main" val="75923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" y="89634"/>
            <a:ext cx="10515600" cy="591404"/>
          </a:xfrm>
        </p:spPr>
        <p:txBody>
          <a:bodyPr/>
          <a:lstStyle/>
          <a:p>
            <a:r>
              <a:rPr lang="sv-SE" dirty="0"/>
              <a:t>FILE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99" y="899998"/>
            <a:ext cx="9416321" cy="5742627"/>
          </a:xfrm>
        </p:spPr>
        <p:txBody>
          <a:bodyPr>
            <a:normAutofit/>
          </a:bodyPr>
          <a:lstStyle/>
          <a:p>
            <a:r>
              <a:rPr lang="sv-SE" dirty="0"/>
              <a:t>Skriva till en textfil</a:t>
            </a:r>
          </a:p>
          <a:p>
            <a:endParaRPr lang="sv-SE" dirty="0"/>
          </a:p>
          <a:p>
            <a:endParaRPr lang="sv-SE" dirty="0"/>
          </a:p>
          <a:p>
            <a:endParaRPr lang="sv-SE" dirty="0"/>
          </a:p>
          <a:p>
            <a:r>
              <a:rPr lang="sv-SE" dirty="0"/>
              <a:t>Läsa från en textfil</a:t>
            </a:r>
          </a:p>
          <a:p>
            <a:endParaRPr lang="sv-SE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37CC709C-C935-45AE-AA71-D8D295534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40" y="1413163"/>
            <a:ext cx="4719991" cy="1089229"/>
          </a:xfrm>
          <a:prstGeom prst="rect">
            <a:avLst/>
          </a:prstGeom>
        </p:spPr>
      </p:pic>
      <p:pic>
        <p:nvPicPr>
          <p:cNvPr id="8" name="Bildobjekt 7">
            <a:extLst>
              <a:ext uri="{FF2B5EF4-FFF2-40B4-BE49-F238E27FC236}">
                <a16:creationId xmlns:a16="http://schemas.microsoft.com/office/drawing/2014/main" id="{103B1F07-CD40-4D04-A824-D2DE7A597D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040" y="3483345"/>
            <a:ext cx="4719991" cy="1765072"/>
          </a:xfrm>
          <a:prstGeom prst="rect">
            <a:avLst/>
          </a:prstGeom>
        </p:spPr>
      </p:pic>
      <p:pic>
        <p:nvPicPr>
          <p:cNvPr id="10" name="Bildobjekt 9">
            <a:extLst>
              <a:ext uri="{FF2B5EF4-FFF2-40B4-BE49-F238E27FC236}">
                <a16:creationId xmlns:a16="http://schemas.microsoft.com/office/drawing/2014/main" id="{22AB2407-A9DD-4D18-96FB-0925AAB20F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9833" y="3951074"/>
            <a:ext cx="3340877" cy="1899855"/>
          </a:xfrm>
          <a:prstGeom prst="rect">
            <a:avLst/>
          </a:prstGeom>
        </p:spPr>
      </p:pic>
      <p:pic>
        <p:nvPicPr>
          <p:cNvPr id="11" name="Bildobjekt 10">
            <a:extLst>
              <a:ext uri="{FF2B5EF4-FFF2-40B4-BE49-F238E27FC236}">
                <a16:creationId xmlns:a16="http://schemas.microsoft.com/office/drawing/2014/main" id="{1CF633E6-A616-4C90-A7F7-B78763FC8A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9833" y="1824491"/>
            <a:ext cx="3340877" cy="1528506"/>
          </a:xfrm>
          <a:prstGeom prst="rect">
            <a:avLst/>
          </a:prstGeom>
        </p:spPr>
      </p:pic>
      <p:pic>
        <p:nvPicPr>
          <p:cNvPr id="5" name="Bildobjekt 5">
            <a:extLst>
              <a:ext uri="{FF2B5EF4-FFF2-40B4-BE49-F238E27FC236}">
                <a16:creationId xmlns:a16="http://schemas.microsoft.com/office/drawing/2014/main" id="{73FA9CA2-A2CD-628E-5C09-A978386266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1237" y="583268"/>
            <a:ext cx="5073502" cy="56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5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" y="89634"/>
            <a:ext cx="10515600" cy="591404"/>
          </a:xfrm>
        </p:spPr>
        <p:txBody>
          <a:bodyPr/>
          <a:lstStyle/>
          <a:p>
            <a:r>
              <a:rPr lang="sv-SE" dirty="0"/>
              <a:t>FILE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99" y="899998"/>
            <a:ext cx="9416321" cy="5742627"/>
          </a:xfrm>
        </p:spPr>
        <p:txBody>
          <a:bodyPr>
            <a:normAutofit/>
          </a:bodyPr>
          <a:lstStyle/>
          <a:p>
            <a:r>
              <a:rPr lang="sv-SE" dirty="0"/>
              <a:t>Läsa från en textfil (alternativt)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FD27B529-754A-48D7-91F3-3C5EF2BB6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77" y="1543176"/>
            <a:ext cx="7038975" cy="2466975"/>
          </a:xfrm>
          <a:prstGeom prst="rect">
            <a:avLst/>
          </a:prstGeo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58D50F8D-3666-4776-BD6E-143117169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930" y="2012410"/>
            <a:ext cx="3340877" cy="152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66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" y="89634"/>
            <a:ext cx="10515600" cy="591404"/>
          </a:xfrm>
        </p:spPr>
        <p:txBody>
          <a:bodyPr/>
          <a:lstStyle/>
          <a:p>
            <a:r>
              <a:rPr lang="sv-SE" dirty="0"/>
              <a:t>FILE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99" y="899998"/>
            <a:ext cx="9416321" cy="5742627"/>
          </a:xfrm>
        </p:spPr>
        <p:txBody>
          <a:bodyPr>
            <a:normAutofit/>
          </a:bodyPr>
          <a:lstStyle/>
          <a:p>
            <a:r>
              <a:rPr lang="sv-SE" dirty="0"/>
              <a:t>Skriva till en binärfil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3B6874D9-7CBE-4612-B4DB-71BF694B4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07" y="3903187"/>
            <a:ext cx="3181350" cy="1219200"/>
          </a:xfrm>
          <a:prstGeom prst="rect">
            <a:avLst/>
          </a:prstGeom>
        </p:spPr>
      </p:pic>
      <p:pic>
        <p:nvPicPr>
          <p:cNvPr id="6" name="Bildobjekt 5">
            <a:extLst>
              <a:ext uri="{FF2B5EF4-FFF2-40B4-BE49-F238E27FC236}">
                <a16:creationId xmlns:a16="http://schemas.microsoft.com/office/drawing/2014/main" id="{FD8855D9-8F66-4941-9F5F-2A67D9203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07" y="1451660"/>
            <a:ext cx="7897618" cy="2150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486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" y="89634"/>
            <a:ext cx="10515600" cy="591404"/>
          </a:xfrm>
        </p:spPr>
        <p:txBody>
          <a:bodyPr/>
          <a:lstStyle/>
          <a:p>
            <a:r>
              <a:rPr lang="sv-SE" dirty="0"/>
              <a:t>FILE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99" y="899998"/>
            <a:ext cx="9416321" cy="5742627"/>
          </a:xfrm>
        </p:spPr>
        <p:txBody>
          <a:bodyPr>
            <a:normAutofit/>
          </a:bodyPr>
          <a:lstStyle/>
          <a:p>
            <a:r>
              <a:rPr lang="sv-SE" dirty="0"/>
              <a:t>Läsa från en binärfil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6A712FD5-C6E1-4EF0-AB79-780EB821C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07" y="1436546"/>
            <a:ext cx="7897618" cy="2783301"/>
          </a:xfrm>
          <a:prstGeom prst="rect">
            <a:avLst/>
          </a:prstGeom>
        </p:spPr>
      </p:pic>
      <p:pic>
        <p:nvPicPr>
          <p:cNvPr id="7" name="Bildobjekt 6">
            <a:extLst>
              <a:ext uri="{FF2B5EF4-FFF2-40B4-BE49-F238E27FC236}">
                <a16:creationId xmlns:a16="http://schemas.microsoft.com/office/drawing/2014/main" id="{8132BFD9-D660-437E-9287-D61577508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07" y="4510202"/>
            <a:ext cx="2981325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710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" y="89634"/>
            <a:ext cx="10515600" cy="591404"/>
          </a:xfrm>
        </p:spPr>
        <p:txBody>
          <a:bodyPr/>
          <a:lstStyle/>
          <a:p>
            <a:r>
              <a:rPr lang="sv-SE" dirty="0"/>
              <a:t>FILE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99" y="899998"/>
            <a:ext cx="9416321" cy="57426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 dirty="0"/>
              <a:t>För att hålla reda på var vi är i en fil finns två pekare</a:t>
            </a:r>
          </a:p>
          <a:p>
            <a:pPr lvl="1"/>
            <a:endParaRPr lang="sv-SE" dirty="0"/>
          </a:p>
          <a:p>
            <a:pPr lvl="1"/>
            <a:r>
              <a:rPr lang="sv-SE" dirty="0"/>
              <a:t>Get-pekare</a:t>
            </a:r>
          </a:p>
          <a:p>
            <a:pPr lvl="2"/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endParaRPr lang="sv-S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sv-SE" dirty="0" err="1">
                <a:latin typeface="Courier New"/>
                <a:cs typeface="Courier New"/>
              </a:rPr>
              <a:t>fstream</a:t>
            </a:r>
            <a:endParaRPr lang="sv-SE" dirty="0" err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 err="1"/>
              <a:t>Put</a:t>
            </a:r>
            <a:r>
              <a:rPr lang="sv-SE" dirty="0"/>
              <a:t>-pekare</a:t>
            </a:r>
          </a:p>
          <a:p>
            <a:pPr lvl="2"/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40899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" y="89634"/>
            <a:ext cx="10515600" cy="591404"/>
          </a:xfrm>
        </p:spPr>
        <p:txBody>
          <a:bodyPr/>
          <a:lstStyle/>
          <a:p>
            <a:r>
              <a:rPr lang="sv-SE" dirty="0"/>
              <a:t>FILE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99" y="899998"/>
            <a:ext cx="9416321" cy="5742627"/>
          </a:xfrm>
        </p:spPr>
        <p:txBody>
          <a:bodyPr>
            <a:normAutofit/>
          </a:bodyPr>
          <a:lstStyle/>
          <a:p>
            <a:r>
              <a:rPr lang="sv-SE" dirty="0"/>
              <a:t>Läs gärna på om dem:</a:t>
            </a:r>
          </a:p>
          <a:p>
            <a:pPr lvl="1"/>
            <a:r>
              <a:rPr lang="sv-SE" dirty="0">
                <a:hlinkClick r:id="rId3"/>
              </a:rPr>
              <a:t>https://en.cppreference.com/w/cpp/io</a:t>
            </a:r>
            <a:endParaRPr lang="sv-SE" dirty="0"/>
          </a:p>
          <a:p>
            <a:pPr lvl="1"/>
            <a:r>
              <a:rPr lang="sv-SE" dirty="0">
                <a:hlinkClick r:id="rId4"/>
              </a:rPr>
              <a:t>https://en.cppreference.com/w/cpp/io/basic_fstream</a:t>
            </a:r>
            <a:endParaRPr lang="sv-SE" dirty="0"/>
          </a:p>
          <a:p>
            <a:pPr lvl="1"/>
            <a:endParaRPr lang="sv-SE" dirty="0"/>
          </a:p>
          <a:p>
            <a:r>
              <a:rPr lang="sv-SE" dirty="0"/>
              <a:t>Behöver du jobba med foldrar, filnamn och sökvägar?</a:t>
            </a:r>
          </a:p>
          <a:p>
            <a:pPr lvl="1"/>
            <a:r>
              <a:rPr lang="sv-SE" dirty="0">
                <a:hlinkClick r:id="rId5"/>
              </a:rPr>
              <a:t>https://en.cppreference.com/w/cpp/filesystem</a:t>
            </a:r>
            <a:endParaRPr lang="sv-SE" dirty="0"/>
          </a:p>
          <a:p>
            <a:pPr marL="457200" lvl="1" indent="0">
              <a:buNone/>
            </a:pPr>
            <a:endParaRPr lang="sv-SE" dirty="0"/>
          </a:p>
          <a:p>
            <a:pPr lvl="1"/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0620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535B810-D1C9-4DE6-B498-7412E7408E50}"/>
              </a:ext>
            </a:extLst>
          </p:cNvPr>
          <p:cNvSpPr txBox="1">
            <a:spLocks/>
          </p:cNvSpPr>
          <p:nvPr/>
        </p:nvSpPr>
        <p:spPr>
          <a:xfrm>
            <a:off x="1107742" y="3365568"/>
            <a:ext cx="9976513" cy="678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sv-SE" sz="2000" spc="300" dirty="0">
                <a:solidFill>
                  <a:schemeClr val="bg1"/>
                </a:solidFill>
                <a:effectLst>
                  <a:glow rad="12700">
                    <a:schemeClr val="tx1">
                      <a:lumMod val="95000"/>
                      <a:lumOff val="5000"/>
                    </a:schemeClr>
                  </a:glow>
                </a:effectLst>
                <a:latin typeface="Barlow Semi Condensed" panose="00000506000000000000" pitchFamily="2" charset="0"/>
              </a:rPr>
              <a:t>STRING STREAMS</a:t>
            </a:r>
            <a:endParaRPr lang="en-SE" sz="2000" spc="300" dirty="0">
              <a:effectLst>
                <a:glow rad="25400">
                  <a:schemeClr val="tx1">
                    <a:lumMod val="95000"/>
                    <a:lumOff val="5000"/>
                  </a:schemeClr>
                </a:glow>
              </a:effectLst>
              <a:latin typeface="Barlow Semi Condensed" panose="00000506000000000000" pitchFamily="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DB90860-40E3-477A-87E3-AA8F487894D1}"/>
              </a:ext>
            </a:extLst>
          </p:cNvPr>
          <p:cNvSpPr txBox="1">
            <a:spLocks/>
          </p:cNvSpPr>
          <p:nvPr/>
        </p:nvSpPr>
        <p:spPr>
          <a:xfrm>
            <a:off x="581115" y="2625126"/>
            <a:ext cx="10503142" cy="8038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br>
              <a:rPr lang="sv-SE" altLang="sv-SE" sz="4800" spc="600" dirty="0">
                <a:solidFill>
                  <a:schemeClr val="bg1"/>
                </a:solidFill>
                <a:effectLst>
                  <a:glow>
                    <a:schemeClr val="tx1">
                      <a:lumMod val="95000"/>
                      <a:lumOff val="5000"/>
                    </a:schemeClr>
                  </a:glow>
                </a:effectLst>
                <a:latin typeface="Barlow Semi Condensed" panose="00000506000000000000" pitchFamily="2" charset="0"/>
              </a:rPr>
            </a:br>
            <a:r>
              <a:rPr lang="sv-SE" altLang="sv-SE" sz="4800" spc="600" dirty="0">
                <a:solidFill>
                  <a:schemeClr val="bg1"/>
                </a:solidFill>
                <a:effectLst>
                  <a:glow>
                    <a:schemeClr val="tx1">
                      <a:lumMod val="95000"/>
                      <a:lumOff val="5000"/>
                    </a:schemeClr>
                  </a:glow>
                </a:effectLst>
                <a:latin typeface="Barlow Semi Condensed" panose="00000506000000000000" pitchFamily="2" charset="0"/>
              </a:rPr>
              <a:t>INTRODUKTION TILL C++</a:t>
            </a:r>
            <a:endParaRPr lang="en-SE" sz="4800" spc="600" dirty="0">
              <a:effectLst>
                <a:glow>
                  <a:schemeClr val="tx1">
                    <a:lumMod val="95000"/>
                    <a:lumOff val="5000"/>
                  </a:schemeClr>
                </a:glow>
              </a:effectLst>
              <a:latin typeface="Barlow Semi Condensed" panose="000005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848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STRING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899999"/>
            <a:ext cx="9340750" cy="5651941"/>
          </a:xfrm>
        </p:spPr>
        <p:txBody>
          <a:bodyPr>
            <a:normAutofit/>
          </a:bodyPr>
          <a:lstStyle/>
          <a:p>
            <a:r>
              <a:rPr lang="sv-SE" dirty="0"/>
              <a:t>Vi har även strängströmmar, </a:t>
            </a:r>
            <a:r>
              <a:rPr lang="sv-SE" i="1" dirty="0"/>
              <a:t>string </a:t>
            </a:r>
            <a:r>
              <a:rPr lang="sv-SE" i="1" dirty="0" err="1"/>
              <a:t>streams</a:t>
            </a:r>
            <a:endParaRPr lang="sv-SE" dirty="0"/>
          </a:p>
          <a:p>
            <a:pPr lvl="1"/>
            <a:r>
              <a:rPr lang="sv-SE" dirty="0"/>
              <a:t>Fungerar som alla strömmar, men skriver till en sträng och inte till en fil</a:t>
            </a:r>
          </a:p>
          <a:p>
            <a:pPr lvl="1"/>
            <a:r>
              <a:rPr lang="sv-SE" dirty="0"/>
              <a:t>Låter oss lägga ihop strängar och tal till en sträng</a:t>
            </a:r>
          </a:p>
          <a:p>
            <a:pPr lvl="1"/>
            <a:r>
              <a:rPr lang="sv-SE" dirty="0"/>
              <a:t>Liknar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sprintf</a:t>
            </a:r>
            <a:r>
              <a:rPr lang="sv-SE" dirty="0"/>
              <a:t> i C</a:t>
            </a:r>
          </a:p>
          <a:p>
            <a:pPr lvl="1"/>
            <a:r>
              <a:rPr lang="sv-SE" dirty="0"/>
              <a:t>Ligger i </a:t>
            </a:r>
            <a:r>
              <a:rPr lang="sv-SE" dirty="0" err="1"/>
              <a:t>headern</a:t>
            </a:r>
            <a:r>
              <a:rPr lang="sv-SE" dirty="0"/>
              <a:t> 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sstream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/>
            <a:endParaRPr lang="sv-SE" dirty="0"/>
          </a:p>
          <a:p>
            <a:r>
              <a:rPr lang="sv-SE" dirty="0"/>
              <a:t>Tre typer, precis som för filströmmar:</a:t>
            </a:r>
          </a:p>
          <a:p>
            <a:pPr lvl="1"/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istringstream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ostringstream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stringstream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80000"/>
              </a:lnSpc>
            </a:pPr>
            <a:endParaRPr lang="sv-SE" dirty="0"/>
          </a:p>
          <a:p>
            <a:pPr lvl="1">
              <a:lnSpc>
                <a:spcPct val="80000"/>
              </a:lnSpc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98867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STRING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899999"/>
            <a:ext cx="9340750" cy="5651941"/>
          </a:xfrm>
        </p:spPr>
        <p:txBody>
          <a:bodyPr>
            <a:normAutofit/>
          </a:bodyPr>
          <a:lstStyle/>
          <a:p>
            <a:r>
              <a:rPr lang="sv-SE" dirty="0"/>
              <a:t>Lägga ihop en sträng och ett tal</a:t>
            </a:r>
          </a:p>
          <a:p>
            <a:pPr lvl="1"/>
            <a:r>
              <a:rPr lang="sv-SE" dirty="0"/>
              <a:t>Vi kan inte konvertera från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sv-SE" dirty="0"/>
              <a:t> till 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sv-SE" dirty="0"/>
              <a:t> – varken med konverteringsfunktioner eller </a:t>
            </a:r>
            <a:r>
              <a:rPr lang="sv-SE" dirty="0" err="1"/>
              <a:t>konstruktorn</a:t>
            </a:r>
            <a:r>
              <a:rPr lang="sv-SE" dirty="0"/>
              <a:t> för 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lvl="1"/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sv-SE" dirty="0"/>
              <a:t>Men det går med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stringstream</a:t>
            </a:r>
            <a:br>
              <a:rPr lang="sv-SE" dirty="0"/>
            </a:b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		  </a:t>
            </a:r>
            <a:br>
              <a:rPr lang="sv-SE" dirty="0"/>
            </a:b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80000"/>
              </a:lnSpc>
            </a:pPr>
            <a:endParaRPr lang="sv-SE" dirty="0"/>
          </a:p>
          <a:p>
            <a:pPr lvl="1">
              <a:lnSpc>
                <a:spcPct val="80000"/>
              </a:lnSpc>
            </a:pPr>
            <a:endParaRPr lang="sv-SE" dirty="0"/>
          </a:p>
          <a:p>
            <a:pPr lvl="1">
              <a:lnSpc>
                <a:spcPct val="80000"/>
              </a:lnSpc>
            </a:pPr>
            <a:endParaRPr lang="sv-SE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5EDE296D-3CDE-49CC-8E9B-FBFF06D9A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01" y="2082116"/>
            <a:ext cx="5611996" cy="1046178"/>
          </a:xfrm>
          <a:prstGeom prst="rect">
            <a:avLst/>
          </a:prstGeom>
        </p:spPr>
      </p:pic>
      <p:pic>
        <p:nvPicPr>
          <p:cNvPr id="5" name="Bildobjekt 4">
            <a:extLst>
              <a:ext uri="{FF2B5EF4-FFF2-40B4-BE49-F238E27FC236}">
                <a16:creationId xmlns:a16="http://schemas.microsoft.com/office/drawing/2014/main" id="{3DB3DDF3-7CEA-4DF5-BD60-B869BD4F6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1690" y="2082116"/>
            <a:ext cx="2876937" cy="1047429"/>
          </a:xfrm>
          <a:prstGeom prst="rect">
            <a:avLst/>
          </a:prstGeom>
        </p:spPr>
      </p:pic>
      <p:pic>
        <p:nvPicPr>
          <p:cNvPr id="6" name="Bildobjekt 7" descr="En bild som visar text&#10;&#10;Automatiskt genererad beskrivning">
            <a:extLst>
              <a:ext uri="{FF2B5EF4-FFF2-40B4-BE49-F238E27FC236}">
                <a16:creationId xmlns:a16="http://schemas.microsoft.com/office/drawing/2014/main" id="{7F262F0C-5E70-B0DD-BAF6-B2D926E3A2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8958" y="4268354"/>
            <a:ext cx="5232990" cy="2069269"/>
          </a:xfrm>
          <a:prstGeom prst="rect">
            <a:avLst/>
          </a:prstGeom>
        </p:spPr>
      </p:pic>
      <p:pic>
        <p:nvPicPr>
          <p:cNvPr id="8" name="Bildobjekt 8" descr="En bild som visar text&#10;&#10;Automatiskt genererad beskrivning">
            <a:extLst>
              <a:ext uri="{FF2B5EF4-FFF2-40B4-BE49-F238E27FC236}">
                <a16:creationId xmlns:a16="http://schemas.microsoft.com/office/drawing/2014/main" id="{5E7E38C9-5039-E667-2723-95867E0BB7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214" y="3993774"/>
            <a:ext cx="3886200" cy="230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848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STRING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899999"/>
            <a:ext cx="9340750" cy="5651941"/>
          </a:xfrm>
        </p:spPr>
        <p:txBody>
          <a:bodyPr>
            <a:normAutofit/>
          </a:bodyPr>
          <a:lstStyle/>
          <a:p>
            <a:r>
              <a:rPr lang="sv-SE" dirty="0"/>
              <a:t>När vi använder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sv-SE" dirty="0"/>
              <a:t> kan vi göra precis detta</a:t>
            </a:r>
          </a:p>
          <a:p>
            <a:pPr lvl="1"/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sv-SE" dirty="0"/>
              <a:t> och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sv-SE" dirty="0"/>
              <a:t> är också strömmar!</a:t>
            </a:r>
          </a:p>
          <a:p>
            <a:pPr lvl="1"/>
            <a:endParaRPr lang="sv-SE" dirty="0"/>
          </a:p>
          <a:p>
            <a:r>
              <a:rPr lang="sv-SE" dirty="0"/>
              <a:t>I egna spel använder vi inte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sv-SE" dirty="0"/>
              <a:t> för att skriva ut text</a:t>
            </a:r>
          </a:p>
          <a:p>
            <a:pPr lvl="1"/>
            <a:r>
              <a:rPr lang="sv-SE" dirty="0"/>
              <a:t>Då blir strängströmmar väldigt användbara</a:t>
            </a:r>
          </a:p>
        </p:txBody>
      </p:sp>
    </p:spTree>
    <p:extLst>
      <p:ext uri="{BB962C8B-B14F-4D97-AF65-F5344CB8AC3E}">
        <p14:creationId xmlns:p14="http://schemas.microsoft.com/office/powerpoint/2010/main" val="2034130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535B810-D1C9-4DE6-B498-7412E7408E50}"/>
              </a:ext>
            </a:extLst>
          </p:cNvPr>
          <p:cNvSpPr txBox="1">
            <a:spLocks/>
          </p:cNvSpPr>
          <p:nvPr/>
        </p:nvSpPr>
        <p:spPr>
          <a:xfrm>
            <a:off x="1107742" y="3365568"/>
            <a:ext cx="9976513" cy="678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sv-SE" sz="2000" spc="300" dirty="0">
                <a:solidFill>
                  <a:schemeClr val="bg1"/>
                </a:solidFill>
                <a:effectLst>
                  <a:glow rad="12700">
                    <a:schemeClr val="tx1">
                      <a:lumMod val="95000"/>
                      <a:lumOff val="5000"/>
                    </a:schemeClr>
                  </a:glow>
                </a:effectLst>
                <a:latin typeface="Barlow Semi Condensed" panose="00000506000000000000" pitchFamily="2" charset="0"/>
              </a:rPr>
              <a:t>WINDOWSAPPLIKATION</a:t>
            </a:r>
            <a:endParaRPr lang="en-SE" sz="2000" spc="300" dirty="0">
              <a:effectLst>
                <a:glow rad="25400">
                  <a:schemeClr val="tx1">
                    <a:lumMod val="95000"/>
                    <a:lumOff val="5000"/>
                  </a:schemeClr>
                </a:glow>
              </a:effectLst>
              <a:latin typeface="Barlow Semi Condensed" panose="00000506000000000000" pitchFamily="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DB90860-40E3-477A-87E3-AA8F487894D1}"/>
              </a:ext>
            </a:extLst>
          </p:cNvPr>
          <p:cNvSpPr txBox="1">
            <a:spLocks/>
          </p:cNvSpPr>
          <p:nvPr/>
        </p:nvSpPr>
        <p:spPr>
          <a:xfrm>
            <a:off x="581115" y="2625126"/>
            <a:ext cx="10503142" cy="8038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br>
              <a:rPr lang="sv-SE" altLang="sv-SE" sz="4800" spc="600" dirty="0">
                <a:solidFill>
                  <a:schemeClr val="bg1"/>
                </a:solidFill>
                <a:effectLst>
                  <a:glow>
                    <a:schemeClr val="tx1">
                      <a:lumMod val="95000"/>
                      <a:lumOff val="5000"/>
                    </a:schemeClr>
                  </a:glow>
                </a:effectLst>
                <a:latin typeface="Barlow Semi Condensed" panose="00000506000000000000" pitchFamily="2" charset="0"/>
              </a:rPr>
            </a:br>
            <a:r>
              <a:rPr lang="sv-SE" altLang="sv-SE" sz="4800" spc="600" dirty="0">
                <a:solidFill>
                  <a:schemeClr val="bg1"/>
                </a:solidFill>
                <a:effectLst>
                  <a:glow>
                    <a:schemeClr val="tx1">
                      <a:lumMod val="95000"/>
                      <a:lumOff val="5000"/>
                    </a:schemeClr>
                  </a:glow>
                </a:effectLst>
                <a:latin typeface="Barlow Semi Condensed" panose="00000506000000000000" pitchFamily="2" charset="0"/>
              </a:rPr>
              <a:t>INTRODUKTION TILL C++</a:t>
            </a:r>
            <a:endParaRPr lang="en-SE" sz="4800" spc="600" dirty="0">
              <a:effectLst>
                <a:glow>
                  <a:schemeClr val="tx1">
                    <a:lumMod val="95000"/>
                    <a:lumOff val="5000"/>
                  </a:schemeClr>
                </a:glow>
              </a:effectLst>
              <a:latin typeface="Barlow Semi Condensed" panose="000005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053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92B457A-28F9-9CE3-BEC8-19A683A4E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WINDOWSAPPLIKATION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7FB3E33-0353-9918-0790-CC767528A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dirty="0"/>
              <a:t>Varning</a:t>
            </a:r>
          </a:p>
          <a:p>
            <a:r>
              <a:rPr lang="sv-SE" dirty="0"/>
              <a:t>Pilligt med Windows-applikationer!</a:t>
            </a:r>
          </a:p>
          <a:p>
            <a:r>
              <a:rPr lang="sv-SE" dirty="0"/>
              <a:t>Mycket förkortningar och koncept</a:t>
            </a:r>
          </a:p>
          <a:p>
            <a:r>
              <a:rPr lang="sv-SE" dirty="0"/>
              <a:t>Mycket saker som ska göras på specifika sätt för att fungera</a:t>
            </a:r>
          </a:p>
          <a:p>
            <a:r>
              <a:rPr lang="sv-SE" dirty="0"/>
              <a:t>Nu ska vi bara testa, mer om dessa saker i senare kurser!</a:t>
            </a:r>
          </a:p>
          <a:p>
            <a:r>
              <a:rPr lang="sv-SE" dirty="0"/>
              <a:t>Övning att förstå tillräckligt för att gå vidare</a:t>
            </a:r>
          </a:p>
          <a:p>
            <a:pPr lvl="1"/>
            <a:r>
              <a:rPr lang="sv-SE" dirty="0"/>
              <a:t>Vad behöver jag veta? Vad kan jag bara acceptera?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71372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" y="89634"/>
            <a:ext cx="10515600" cy="591404"/>
          </a:xfrm>
        </p:spPr>
        <p:txBody>
          <a:bodyPr/>
          <a:lstStyle/>
          <a:p>
            <a:r>
              <a:rPr lang="sv-SE" dirty="0"/>
              <a:t>WINDOWSAPPLIKATION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99" y="899998"/>
            <a:ext cx="9416321" cy="5742627"/>
          </a:xfrm>
        </p:spPr>
        <p:txBody>
          <a:bodyPr>
            <a:normAutofit/>
          </a:bodyPr>
          <a:lstStyle/>
          <a:p>
            <a:r>
              <a:rPr lang="sv-SE" dirty="0"/>
              <a:t>Hittills har vi endast skapat konsol-projekt</a:t>
            </a:r>
          </a:p>
          <a:p>
            <a:pPr lvl="1"/>
            <a:r>
              <a:rPr lang="sv-SE" dirty="0"/>
              <a:t>Det kräves en hel del kod för att skapa ett Windows-fönster</a:t>
            </a:r>
          </a:p>
          <a:p>
            <a:pPr lvl="1"/>
            <a:endParaRPr lang="sv-SE" dirty="0"/>
          </a:p>
          <a:p>
            <a:r>
              <a:rPr lang="sv-SE" dirty="0"/>
              <a:t>Vi kan skapa ett projekt där</a:t>
            </a:r>
            <a:br>
              <a:rPr lang="sv-SE" dirty="0"/>
            </a:br>
            <a:r>
              <a:rPr lang="sv-SE" dirty="0"/>
              <a:t>Visual Studio redan skrivit</a:t>
            </a:r>
            <a:br>
              <a:rPr lang="sv-SE" dirty="0"/>
            </a:br>
            <a:r>
              <a:rPr lang="sv-SE" dirty="0"/>
              <a:t>koden för att skapa ett</a:t>
            </a:r>
            <a:br>
              <a:rPr lang="sv-SE" dirty="0"/>
            </a:br>
            <a:r>
              <a:rPr lang="sv-SE" dirty="0"/>
              <a:t>Windows-fönster</a:t>
            </a:r>
          </a:p>
          <a:p>
            <a:pPr lvl="1"/>
            <a:r>
              <a:rPr lang="sv-SE" dirty="0" err="1"/>
              <a:t>Create</a:t>
            </a:r>
            <a:r>
              <a:rPr lang="sv-SE" dirty="0"/>
              <a:t> a new </a:t>
            </a:r>
            <a:r>
              <a:rPr lang="sv-SE" dirty="0" err="1"/>
              <a:t>project</a:t>
            </a:r>
            <a:endParaRPr lang="sv-SE" dirty="0"/>
          </a:p>
          <a:p>
            <a:pPr lvl="1"/>
            <a:r>
              <a:rPr lang="sv-SE" dirty="0"/>
              <a:t>Ställ in Windows och Desktop</a:t>
            </a:r>
          </a:p>
          <a:p>
            <a:pPr lvl="1"/>
            <a:r>
              <a:rPr lang="sv-SE" dirty="0"/>
              <a:t>Välj projekttypen</a:t>
            </a:r>
            <a:br>
              <a:rPr lang="sv-SE" dirty="0"/>
            </a:br>
            <a:r>
              <a:rPr lang="sv-SE" i="1" dirty="0"/>
              <a:t>Windows Desktop </a:t>
            </a:r>
            <a:r>
              <a:rPr lang="sv-SE" i="1" dirty="0" err="1"/>
              <a:t>Application</a:t>
            </a:r>
            <a:endParaRPr lang="sv-SE" i="1" dirty="0"/>
          </a:p>
          <a:p>
            <a:pPr lvl="1"/>
            <a:endParaRPr lang="sv-SE" dirty="0"/>
          </a:p>
          <a:p>
            <a:r>
              <a:rPr lang="sv-SE" dirty="0"/>
              <a:t>Projektet går direkt att bygga och köra</a:t>
            </a:r>
          </a:p>
          <a:p>
            <a:endParaRPr lang="sv-SE" dirty="0"/>
          </a:p>
          <a:p>
            <a:endParaRPr lang="sv-SE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0FED0759-1A09-46F7-A987-A4190095D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12259"/>
            <a:ext cx="5500412" cy="3526198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494BDC13-DFE5-47E2-ABFD-3EEFE72654C7}"/>
              </a:ext>
            </a:extLst>
          </p:cNvPr>
          <p:cNvSpPr/>
          <p:nvPr/>
        </p:nvSpPr>
        <p:spPr>
          <a:xfrm>
            <a:off x="9431167" y="2290490"/>
            <a:ext cx="2108410" cy="2623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0FC8DB5E-9F98-47D8-A11C-86B4190DE2E2}"/>
              </a:ext>
            </a:extLst>
          </p:cNvPr>
          <p:cNvSpPr/>
          <p:nvPr/>
        </p:nvSpPr>
        <p:spPr>
          <a:xfrm>
            <a:off x="8407189" y="3340386"/>
            <a:ext cx="2943461" cy="4588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68114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" y="89634"/>
            <a:ext cx="10515600" cy="591404"/>
          </a:xfrm>
        </p:spPr>
        <p:txBody>
          <a:bodyPr/>
          <a:lstStyle/>
          <a:p>
            <a:r>
              <a:rPr lang="sv-SE" dirty="0"/>
              <a:t>WINDOWSAPPLIKATION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99" y="899998"/>
            <a:ext cx="9416321" cy="5742627"/>
          </a:xfrm>
        </p:spPr>
        <p:txBody>
          <a:bodyPr>
            <a:normAutofit/>
          </a:bodyPr>
          <a:lstStyle/>
          <a:p>
            <a:r>
              <a:rPr lang="sv-SE" dirty="0"/>
              <a:t>När ni kör kommer ett tomt fönster att visas</a:t>
            </a:r>
          </a:p>
          <a:p>
            <a:endParaRPr lang="sv-SE" dirty="0"/>
          </a:p>
          <a:p>
            <a:endParaRPr lang="sv-SE" dirty="0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55DC8E9F-58F1-4512-B071-EC59BB9F6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91" y="1322478"/>
            <a:ext cx="9391906" cy="506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07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" y="89634"/>
            <a:ext cx="10515600" cy="591404"/>
          </a:xfrm>
        </p:spPr>
        <p:txBody>
          <a:bodyPr/>
          <a:lstStyle/>
          <a:p>
            <a:r>
              <a:rPr lang="sv-SE" dirty="0"/>
              <a:t>WINDOWSAPPLIKATION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99" y="899998"/>
            <a:ext cx="9416321" cy="5742627"/>
          </a:xfrm>
        </p:spPr>
        <p:txBody>
          <a:bodyPr>
            <a:normAutofit/>
          </a:bodyPr>
          <a:lstStyle/>
          <a:p>
            <a:r>
              <a:rPr lang="sv-SE" dirty="0"/>
              <a:t>Det kommer vara en massa kod!</a:t>
            </a:r>
          </a:p>
          <a:p>
            <a:pPr lvl="1"/>
            <a:r>
              <a:rPr lang="sv-SE" dirty="0"/>
              <a:t>Mer kod än vi behöver</a:t>
            </a:r>
          </a:p>
          <a:p>
            <a:pPr lvl="1"/>
            <a:r>
              <a:rPr lang="sv-SE" dirty="0">
                <a:solidFill>
                  <a:srgbClr val="92D050"/>
                </a:solidFill>
              </a:rPr>
              <a:t>Bättre att skriva sin egen fönsterhanteringskod längre fram</a:t>
            </a:r>
          </a:p>
          <a:p>
            <a:pPr lvl="1"/>
            <a:endParaRPr lang="sv-SE" dirty="0">
              <a:solidFill>
                <a:srgbClr val="92D050"/>
              </a:solidFill>
            </a:endParaRPr>
          </a:p>
          <a:p>
            <a:r>
              <a:rPr lang="sv-SE" dirty="0"/>
              <a:t>Vi har fått fem funktioner:</a:t>
            </a:r>
          </a:p>
          <a:p>
            <a:pPr lvl="1"/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wWinMain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MyRegisterClass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InitInstance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WndProc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About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sv-SE" dirty="0">
              <a:solidFill>
                <a:srgbClr val="92D050"/>
              </a:solidFill>
            </a:endParaRPr>
          </a:p>
          <a:p>
            <a:pPr lvl="1"/>
            <a:endParaRPr lang="sv-SE" dirty="0"/>
          </a:p>
          <a:p>
            <a:endParaRPr lang="sv-SE" dirty="0"/>
          </a:p>
          <a:p>
            <a:endParaRPr lang="sv-SE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A82A178B-ADB8-4B44-8577-884652F1A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059" y="3429000"/>
            <a:ext cx="7173423" cy="244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23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" y="89634"/>
            <a:ext cx="10515600" cy="591404"/>
          </a:xfrm>
        </p:spPr>
        <p:txBody>
          <a:bodyPr/>
          <a:lstStyle/>
          <a:p>
            <a:r>
              <a:rPr lang="sv-SE" dirty="0"/>
              <a:t>FÄRDIGA FUNKTIONER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99" y="899998"/>
            <a:ext cx="9416321" cy="5742627"/>
          </a:xfrm>
        </p:spPr>
        <p:txBody>
          <a:bodyPr>
            <a:normAutofit/>
          </a:bodyPr>
          <a:lstStyle/>
          <a:p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MyRegisterClass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/>
              <a:t>Skapar och fyller i en instans av 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WNCLASSEXW</a:t>
            </a:r>
            <a:r>
              <a:rPr lang="sv-SE" dirty="0"/>
              <a:t> som används för att ställa in fönstret vi vill skapa</a:t>
            </a:r>
          </a:p>
          <a:p>
            <a:pPr lvl="1"/>
            <a:r>
              <a:rPr lang="sv-SE" dirty="0"/>
              <a:t>Registrerar instansen – så kan vi använda den för att skapa fönstret</a:t>
            </a:r>
          </a:p>
          <a:p>
            <a:pPr lvl="1"/>
            <a:endParaRPr lang="sv-SE" dirty="0">
              <a:solidFill>
                <a:srgbClr val="92D050"/>
              </a:solidFill>
            </a:endParaRPr>
          </a:p>
          <a:p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InitInstance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1"/>
            <a:r>
              <a:rPr lang="sv-SE" dirty="0"/>
              <a:t>Skapar fönstret genom att använda klassen ovan (</a:t>
            </a:r>
            <a:r>
              <a:rPr lang="sv-SE" dirty="0" err="1"/>
              <a:t>szWindowClass</a:t>
            </a:r>
            <a:r>
              <a:rPr lang="sv-SE" dirty="0"/>
              <a:t>)</a:t>
            </a:r>
          </a:p>
          <a:p>
            <a:pPr lvl="1"/>
            <a:r>
              <a:rPr lang="sv-SE" dirty="0"/>
              <a:t>Visar och uppdaterar fönstret</a:t>
            </a:r>
          </a:p>
          <a:p>
            <a:pPr lvl="1"/>
            <a:endParaRPr lang="sv-SE" dirty="0">
              <a:solidFill>
                <a:srgbClr val="92D050"/>
              </a:solidFill>
            </a:endParaRPr>
          </a:p>
          <a:p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About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1"/>
            <a:r>
              <a:rPr lang="sv-SE" dirty="0"/>
              <a:t>Visar ett </a:t>
            </a:r>
            <a:r>
              <a:rPr lang="sv-SE" i="1" dirty="0" err="1"/>
              <a:t>About</a:t>
            </a:r>
            <a:r>
              <a:rPr lang="sv-SE" dirty="0"/>
              <a:t>-fönster när vi väljer</a:t>
            </a:r>
            <a:br>
              <a:rPr lang="sv-SE" dirty="0"/>
            </a:br>
            <a:r>
              <a:rPr lang="sv-SE" dirty="0"/>
              <a:t>det alternativet från </a:t>
            </a:r>
            <a:r>
              <a:rPr lang="sv-SE" i="1" dirty="0" err="1"/>
              <a:t>Help</a:t>
            </a:r>
            <a:r>
              <a:rPr lang="sv-SE" dirty="0"/>
              <a:t>-menyn</a:t>
            </a:r>
          </a:p>
          <a:p>
            <a:pPr lvl="1"/>
            <a:endParaRPr lang="sv-SE" dirty="0"/>
          </a:p>
          <a:p>
            <a:endParaRPr lang="sv-SE" dirty="0">
              <a:solidFill>
                <a:srgbClr val="92D050"/>
              </a:solidFill>
            </a:endParaRPr>
          </a:p>
          <a:p>
            <a:pPr lvl="1"/>
            <a:endParaRPr lang="sv-SE" dirty="0"/>
          </a:p>
          <a:p>
            <a:endParaRPr lang="sv-SE" dirty="0"/>
          </a:p>
          <a:p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D9647EFF-74EF-46BF-8C51-90BC55EF0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09" y="4312777"/>
            <a:ext cx="3946373" cy="2050238"/>
          </a:xfrm>
          <a:prstGeom prst="rect">
            <a:avLst/>
          </a:prstGeom>
        </p:spPr>
      </p:pic>
      <p:pic>
        <p:nvPicPr>
          <p:cNvPr id="6" name="Bildobjekt 5">
            <a:extLst>
              <a:ext uri="{FF2B5EF4-FFF2-40B4-BE49-F238E27FC236}">
                <a16:creationId xmlns:a16="http://schemas.microsoft.com/office/drawing/2014/main" id="{FD6297A6-FCC8-4441-86F2-CFA55B8B06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2786" y="4933872"/>
            <a:ext cx="2362866" cy="133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01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" y="89634"/>
            <a:ext cx="10515600" cy="591404"/>
          </a:xfrm>
        </p:spPr>
        <p:txBody>
          <a:bodyPr/>
          <a:lstStyle/>
          <a:p>
            <a:r>
              <a:rPr lang="sv-SE" dirty="0"/>
              <a:t>WINMAIN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99" y="899998"/>
            <a:ext cx="9416321" cy="5742627"/>
          </a:xfrm>
        </p:spPr>
        <p:txBody>
          <a:bodyPr>
            <a:normAutofit/>
          </a:bodyPr>
          <a:lstStyle/>
          <a:p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wWinMain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/>
              <a:t>När vi skapar en applikation med fönsterhantering så heter vår startfunktion inte längre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sv-SE" dirty="0"/>
              <a:t> utan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WinMain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sv-SE" dirty="0"/>
              <a:t> eller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wWinMain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sv-SE" dirty="0"/>
              <a:t>Skapar fönstret: anropar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MyRegisterClass</a:t>
            </a:r>
            <a:r>
              <a:rPr lang="sv-SE" dirty="0"/>
              <a:t> och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InitInstance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/>
              <a:t>Meddelandeloopen</a:t>
            </a:r>
          </a:p>
          <a:p>
            <a:pPr lvl="2"/>
            <a:r>
              <a:rPr lang="sv-SE" dirty="0"/>
              <a:t>När vi interagerar med vårt fönster på något sätt skickar operativsystemet det som ett meddelande till vår applikation (</a:t>
            </a:r>
            <a:r>
              <a:rPr lang="sv-SE" i="1" dirty="0"/>
              <a:t>events</a:t>
            </a:r>
            <a:r>
              <a:rPr lang="sv-SE" dirty="0"/>
              <a:t>)</a:t>
            </a:r>
          </a:p>
          <a:p>
            <a:pPr lvl="2"/>
            <a:r>
              <a:rPr lang="sv-SE" dirty="0"/>
              <a:t>Meddelandeloopen hanterar dessa fönstermeddelanden</a:t>
            </a:r>
          </a:p>
          <a:p>
            <a:pPr lvl="2"/>
            <a:r>
              <a:rPr lang="sv-SE" dirty="0"/>
              <a:t>Om vi inte hanterar fönstermeddelanden kommer vårt program att kännas </a:t>
            </a:r>
            <a:r>
              <a:rPr lang="sv-SE" dirty="0" err="1"/>
              <a:t>oresponsivt</a:t>
            </a:r>
            <a:r>
              <a:rPr lang="sv-SE" dirty="0"/>
              <a:t>.</a:t>
            </a:r>
            <a:br>
              <a:rPr lang="sv-SE" dirty="0"/>
            </a:br>
            <a:r>
              <a:rPr lang="sv-SE" dirty="0"/>
              <a:t>Exempel:</a:t>
            </a:r>
            <a:br>
              <a:rPr lang="sv-SE" dirty="0"/>
            </a:br>
            <a:r>
              <a:rPr lang="sv-SE" dirty="0"/>
              <a:t>Vi försöker flytta fönstret, hanteras det inte så händer inget</a:t>
            </a:r>
          </a:p>
          <a:p>
            <a:pPr lvl="1"/>
            <a:endParaRPr lang="sv-SE" dirty="0"/>
          </a:p>
          <a:p>
            <a:endParaRPr lang="sv-SE" dirty="0">
              <a:solidFill>
                <a:srgbClr val="92D050"/>
              </a:solidFill>
            </a:endParaRPr>
          </a:p>
          <a:p>
            <a:pPr lvl="1"/>
            <a:endParaRPr lang="sv-SE" dirty="0"/>
          </a:p>
          <a:p>
            <a:endParaRPr lang="sv-SE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7137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" y="89634"/>
            <a:ext cx="10515600" cy="591404"/>
          </a:xfrm>
        </p:spPr>
        <p:txBody>
          <a:bodyPr/>
          <a:lstStyle/>
          <a:p>
            <a:r>
              <a:rPr lang="sv-SE" dirty="0"/>
              <a:t>WINMAIN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99" y="899998"/>
            <a:ext cx="9416321" cy="5742627"/>
          </a:xfrm>
        </p:spPr>
        <p:txBody>
          <a:bodyPr>
            <a:normAutofit/>
          </a:bodyPr>
          <a:lstStyle/>
          <a:p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wWinMain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/>
              <a:t>Fönstret skapas genom att anropa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MyRegisterClass</a:t>
            </a:r>
            <a:r>
              <a:rPr lang="sv-SE" dirty="0"/>
              <a:t> och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InitInstance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sv-SE" dirty="0"/>
              <a:t>Efter att detta är gjort kan vi lägga till vår egen kod för initialisering</a:t>
            </a:r>
          </a:p>
          <a:p>
            <a:endParaRPr lang="sv-SE" dirty="0">
              <a:solidFill>
                <a:srgbClr val="92D050"/>
              </a:solidFill>
            </a:endParaRPr>
          </a:p>
          <a:p>
            <a:pPr lvl="1"/>
            <a:endParaRPr lang="sv-SE" dirty="0"/>
          </a:p>
          <a:p>
            <a:endParaRPr lang="sv-SE" dirty="0"/>
          </a:p>
          <a:p>
            <a:endParaRPr lang="sv-SE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D72A14FC-94C3-4C71-A4A9-D55AEECA3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381" y="2741054"/>
            <a:ext cx="6707449" cy="3707844"/>
          </a:xfrm>
          <a:prstGeom prst="rect">
            <a:avLst/>
          </a:prstGeom>
        </p:spPr>
      </p:pic>
      <p:sp>
        <p:nvSpPr>
          <p:cNvPr id="5" name="textruta 4">
            <a:extLst>
              <a:ext uri="{FF2B5EF4-FFF2-40B4-BE49-F238E27FC236}">
                <a16:creationId xmlns:a16="http://schemas.microsoft.com/office/drawing/2014/main" id="{F91B4168-841F-464C-BA87-B9B283CDA48A}"/>
              </a:ext>
            </a:extLst>
          </p:cNvPr>
          <p:cNvSpPr txBox="1"/>
          <p:nvPr/>
        </p:nvSpPr>
        <p:spPr>
          <a:xfrm>
            <a:off x="480207" y="3675494"/>
            <a:ext cx="23536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2000" dirty="0">
                <a:solidFill>
                  <a:schemeClr val="bg1"/>
                </a:solidFill>
                <a:latin typeface="Montserrat Light" panose="00000400000000000000" pitchFamily="2" charset="0"/>
              </a:rPr>
              <a:t>Vår egen kod för initialisering</a:t>
            </a:r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4F2DBA6C-1E59-4F8E-B437-7BE4580C289A}"/>
              </a:ext>
            </a:extLst>
          </p:cNvPr>
          <p:cNvSpPr txBox="1"/>
          <p:nvPr/>
        </p:nvSpPr>
        <p:spPr>
          <a:xfrm>
            <a:off x="233999" y="5414867"/>
            <a:ext cx="25998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2000" dirty="0">
                <a:solidFill>
                  <a:schemeClr val="bg1"/>
                </a:solidFill>
                <a:latin typeface="Montserrat Light" panose="00000400000000000000" pitchFamily="2" charset="0"/>
              </a:rPr>
              <a:t>Meddelandeloop</a:t>
            </a:r>
          </a:p>
        </p:txBody>
      </p:sp>
      <p:cxnSp>
        <p:nvCxnSpPr>
          <p:cNvPr id="9" name="Rak pilkoppling 8">
            <a:extLst>
              <a:ext uri="{FF2B5EF4-FFF2-40B4-BE49-F238E27FC236}">
                <a16:creationId xmlns:a16="http://schemas.microsoft.com/office/drawing/2014/main" id="{02707C52-4533-488B-9DAA-A99FF44C491F}"/>
              </a:ext>
            </a:extLst>
          </p:cNvPr>
          <p:cNvCxnSpPr>
            <a:cxnSpLocks/>
          </p:cNvCxnSpPr>
          <p:nvPr/>
        </p:nvCxnSpPr>
        <p:spPr>
          <a:xfrm>
            <a:off x="2833884" y="4027894"/>
            <a:ext cx="48365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Vänster klammerparentes 11">
            <a:extLst>
              <a:ext uri="{FF2B5EF4-FFF2-40B4-BE49-F238E27FC236}">
                <a16:creationId xmlns:a16="http://schemas.microsoft.com/office/drawing/2014/main" id="{9A76DDD4-B5DC-4E4E-8180-7414DDE0F979}"/>
              </a:ext>
            </a:extLst>
          </p:cNvPr>
          <p:cNvSpPr/>
          <p:nvPr/>
        </p:nvSpPr>
        <p:spPr>
          <a:xfrm>
            <a:off x="3022809" y="4844053"/>
            <a:ext cx="324952" cy="1569109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94415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7" grpId="0"/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" y="89634"/>
            <a:ext cx="10515600" cy="591404"/>
          </a:xfrm>
        </p:spPr>
        <p:txBody>
          <a:bodyPr/>
          <a:lstStyle/>
          <a:p>
            <a:r>
              <a:rPr lang="sv-SE" dirty="0"/>
              <a:t>MEDDELANDELOOPEN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99" y="899998"/>
            <a:ext cx="9416321" cy="5742627"/>
          </a:xfrm>
        </p:spPr>
        <p:txBody>
          <a:bodyPr>
            <a:normAutofit/>
          </a:bodyPr>
          <a:lstStyle/>
          <a:p>
            <a:r>
              <a:rPr lang="sv-SE" dirty="0"/>
              <a:t>Meddelandeloopen</a:t>
            </a:r>
          </a:p>
          <a:p>
            <a:pPr lvl="1"/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GetMessage</a:t>
            </a:r>
            <a:r>
              <a:rPr lang="sv-SE" dirty="0"/>
              <a:t> stannar</a:t>
            </a:r>
            <a:br>
              <a:rPr lang="sv-SE" dirty="0"/>
            </a:br>
            <a:r>
              <a:rPr lang="sv-SE" dirty="0"/>
              <a:t>körningen och väntar tills det</a:t>
            </a:r>
            <a:br>
              <a:rPr lang="sv-SE" dirty="0"/>
            </a:br>
            <a:r>
              <a:rPr lang="sv-SE" dirty="0"/>
              <a:t>finns ett fönstermeddelande</a:t>
            </a:r>
            <a:endParaRPr lang="sv-SE" dirty="0">
              <a:latin typeface="Consolas" panose="020B0609020204030204" pitchFamily="49" charset="0"/>
            </a:endParaRPr>
          </a:p>
          <a:p>
            <a:pPr lvl="1"/>
            <a:r>
              <a:rPr lang="sv-SE" dirty="0"/>
              <a:t>Loopen kör så länge meddelandet</a:t>
            </a:r>
            <a:br>
              <a:rPr lang="sv-SE" dirty="0"/>
            </a:br>
            <a:r>
              <a:rPr lang="sv-SE" dirty="0"/>
              <a:t>inte är 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WM_QUIT </a:t>
            </a:r>
            <a:r>
              <a:rPr lang="sv-SE" dirty="0"/>
              <a:t>(att applikationen avslutats)</a:t>
            </a:r>
          </a:p>
          <a:p>
            <a:pPr lvl="1"/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TranslateMessage</a:t>
            </a:r>
            <a:r>
              <a:rPr lang="sv-SE" dirty="0"/>
              <a:t> formaterar fönstermeddelandet</a:t>
            </a:r>
          </a:p>
          <a:p>
            <a:pPr lvl="1"/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DispatchMessage</a:t>
            </a:r>
            <a:r>
              <a:rPr lang="sv-SE" dirty="0"/>
              <a:t> skickar meddelandet till fönsterproceduren</a:t>
            </a:r>
          </a:p>
          <a:p>
            <a:r>
              <a:rPr lang="sv-SE" dirty="0"/>
              <a:t>När ni gör egen fönsterhantering bör ni inte använda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GetMessage</a:t>
            </a:r>
            <a:endParaRPr lang="sv-S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/>
              <a:t>Pausar körningen</a:t>
            </a:r>
          </a:p>
          <a:p>
            <a:pPr lvl="1"/>
            <a:r>
              <a:rPr lang="sv-SE" dirty="0"/>
              <a:t>Bättre att använda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PeekMessage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v-SE" dirty="0"/>
              <a:t>i spel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sv-SE" dirty="0"/>
              <a:t>Returnerar direkt, oavsett om det fanns ett meddelande eller inte, så ingen paus</a:t>
            </a:r>
          </a:p>
          <a:p>
            <a:pPr lvl="1"/>
            <a:endParaRPr lang="sv-SE" dirty="0"/>
          </a:p>
          <a:p>
            <a:endParaRPr lang="sv-SE" dirty="0">
              <a:solidFill>
                <a:srgbClr val="92D050"/>
              </a:solidFill>
            </a:endParaRPr>
          </a:p>
          <a:p>
            <a:pPr lvl="1"/>
            <a:endParaRPr lang="sv-SE" dirty="0"/>
          </a:p>
          <a:p>
            <a:endParaRPr lang="sv-SE" dirty="0"/>
          </a:p>
          <a:p>
            <a:endParaRPr lang="sv-SE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87835B44-EBE3-4E56-A4FA-198B85483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732" y="899998"/>
            <a:ext cx="4618460" cy="177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08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" y="89634"/>
            <a:ext cx="10515600" cy="591404"/>
          </a:xfrm>
        </p:spPr>
        <p:txBody>
          <a:bodyPr/>
          <a:lstStyle/>
          <a:p>
            <a:r>
              <a:rPr lang="sv-SE" dirty="0"/>
              <a:t>FÖNSTERPROCEDUREN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99" y="899998"/>
            <a:ext cx="9416321" cy="5742627"/>
          </a:xfrm>
        </p:spPr>
        <p:txBody>
          <a:bodyPr>
            <a:normAutofit/>
          </a:bodyPr>
          <a:lstStyle/>
          <a:p>
            <a:r>
              <a:rPr lang="sv-SE" dirty="0"/>
              <a:t>När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DispatchMessage</a:t>
            </a:r>
            <a:r>
              <a:rPr lang="sv-SE" dirty="0"/>
              <a:t> anropas skickas meddelandet till fönsterproceduren</a:t>
            </a:r>
          </a:p>
          <a:p>
            <a:pPr lvl="1"/>
            <a:r>
              <a:rPr lang="sv-SE" dirty="0"/>
              <a:t>Den funktion vi angav namnet på när vi registrerade fönstret</a:t>
            </a:r>
          </a:p>
          <a:p>
            <a:pPr lvl="1"/>
            <a:r>
              <a:rPr lang="sv-SE" dirty="0"/>
              <a:t>Heter oftast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WndProc</a:t>
            </a:r>
            <a:r>
              <a:rPr lang="sv-SE" dirty="0"/>
              <a:t>, men det går att ha andra namn</a:t>
            </a:r>
          </a:p>
        </p:txBody>
      </p:sp>
      <p:grpSp>
        <p:nvGrpSpPr>
          <p:cNvPr id="6" name="Grupp 5">
            <a:extLst>
              <a:ext uri="{FF2B5EF4-FFF2-40B4-BE49-F238E27FC236}">
                <a16:creationId xmlns:a16="http://schemas.microsoft.com/office/drawing/2014/main" id="{0C1CEB43-7AEB-C0AB-E465-2762DB26E1C4}"/>
              </a:ext>
            </a:extLst>
          </p:cNvPr>
          <p:cNvGrpSpPr/>
          <p:nvPr/>
        </p:nvGrpSpPr>
        <p:grpSpPr>
          <a:xfrm>
            <a:off x="347330" y="3472356"/>
            <a:ext cx="9379688" cy="2527124"/>
            <a:chOff x="347330" y="3472356"/>
            <a:chExt cx="9379688" cy="2527124"/>
          </a:xfrm>
        </p:grpSpPr>
        <p:pic>
          <p:nvPicPr>
            <p:cNvPr id="4" name="Bildobjekt 4" descr="En bild som visar text&#10;&#10;Automatiskt genererad beskrivning">
              <a:extLst>
                <a:ext uri="{FF2B5EF4-FFF2-40B4-BE49-F238E27FC236}">
                  <a16:creationId xmlns:a16="http://schemas.microsoft.com/office/drawing/2014/main" id="{E5085093-C80C-9327-1AFE-818EF39B6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7330" y="3475006"/>
              <a:ext cx="4524153" cy="2512964"/>
            </a:xfrm>
            <a:prstGeom prst="rect">
              <a:avLst/>
            </a:prstGeom>
          </p:spPr>
        </p:pic>
        <p:pic>
          <p:nvPicPr>
            <p:cNvPr id="5" name="Bildobjekt 5" descr="En bild som visar text&#10;&#10;Automatiskt genererad beskrivning">
              <a:extLst>
                <a:ext uri="{FF2B5EF4-FFF2-40B4-BE49-F238E27FC236}">
                  <a16:creationId xmlns:a16="http://schemas.microsoft.com/office/drawing/2014/main" id="{E681787C-D71F-105B-E2BF-A48F89D7EA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72493" y="3472356"/>
              <a:ext cx="4754525" cy="25271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702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" y="89634"/>
            <a:ext cx="10515600" cy="591404"/>
          </a:xfrm>
        </p:spPr>
        <p:txBody>
          <a:bodyPr/>
          <a:lstStyle/>
          <a:p>
            <a:r>
              <a:rPr lang="sv-SE" dirty="0"/>
              <a:t>FÖNSTERPROCEDUREN - WNDPROC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67A9D898-8013-4726-8900-402C5EE17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224" y="741047"/>
            <a:ext cx="6222909" cy="593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541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F831-1BBA-4D12-8A04-228B9D62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" y="89634"/>
            <a:ext cx="10515600" cy="591404"/>
          </a:xfrm>
        </p:spPr>
        <p:txBody>
          <a:bodyPr/>
          <a:lstStyle/>
          <a:p>
            <a:r>
              <a:rPr lang="sv-SE" dirty="0"/>
              <a:t>WNDPROC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4FDE-CAF3-412E-8773-7AAC69924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99" y="899998"/>
            <a:ext cx="9378537" cy="5742627"/>
          </a:xfrm>
        </p:spPr>
        <p:txBody>
          <a:bodyPr>
            <a:normAutofit/>
          </a:bodyPr>
          <a:lstStyle/>
          <a:p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WndProc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/>
              <a:t>Består av en </a:t>
            </a:r>
            <a:r>
              <a:rPr lang="sv-S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sv-SE" dirty="0"/>
              <a:t>-sats som kollar meddelandets typ</a:t>
            </a:r>
          </a:p>
          <a:p>
            <a:pPr lvl="1"/>
            <a:r>
              <a:rPr lang="sv-SE" dirty="0"/>
              <a:t>Beroende på vilket meddelande det är kan vi göra olika</a:t>
            </a:r>
          </a:p>
          <a:p>
            <a:pPr lvl="2"/>
            <a:r>
              <a:rPr lang="sv-SE" dirty="0"/>
              <a:t>Det finns </a:t>
            </a:r>
            <a:r>
              <a:rPr lang="sv-SE" dirty="0" err="1"/>
              <a:t>defines</a:t>
            </a:r>
            <a:r>
              <a:rPr lang="sv-SE" dirty="0"/>
              <a:t> för olika meddelandetyper.</a:t>
            </a:r>
            <a:br>
              <a:rPr lang="sv-SE" dirty="0"/>
            </a:br>
            <a:r>
              <a:rPr lang="sv-SE" dirty="0"/>
              <a:t>exempel: 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WM_QUIT</a:t>
            </a:r>
            <a:r>
              <a:rPr lang="sv-SE" dirty="0"/>
              <a:t>, 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WM_PAINT</a:t>
            </a:r>
            <a:r>
              <a:rPr lang="sv-SE" dirty="0"/>
              <a:t>, 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WM_RESIZE</a:t>
            </a:r>
          </a:p>
          <a:p>
            <a:pPr lvl="1"/>
            <a:r>
              <a:rPr lang="sv-SE" dirty="0"/>
              <a:t>De övriga parametrarna: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wParam</a:t>
            </a:r>
            <a:r>
              <a:rPr lang="sv-SE" dirty="0"/>
              <a:t> och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lParam</a:t>
            </a:r>
            <a:r>
              <a:rPr lang="sv-SE" dirty="0"/>
              <a:t> innehåller ytterligare information om meddelandet</a:t>
            </a:r>
          </a:p>
          <a:p>
            <a:pPr lvl="2"/>
            <a:r>
              <a:rPr lang="sv-SE" dirty="0"/>
              <a:t>Olika information beroende på vilket meddelande det är</a:t>
            </a:r>
            <a:br>
              <a:rPr lang="sv-SE" dirty="0"/>
            </a:br>
            <a:r>
              <a:rPr lang="sv-SE" dirty="0"/>
              <a:t>– </a:t>
            </a:r>
            <a:r>
              <a:rPr lang="sv-SE" dirty="0">
                <a:solidFill>
                  <a:schemeClr val="accent6">
                    <a:lumMod val="75000"/>
                  </a:schemeClr>
                </a:solidFill>
              </a:rPr>
              <a:t>Google is </a:t>
            </a:r>
            <a:r>
              <a:rPr lang="sv-SE" dirty="0" err="1">
                <a:solidFill>
                  <a:schemeClr val="accent6">
                    <a:lumMod val="75000"/>
                  </a:schemeClr>
                </a:solidFill>
              </a:rPr>
              <a:t>your</a:t>
            </a:r>
            <a:r>
              <a:rPr lang="sv-SE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sv-SE" dirty="0" err="1">
                <a:solidFill>
                  <a:schemeClr val="accent6">
                    <a:lumMod val="75000"/>
                  </a:schemeClr>
                </a:solidFill>
              </a:rPr>
              <a:t>friend</a:t>
            </a:r>
            <a:r>
              <a:rPr lang="sv-SE" dirty="0">
                <a:solidFill>
                  <a:schemeClr val="accent6">
                    <a:lumMod val="75000"/>
                  </a:schemeClr>
                </a:solidFill>
              </a:rPr>
              <a:t>!</a:t>
            </a:r>
          </a:p>
          <a:p>
            <a:pPr lvl="1"/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sv-SE" dirty="0"/>
              <a:t> </a:t>
            </a:r>
            <a:r>
              <a:rPr lang="sv-SE" b="1" dirty="0"/>
              <a:t>bör alltid</a:t>
            </a:r>
            <a:r>
              <a:rPr lang="sv-SE" dirty="0"/>
              <a:t> vara att skicka meddelandet till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DefWindowProc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sv-SE" dirty="0"/>
              <a:t>Då skickar vi vidare fönstermeddelandet till Windows standardfunktion för att hantera meddelanden</a:t>
            </a:r>
          </a:p>
          <a:p>
            <a:pPr lvl="2"/>
            <a:r>
              <a:rPr lang="sv-SE" dirty="0"/>
              <a:t>Tar hand om alla meddelanden vi inte tar hand om, ex. flyttar fönstret, och utför standardreaktionerna på meddelandet</a:t>
            </a:r>
          </a:p>
          <a:p>
            <a:pPr lvl="1"/>
            <a:r>
              <a:rPr lang="sv-SE" dirty="0">
                <a:solidFill>
                  <a:schemeClr val="accent6">
                    <a:lumMod val="75000"/>
                  </a:schemeClr>
                </a:solidFill>
              </a:rPr>
              <a:t>Här kan vi uppdatera </a:t>
            </a:r>
            <a:r>
              <a:rPr lang="sv-SE" dirty="0" err="1">
                <a:solidFill>
                  <a:schemeClr val="accent6">
                    <a:lumMod val="75000"/>
                  </a:schemeClr>
                </a:solidFill>
              </a:rPr>
              <a:t>InputManagern</a:t>
            </a:r>
            <a:endParaRPr lang="sv-SE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48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BDB6501-1A2E-9D05-3F9E-23BFF954A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Events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F208167-7708-9BC2-6DA1-D6F1CC61E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99" y="900000"/>
            <a:ext cx="11720107" cy="5280148"/>
          </a:xfrm>
        </p:spPr>
        <p:txBody>
          <a:bodyPr/>
          <a:lstStyle/>
          <a:p>
            <a:r>
              <a:rPr lang="sv-SE" dirty="0"/>
              <a:t>Mus och tangentbord skapar också events. Ex:</a:t>
            </a:r>
          </a:p>
          <a:p>
            <a:pPr lvl="1"/>
            <a:r>
              <a:rPr lang="sv-SE" sz="1800" b="1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WM_LBUTTONDOWN</a:t>
            </a:r>
            <a:r>
              <a:rPr lang="sv-SE" sz="1800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/>
            <a:r>
              <a:rPr lang="sv-SE" sz="1800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Vänster musknapp nedtryckt</a:t>
            </a:r>
          </a:p>
          <a:p>
            <a:pPr lvl="1"/>
            <a:r>
              <a:rPr lang="sv-SE" sz="1800" b="1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WM_KEYDOWN</a:t>
            </a:r>
            <a:r>
              <a:rPr lang="sv-SE" sz="1800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sv-SE" sz="1800" dirty="0">
              <a:latin typeface="Montserrat" panose="000005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sv-SE" dirty="0">
                <a:latin typeface="Montserrat" panose="00000500000000000000" pitchFamily="2" charset="0"/>
                <a:cs typeface="Times New Roman" panose="02020603050405020304" pitchFamily="18" charset="0"/>
              </a:rPr>
              <a:t>Tangent nertryckt</a:t>
            </a:r>
          </a:p>
          <a:p>
            <a:pPr lvl="2"/>
            <a:endParaRPr lang="sv-SE" dirty="0"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r>
              <a:rPr lang="sv-SE" dirty="0">
                <a:latin typeface="Montserrat" panose="00000500000000000000" pitchFamily="2" charset="0"/>
                <a:cs typeface="Times New Roman" panose="02020603050405020304" pitchFamily="18" charset="0"/>
              </a:rPr>
              <a:t>Mer info</a:t>
            </a:r>
          </a:p>
          <a:p>
            <a:pPr lvl="1"/>
            <a:r>
              <a:rPr lang="sv-SE" sz="1800" dirty="0">
                <a:hlinkClick r:id="rId2"/>
              </a:rPr>
              <a:t>https://learn.microsoft.com/en-us/windows/win32/inputdev/mouse-input</a:t>
            </a:r>
            <a:endParaRPr lang="sv-SE" sz="1800" dirty="0"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lvl="1"/>
            <a:r>
              <a:rPr lang="sv-SE" sz="1800" dirty="0">
                <a:hlinkClick r:id="rId3"/>
              </a:rPr>
              <a:t>https://learn.microsoft.com/en-us/windows/win32/inputdev/keyboard-input</a:t>
            </a:r>
            <a:endParaRPr lang="sv-SE" sz="1800" dirty="0"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lvl="1"/>
            <a:r>
              <a:rPr lang="sv-SE" sz="1800" dirty="0">
                <a:hlinkClick r:id="rId4"/>
              </a:rPr>
              <a:t>https://learn.microsoft.com/en-us/windows/win32/inputdev/virtual-key-codes</a:t>
            </a:r>
            <a:endParaRPr lang="sv-SE" sz="1600" dirty="0"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lvl="1"/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669862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535B810-D1C9-4DE6-B498-7412E7408E50}"/>
              </a:ext>
            </a:extLst>
          </p:cNvPr>
          <p:cNvSpPr txBox="1">
            <a:spLocks/>
          </p:cNvSpPr>
          <p:nvPr/>
        </p:nvSpPr>
        <p:spPr>
          <a:xfrm>
            <a:off x="1107742" y="3365568"/>
            <a:ext cx="9976513" cy="678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sv-SE" sz="2000" spc="300" dirty="0">
                <a:solidFill>
                  <a:schemeClr val="bg1"/>
                </a:solidFill>
                <a:effectLst>
                  <a:glow rad="12700">
                    <a:schemeClr val="tx1">
                      <a:lumMod val="95000"/>
                      <a:lumOff val="5000"/>
                    </a:schemeClr>
                  </a:glow>
                </a:effectLst>
                <a:latin typeface="Barlow Semi Condensed" panose="00000506000000000000" pitchFamily="2" charset="0"/>
              </a:rPr>
              <a:t>SKRIVA UT INFORMATION</a:t>
            </a:r>
            <a:endParaRPr lang="en-SE" sz="2000" spc="300" dirty="0">
              <a:effectLst>
                <a:glow rad="25400">
                  <a:schemeClr val="tx1">
                    <a:lumMod val="95000"/>
                    <a:lumOff val="5000"/>
                  </a:schemeClr>
                </a:glow>
              </a:effectLst>
              <a:latin typeface="Barlow Semi Condensed" panose="00000506000000000000" pitchFamily="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DB90860-40E3-477A-87E3-AA8F487894D1}"/>
              </a:ext>
            </a:extLst>
          </p:cNvPr>
          <p:cNvSpPr txBox="1">
            <a:spLocks/>
          </p:cNvSpPr>
          <p:nvPr/>
        </p:nvSpPr>
        <p:spPr>
          <a:xfrm>
            <a:off x="581115" y="2625126"/>
            <a:ext cx="10503142" cy="8038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br>
              <a:rPr lang="sv-SE" altLang="sv-SE" sz="4800" spc="600" dirty="0">
                <a:solidFill>
                  <a:schemeClr val="bg1"/>
                </a:solidFill>
                <a:effectLst>
                  <a:glow>
                    <a:schemeClr val="tx1">
                      <a:lumMod val="95000"/>
                      <a:lumOff val="5000"/>
                    </a:schemeClr>
                  </a:glow>
                </a:effectLst>
                <a:latin typeface="Barlow Semi Condensed" panose="00000506000000000000" pitchFamily="2" charset="0"/>
              </a:rPr>
            </a:br>
            <a:r>
              <a:rPr lang="sv-SE" altLang="sv-SE" sz="4800" spc="600" dirty="0">
                <a:solidFill>
                  <a:schemeClr val="bg1"/>
                </a:solidFill>
                <a:effectLst>
                  <a:glow>
                    <a:schemeClr val="tx1">
                      <a:lumMod val="95000"/>
                      <a:lumOff val="5000"/>
                    </a:schemeClr>
                  </a:glow>
                </a:effectLst>
                <a:latin typeface="Barlow Semi Condensed" panose="00000506000000000000" pitchFamily="2" charset="0"/>
              </a:rPr>
              <a:t>INTRODUKTION TILL C++</a:t>
            </a:r>
            <a:endParaRPr lang="en-SE" sz="4800" spc="600" dirty="0">
              <a:effectLst>
                <a:glow>
                  <a:schemeClr val="tx1">
                    <a:lumMod val="95000"/>
                    <a:lumOff val="5000"/>
                  </a:schemeClr>
                </a:glow>
              </a:effectLst>
              <a:latin typeface="Barlow Semi Condensed" panose="000005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796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SKRIVA UT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899999"/>
            <a:ext cx="9340750" cy="5651941"/>
          </a:xfrm>
        </p:spPr>
        <p:txBody>
          <a:bodyPr>
            <a:normAutofit/>
          </a:bodyPr>
          <a:lstStyle/>
          <a:p>
            <a:r>
              <a:rPr lang="sv-SE" dirty="0"/>
              <a:t>När vi kör konsolapplikationer är det lätt att skriva ut text med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endParaRPr lang="sv-SE" dirty="0"/>
          </a:p>
          <a:p>
            <a:r>
              <a:rPr lang="sv-SE" dirty="0"/>
              <a:t>Har vi ett Windowsfönster kan vi inte skriva det på samma sätt</a:t>
            </a:r>
          </a:p>
          <a:p>
            <a:endParaRPr lang="sv-SE" dirty="0"/>
          </a:p>
          <a:p>
            <a:r>
              <a:rPr lang="sv-SE" dirty="0"/>
              <a:t>Så hur gör vi om vi vill skriva ut information?</a:t>
            </a:r>
            <a:br>
              <a:rPr lang="sv-SE" dirty="0"/>
            </a:br>
            <a:r>
              <a:rPr lang="sv-SE" dirty="0"/>
              <a:t>(exempel </a:t>
            </a:r>
            <a:r>
              <a:rPr lang="sv-SE" dirty="0" err="1"/>
              <a:t>debuginformation</a:t>
            </a:r>
            <a:r>
              <a:rPr lang="sv-SE" dirty="0"/>
              <a:t>)?</a:t>
            </a:r>
          </a:p>
          <a:p>
            <a:pPr lvl="1"/>
            <a:r>
              <a:rPr lang="sv-SE" dirty="0"/>
              <a:t>Skapa en konsol att skriva ut till</a:t>
            </a:r>
          </a:p>
          <a:p>
            <a:pPr lvl="1"/>
            <a:r>
              <a:rPr lang="sv-SE" dirty="0"/>
              <a:t>Skriva ut till Output-fönstret</a:t>
            </a:r>
          </a:p>
          <a:p>
            <a:pPr lvl="2"/>
            <a:r>
              <a:rPr lang="sv-SE" dirty="0"/>
              <a:t>Fönstret i Visual Studio där info hamnar till exempel från kompileringar eller om </a:t>
            </a:r>
            <a:r>
              <a:rPr lang="sv-SE" dirty="0" err="1"/>
              <a:t>minnesläckor</a:t>
            </a:r>
            <a:endParaRPr lang="sv-SE" dirty="0"/>
          </a:p>
          <a:p>
            <a:pPr lvl="1"/>
            <a:r>
              <a:rPr lang="sv-SE" dirty="0"/>
              <a:t>Visa en meddelanderuta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470334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SKAPA EN KONSOL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899999"/>
            <a:ext cx="9340750" cy="5651941"/>
          </a:xfrm>
        </p:spPr>
        <p:txBody>
          <a:bodyPr>
            <a:normAutofit/>
          </a:bodyPr>
          <a:lstStyle/>
          <a:p>
            <a:r>
              <a:rPr lang="sv-SE" dirty="0"/>
              <a:t>Att skapa en konsol är inte så svårt men kan ta en del kod</a:t>
            </a:r>
          </a:p>
          <a:p>
            <a:pPr lvl="1"/>
            <a:r>
              <a:rPr lang="sv-SE" dirty="0"/>
              <a:t>Konsolen måste allokeras</a:t>
            </a:r>
          </a:p>
          <a:p>
            <a:pPr lvl="1"/>
            <a:r>
              <a:rPr lang="sv-SE" dirty="0"/>
              <a:t>Output måste bindas till konsolen</a:t>
            </a:r>
          </a:p>
          <a:p>
            <a:pPr lvl="1"/>
            <a:r>
              <a:rPr lang="sv-SE" dirty="0"/>
              <a:t>Avsluta konsolen</a:t>
            </a:r>
          </a:p>
          <a:p>
            <a:pPr lvl="1"/>
            <a:r>
              <a:rPr lang="sv-SE" dirty="0"/>
              <a:t>Nu går det att skriva till konsolen</a:t>
            </a:r>
            <a:br>
              <a:rPr lang="sv-SE" dirty="0"/>
            </a:br>
            <a:r>
              <a:rPr lang="sv-SE" dirty="0"/>
              <a:t>som innan med:</a:t>
            </a:r>
            <a:br>
              <a:rPr lang="sv-SE" dirty="0"/>
            </a:b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”Text to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”;</a:t>
            </a:r>
          </a:p>
          <a:p>
            <a:pPr marL="0" indent="0">
              <a:buNone/>
            </a:pPr>
            <a:endParaRPr lang="sv-SE" dirty="0"/>
          </a:p>
          <a:p>
            <a:r>
              <a:rPr lang="sv-SE" dirty="0"/>
              <a:t>Mer information här:</a:t>
            </a:r>
          </a:p>
          <a:p>
            <a:pPr lvl="1"/>
            <a:r>
              <a:rPr lang="sv-SE" sz="1800" u="sng" dirty="0">
                <a:hlinkClick r:id="rId3"/>
              </a:rPr>
              <a:t>http://stackoverflow.com/questions/2501968/visual-c-enable-console</a:t>
            </a:r>
            <a:endParaRPr lang="sv-SE" sz="1800" u="sng" dirty="0"/>
          </a:p>
          <a:p>
            <a:pPr lvl="1"/>
            <a:r>
              <a:rPr lang="sv-SE" sz="1800" u="sng" dirty="0">
                <a:hlinkClick r:id="rId4"/>
              </a:rPr>
              <a:t>https://stackoverflow.com/a/42519952/5300002</a:t>
            </a:r>
            <a:endParaRPr lang="sv-SE" sz="1800" u="sng" dirty="0"/>
          </a:p>
          <a:p>
            <a:endParaRPr lang="sv-SE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A45D8575-36B0-483B-AC3C-2DF704A358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1236" y="1521598"/>
            <a:ext cx="4163095" cy="1442657"/>
          </a:xfrm>
          <a:prstGeom prst="rect">
            <a:avLst/>
          </a:prstGeom>
        </p:spPr>
      </p:pic>
      <p:pic>
        <p:nvPicPr>
          <p:cNvPr id="5" name="Bildobjekt 4">
            <a:extLst>
              <a:ext uri="{FF2B5EF4-FFF2-40B4-BE49-F238E27FC236}">
                <a16:creationId xmlns:a16="http://schemas.microsoft.com/office/drawing/2014/main" id="{337D84BE-59F8-4576-9758-4988AE0FEF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4493" y="3038016"/>
            <a:ext cx="2893514" cy="70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60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SKRIVA UT OUT-FÖNSTRET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899999"/>
            <a:ext cx="9340750" cy="5651941"/>
          </a:xfrm>
        </p:spPr>
        <p:txBody>
          <a:bodyPr>
            <a:normAutofit/>
          </a:bodyPr>
          <a:lstStyle/>
          <a:p>
            <a:r>
              <a:rPr lang="sv-SE" dirty="0"/>
              <a:t>Två funktioner:</a:t>
            </a:r>
          </a:p>
          <a:p>
            <a:pPr lvl="1"/>
            <a:r>
              <a:rPr lang="sv-SE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OutputDebugStringA</a:t>
            </a:r>
            <a:endParaRPr lang="sv-SE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OutputDebugStringW</a:t>
            </a:r>
            <a:endParaRPr lang="sv-SE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sv-SE" dirty="0">
              <a:latin typeface="Consolas" panose="020B0609020204030204" pitchFamily="49" charset="0"/>
            </a:endParaRPr>
          </a:p>
          <a:p>
            <a:r>
              <a:rPr lang="sv-SE" dirty="0"/>
              <a:t>Ligger i 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Windows.h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sv-SE" dirty="0">
              <a:latin typeface="Consolas" panose="020B0609020204030204" pitchFamily="49" charset="0"/>
            </a:endParaRPr>
          </a:p>
          <a:p>
            <a:endParaRPr lang="sv-SE" dirty="0"/>
          </a:p>
          <a:p>
            <a:r>
              <a:rPr lang="sv-SE" dirty="0"/>
              <a:t>Det finns även ett </a:t>
            </a:r>
            <a:r>
              <a:rPr lang="sv-SE" dirty="0" err="1"/>
              <a:t>macro</a:t>
            </a:r>
            <a:r>
              <a:rPr lang="sv-SE" dirty="0"/>
              <a:t>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OutputDebugString</a:t>
            </a:r>
            <a:r>
              <a:rPr lang="sv-SE" dirty="0"/>
              <a:t>, som helt enkelt refererar till en av dem</a:t>
            </a:r>
          </a:p>
          <a:p>
            <a:pPr lvl="1"/>
            <a:r>
              <a:rPr lang="sv-SE" dirty="0"/>
              <a:t>Bättre att använda den funktion man vill ha – tydligare</a:t>
            </a:r>
          </a:p>
          <a:p>
            <a:endParaRPr lang="sv-SE" dirty="0">
              <a:latin typeface="Consolas" panose="020B0609020204030204" pitchFamily="49" charset="0"/>
            </a:endParaRPr>
          </a:p>
          <a:p>
            <a:endParaRPr lang="sv-SE" dirty="0"/>
          </a:p>
        </p:txBody>
      </p:sp>
      <p:grpSp>
        <p:nvGrpSpPr>
          <p:cNvPr id="7" name="Grupp 6">
            <a:extLst>
              <a:ext uri="{FF2B5EF4-FFF2-40B4-BE49-F238E27FC236}">
                <a16:creationId xmlns:a16="http://schemas.microsoft.com/office/drawing/2014/main" id="{F1284517-8F27-1120-6A50-FD3C78F77DCE}"/>
              </a:ext>
            </a:extLst>
          </p:cNvPr>
          <p:cNvGrpSpPr/>
          <p:nvPr/>
        </p:nvGrpSpPr>
        <p:grpSpPr>
          <a:xfrm>
            <a:off x="5209309" y="688052"/>
            <a:ext cx="5721927" cy="3033193"/>
            <a:chOff x="5209309" y="688052"/>
            <a:chExt cx="5721927" cy="3033193"/>
          </a:xfrm>
        </p:grpSpPr>
        <p:pic>
          <p:nvPicPr>
            <p:cNvPr id="4" name="Bildobjekt 5" descr="En bild som visar text&#10;&#10;Automatiskt genererad beskrivning">
              <a:extLst>
                <a:ext uri="{FF2B5EF4-FFF2-40B4-BE49-F238E27FC236}">
                  <a16:creationId xmlns:a16="http://schemas.microsoft.com/office/drawing/2014/main" id="{6EFCAD4D-12AA-C1B3-0416-FD90CF996C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09309" y="1038780"/>
              <a:ext cx="5692238" cy="2682465"/>
            </a:xfrm>
            <a:prstGeom prst="rect">
              <a:avLst/>
            </a:prstGeom>
          </p:spPr>
        </p:pic>
        <p:pic>
          <p:nvPicPr>
            <p:cNvPr id="6" name="Bildobjekt 6">
              <a:extLst>
                <a:ext uri="{FF2B5EF4-FFF2-40B4-BE49-F238E27FC236}">
                  <a16:creationId xmlns:a16="http://schemas.microsoft.com/office/drawing/2014/main" id="{59B8B3F4-A1CC-7BF0-FA90-76B70B536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68686" y="688052"/>
              <a:ext cx="5662550" cy="3161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58569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SKRIVA UT OUT-FÖNSTRET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899999"/>
            <a:ext cx="9340750" cy="5651941"/>
          </a:xfrm>
        </p:spPr>
        <p:txBody>
          <a:bodyPr>
            <a:normAutofit/>
          </a:bodyPr>
          <a:lstStyle/>
          <a:p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OutputDebugStringA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(LPCSTR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LPCSTR</a:t>
            </a:r>
            <a:r>
              <a:rPr lang="sv-SE" dirty="0"/>
              <a:t> är en </a:t>
            </a:r>
            <a:r>
              <a:rPr lang="sv-SE" dirty="0" err="1"/>
              <a:t>typedef</a:t>
            </a:r>
            <a:r>
              <a:rPr lang="sv-SE" dirty="0"/>
              <a:t> för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 char*</a:t>
            </a:r>
          </a:p>
          <a:p>
            <a:pPr lvl="1"/>
            <a:r>
              <a:rPr lang="sv-SE" dirty="0"/>
              <a:t>Vanliga strängar går bra</a:t>
            </a:r>
          </a:p>
          <a:p>
            <a:pPr lvl="1"/>
            <a:endParaRPr lang="sv-SE" dirty="0">
              <a:latin typeface="Consolas" panose="020B0609020204030204" pitchFamily="49" charset="0"/>
            </a:endParaRPr>
          </a:p>
          <a:p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OutputDebugStringW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(LPCWSTR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LPCWSTR</a:t>
            </a:r>
            <a:r>
              <a:rPr lang="sv-SE" dirty="0"/>
              <a:t> är en </a:t>
            </a:r>
            <a:r>
              <a:rPr lang="sv-SE" dirty="0" err="1"/>
              <a:t>typedef</a:t>
            </a:r>
            <a:r>
              <a:rPr lang="sv-SE" dirty="0"/>
              <a:t> för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 WCHAR*</a:t>
            </a:r>
          </a:p>
          <a:p>
            <a:pPr lvl="1"/>
            <a:r>
              <a:rPr lang="sv-SE" dirty="0"/>
              <a:t>Strängar måste vara i 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WCHAR</a:t>
            </a:r>
            <a:r>
              <a:rPr lang="sv-SE" dirty="0"/>
              <a:t>, dvs när vi skriver en sträng sätter vi ett 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sv-SE" dirty="0"/>
              <a:t> framför</a:t>
            </a:r>
          </a:p>
          <a:p>
            <a:pPr lvl="1"/>
            <a:r>
              <a:rPr lang="sv-SE" dirty="0"/>
              <a:t>Använd inte just nu.</a:t>
            </a:r>
          </a:p>
          <a:p>
            <a:endParaRPr lang="sv-SE" dirty="0">
              <a:latin typeface="Consolas" panose="020B0609020204030204" pitchFamily="49" charset="0"/>
            </a:endParaRPr>
          </a:p>
          <a:p>
            <a:r>
              <a:rPr lang="sv-SE" dirty="0"/>
              <a:t>Exempel:</a:t>
            </a:r>
          </a:p>
          <a:p>
            <a:endParaRPr lang="sv-SE" dirty="0">
              <a:latin typeface="Consolas" panose="020B0609020204030204" pitchFamily="49" charset="0"/>
            </a:endParaRPr>
          </a:p>
          <a:p>
            <a:endParaRPr lang="sv-SE" dirty="0"/>
          </a:p>
        </p:txBody>
      </p:sp>
      <p:pic>
        <p:nvPicPr>
          <p:cNvPr id="4" name="Bildobjekt 4">
            <a:extLst>
              <a:ext uri="{FF2B5EF4-FFF2-40B4-BE49-F238E27FC236}">
                <a16:creationId xmlns:a16="http://schemas.microsoft.com/office/drawing/2014/main" id="{75494617-B368-428A-8ED1-083DCB2A3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996" y="5744979"/>
            <a:ext cx="7928758" cy="42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622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VISA EN MEDDELANDERUTA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899999"/>
            <a:ext cx="9340750" cy="5651941"/>
          </a:xfrm>
        </p:spPr>
        <p:txBody>
          <a:bodyPr>
            <a:normAutofit/>
          </a:bodyPr>
          <a:lstStyle/>
          <a:p>
            <a:r>
              <a:rPr lang="sv-SE" dirty="0"/>
              <a:t>Den finns i två versioner</a:t>
            </a:r>
          </a:p>
          <a:p>
            <a:pPr lvl="1"/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MessageBoxA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MessageBoxW</a:t>
            </a:r>
            <a:endParaRPr lang="sv-S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sv-SE" dirty="0">
              <a:latin typeface="Consolas" panose="020B0609020204030204" pitchFamily="49" charset="0"/>
            </a:endParaRPr>
          </a:p>
          <a:p>
            <a:r>
              <a:rPr lang="sv-SE" dirty="0"/>
              <a:t>Ligger i </a:t>
            </a:r>
            <a:r>
              <a:rPr lang="sv-S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sv-S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Windows.h</a:t>
            </a:r>
            <a:r>
              <a:rPr lang="sv-S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sv-SE" dirty="0">
              <a:latin typeface="Consolas" panose="020B0609020204030204" pitchFamily="49" charset="0"/>
            </a:endParaRPr>
          </a:p>
          <a:p>
            <a:r>
              <a:rPr lang="sv-SE" dirty="0"/>
              <a:t>Det finns även ett </a:t>
            </a:r>
            <a:r>
              <a:rPr lang="sv-SE" dirty="0" err="1"/>
              <a:t>macro</a:t>
            </a:r>
            <a:r>
              <a:rPr lang="sv-SE" dirty="0"/>
              <a:t>,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MessageBox</a:t>
            </a:r>
            <a:r>
              <a:rPr lang="sv-SE" dirty="0"/>
              <a:t>, som helt enkelt refererar till en av dem</a:t>
            </a:r>
          </a:p>
          <a:p>
            <a:pPr lvl="1"/>
            <a:r>
              <a:rPr lang="sv-SE" dirty="0"/>
              <a:t>Hos mig är det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MessageBoxW</a:t>
            </a:r>
            <a:endParaRPr lang="sv-SE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v-SE" dirty="0"/>
              <a:t>Bättre att använda den funktion man vill ha – tydligare</a:t>
            </a:r>
          </a:p>
          <a:p>
            <a:endParaRPr lang="sv-SE" dirty="0">
              <a:latin typeface="Consolas" panose="020B0609020204030204" pitchFamily="49" charset="0"/>
            </a:endParaRPr>
          </a:p>
          <a:p>
            <a:endParaRPr lang="sv-SE" dirty="0"/>
          </a:p>
        </p:txBody>
      </p:sp>
      <p:pic>
        <p:nvPicPr>
          <p:cNvPr id="5" name="Bildobjekt 5">
            <a:extLst>
              <a:ext uri="{FF2B5EF4-FFF2-40B4-BE49-F238E27FC236}">
                <a16:creationId xmlns:a16="http://schemas.microsoft.com/office/drawing/2014/main" id="{C0F7B396-3867-BBFE-B0D3-B4D97587D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761" y="904813"/>
            <a:ext cx="2710296" cy="262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872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VISA EN MEDDELANDERUTA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900000"/>
            <a:ext cx="9340750" cy="5311874"/>
          </a:xfrm>
        </p:spPr>
        <p:txBody>
          <a:bodyPr>
            <a:normAutofit/>
          </a:bodyPr>
          <a:lstStyle/>
          <a:p>
            <a:r>
              <a:rPr lang="sv-SE" dirty="0"/>
              <a:t>På samma sätt som med </a:t>
            </a:r>
            <a:r>
              <a:rPr lang="sv-SE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OutputDebugString</a:t>
            </a:r>
            <a:r>
              <a:rPr lang="sv-SE" dirty="0"/>
              <a:t> skiljer sig funktionerna endast åt i strängargumenten </a:t>
            </a:r>
          </a:p>
          <a:p>
            <a:pPr lvl="1"/>
            <a:r>
              <a:rPr lang="sv-SE" dirty="0"/>
              <a:t>Versionen som slutar på 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sv-SE" dirty="0"/>
              <a:t> använder strängar med prefixet </a:t>
            </a:r>
            <a:r>
              <a:rPr lang="sv-SE" dirty="0"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1602016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VISA EN MEDDELANDERUTA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99" y="900000"/>
            <a:ext cx="9582575" cy="5311874"/>
          </a:xfrm>
        </p:spPr>
        <p:txBody>
          <a:bodyPr>
            <a:normAutofit/>
          </a:bodyPr>
          <a:lstStyle/>
          <a:p>
            <a:r>
              <a:rPr lang="sv-SE" sz="2700" dirty="0" err="1"/>
              <a:t>MessageBox</a:t>
            </a:r>
            <a:r>
              <a:rPr lang="sv-SE" sz="2700" dirty="0"/>
              <a:t>(</a:t>
            </a:r>
            <a:r>
              <a:rPr lang="sv-SE" sz="2700" dirty="0" err="1"/>
              <a:t>windowHandle</a:t>
            </a:r>
            <a:r>
              <a:rPr lang="sv-SE" sz="2700" dirty="0"/>
              <a:t>, </a:t>
            </a:r>
            <a:r>
              <a:rPr lang="sv-SE" sz="2700" dirty="0" err="1"/>
              <a:t>message</a:t>
            </a:r>
            <a:r>
              <a:rPr lang="sv-SE" sz="2700" dirty="0"/>
              <a:t>, </a:t>
            </a:r>
            <a:r>
              <a:rPr lang="sv-SE" sz="2700" dirty="0" err="1"/>
              <a:t>caption</a:t>
            </a:r>
            <a:r>
              <a:rPr lang="sv-SE" sz="2700" dirty="0"/>
              <a:t>, </a:t>
            </a:r>
            <a:r>
              <a:rPr lang="sv-SE" sz="2700" dirty="0" err="1"/>
              <a:t>type</a:t>
            </a:r>
            <a:r>
              <a:rPr lang="sv-SE" sz="2700" dirty="0"/>
              <a:t>)</a:t>
            </a:r>
          </a:p>
          <a:p>
            <a:pPr lvl="1"/>
            <a:r>
              <a:rPr lang="sv-SE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windowHandle</a:t>
            </a:r>
            <a:r>
              <a:rPr lang="sv-SE" sz="2500" dirty="0"/>
              <a:t> är en </a:t>
            </a:r>
            <a:r>
              <a:rPr lang="sv-SE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HWND</a:t>
            </a:r>
            <a:r>
              <a:rPr lang="sv-SE" sz="2500" dirty="0"/>
              <a:t> för det fönster rutan ska tillhöra, kan vara </a:t>
            </a:r>
            <a:r>
              <a:rPr lang="sv-SE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</a:p>
          <a:p>
            <a:pPr lvl="1"/>
            <a:r>
              <a:rPr lang="sv-SE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message</a:t>
            </a:r>
            <a:r>
              <a:rPr lang="sv-SE" sz="2500" dirty="0"/>
              <a:t> är den sträng vi vill ska stå i rutan</a:t>
            </a:r>
          </a:p>
          <a:p>
            <a:pPr lvl="1"/>
            <a:r>
              <a:rPr lang="sv-SE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caption</a:t>
            </a:r>
            <a:r>
              <a:rPr lang="sv-SE" sz="2500" dirty="0"/>
              <a:t> är den sträng vi vill ska stå i titelfältet</a:t>
            </a:r>
          </a:p>
          <a:p>
            <a:pPr lvl="1"/>
            <a:r>
              <a:rPr lang="sv-SE" sz="2500" dirty="0" err="1"/>
              <a:t>type</a:t>
            </a:r>
            <a:r>
              <a:rPr lang="sv-SE" sz="2500" dirty="0"/>
              <a:t> är en </a:t>
            </a:r>
            <a:r>
              <a:rPr lang="sv-SE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sv-SE" sz="2500" dirty="0"/>
              <a:t> som anger inställningar för meddelanderutan</a:t>
            </a:r>
          </a:p>
          <a:p>
            <a:pPr lvl="2"/>
            <a:r>
              <a:rPr lang="sv-SE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sv-SE" sz="2500" dirty="0"/>
              <a:t> ger inga inställningar alls</a:t>
            </a:r>
            <a:br>
              <a:rPr lang="sv-SE" sz="2500" dirty="0"/>
            </a:br>
            <a:r>
              <a:rPr lang="sv-SE" sz="2500" dirty="0"/>
              <a:t>en meddelanderuta med endast en OK-knapp</a:t>
            </a:r>
            <a:endParaRPr lang="sv-SE" sz="2500" dirty="0">
              <a:latin typeface="Consolas" panose="020B0609020204030204" pitchFamily="49" charset="0"/>
            </a:endParaRPr>
          </a:p>
        </p:txBody>
      </p:sp>
      <p:pic>
        <p:nvPicPr>
          <p:cNvPr id="4" name="Bildobjekt 5" descr="En bild som visar text&#10;&#10;Automatiskt genererad beskrivning">
            <a:extLst>
              <a:ext uri="{FF2B5EF4-FFF2-40B4-BE49-F238E27FC236}">
                <a16:creationId xmlns:a16="http://schemas.microsoft.com/office/drawing/2014/main" id="{66E7C8FB-D8AF-D017-F550-44267E76E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088" y="4903547"/>
            <a:ext cx="7602187" cy="75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622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938A-8B58-4BA3-AEB1-7E8EB588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VISA EN MEDDELANDERUTA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1CC1-A30F-4425-9FAC-A6A8BE16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99" y="900000"/>
            <a:ext cx="9673261" cy="5311874"/>
          </a:xfrm>
        </p:spPr>
        <p:txBody>
          <a:bodyPr>
            <a:normAutofit/>
          </a:bodyPr>
          <a:lstStyle/>
          <a:p>
            <a:r>
              <a:rPr lang="sv-SE" dirty="0"/>
              <a:t>Vilka inställningar som finns kan ni se i dokumentationen</a:t>
            </a:r>
          </a:p>
          <a:p>
            <a:pPr lvl="1"/>
            <a:r>
              <a:rPr lang="sv-SE" sz="2000" dirty="0">
                <a:hlinkClick r:id="rId3"/>
              </a:rPr>
              <a:t>https://msdn.microsoft.com/en-us/library/windows/desktop/ms645505%28v=vs.85%29.aspx?f=255&amp;MSPPError=-2147217396</a:t>
            </a:r>
            <a:endParaRPr lang="sv-SE" sz="2000" dirty="0"/>
          </a:p>
          <a:p>
            <a:pPr lvl="1"/>
            <a:r>
              <a:rPr lang="sv-SE" dirty="0"/>
              <a:t>Flera inställningar kan läggas ihop med </a:t>
            </a:r>
            <a:r>
              <a:rPr lang="sv-SE" dirty="0" err="1"/>
              <a:t>bitwise</a:t>
            </a:r>
            <a:r>
              <a:rPr lang="sv-SE" dirty="0"/>
              <a:t> or: </a:t>
            </a:r>
            <a:r>
              <a:rPr lang="sv-S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  <a:p>
            <a:pPr lvl="1"/>
            <a:r>
              <a:rPr lang="sv-SE" dirty="0"/>
              <a:t>Exempel:</a:t>
            </a:r>
          </a:p>
          <a:p>
            <a:pPr lvl="2"/>
            <a:r>
              <a:rPr lang="sv-SE" sz="1800" dirty="0"/>
              <a:t>Visa en meddelanderuta med infoikon och knapparna Ja, Nej och Avbryt</a:t>
            </a:r>
          </a:p>
          <a:p>
            <a:pPr lvl="1"/>
            <a:endParaRPr lang="sv-SE" dirty="0"/>
          </a:p>
        </p:txBody>
      </p:sp>
      <p:grpSp>
        <p:nvGrpSpPr>
          <p:cNvPr id="8" name="Grupp 7">
            <a:extLst>
              <a:ext uri="{FF2B5EF4-FFF2-40B4-BE49-F238E27FC236}">
                <a16:creationId xmlns:a16="http://schemas.microsoft.com/office/drawing/2014/main" id="{38B1D611-97EE-CC79-E3AE-9C9FF680D91C}"/>
              </a:ext>
            </a:extLst>
          </p:cNvPr>
          <p:cNvGrpSpPr/>
          <p:nvPr/>
        </p:nvGrpSpPr>
        <p:grpSpPr>
          <a:xfrm>
            <a:off x="1013361" y="3947169"/>
            <a:ext cx="7552706" cy="2558738"/>
            <a:chOff x="1013361" y="3947169"/>
            <a:chExt cx="7552706" cy="2558738"/>
          </a:xfrm>
        </p:grpSpPr>
        <p:pic>
          <p:nvPicPr>
            <p:cNvPr id="5" name="Bildobjekt 6" descr="En bild som visar text&#10;&#10;Automatiskt genererad beskrivning">
              <a:extLst>
                <a:ext uri="{FF2B5EF4-FFF2-40B4-BE49-F238E27FC236}">
                  <a16:creationId xmlns:a16="http://schemas.microsoft.com/office/drawing/2014/main" id="{D772B43E-1217-9415-76D8-35DF6FE1AA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41517" y="4478769"/>
              <a:ext cx="3713018" cy="2027138"/>
            </a:xfrm>
            <a:prstGeom prst="rect">
              <a:avLst/>
            </a:prstGeom>
          </p:spPr>
        </p:pic>
        <p:pic>
          <p:nvPicPr>
            <p:cNvPr id="7" name="Bildobjekt 7">
              <a:extLst>
                <a:ext uri="{FF2B5EF4-FFF2-40B4-BE49-F238E27FC236}">
                  <a16:creationId xmlns:a16="http://schemas.microsoft.com/office/drawing/2014/main" id="{1CF8C37D-38C2-0279-403A-B8634E07B9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13361" y="3947169"/>
              <a:ext cx="7552706" cy="4678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740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535B810-D1C9-4DE6-B498-7412E7408E50}"/>
              </a:ext>
            </a:extLst>
          </p:cNvPr>
          <p:cNvSpPr txBox="1">
            <a:spLocks/>
          </p:cNvSpPr>
          <p:nvPr/>
        </p:nvSpPr>
        <p:spPr>
          <a:xfrm>
            <a:off x="1107742" y="3365568"/>
            <a:ext cx="9976513" cy="678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sv-SE" sz="2000" spc="300" dirty="0">
                <a:solidFill>
                  <a:prstClr val="white"/>
                </a:solidFill>
                <a:effectLst>
                  <a:glow rad="12700">
                    <a:prstClr val="black">
                      <a:lumMod val="95000"/>
                      <a:lumOff val="5000"/>
                    </a:prstClr>
                  </a:glow>
                </a:effectLst>
                <a:latin typeface="Barlow Semi Condensed" panose="00000506000000000000" pitchFamily="2" charset="0"/>
              </a:rPr>
              <a:t>AVSLUTNINGSVIS</a:t>
            </a:r>
            <a:endParaRPr lang="en-SE" sz="2000" spc="300" dirty="0">
              <a:effectLst>
                <a:glow rad="25400">
                  <a:schemeClr val="tx1">
                    <a:lumMod val="95000"/>
                    <a:lumOff val="5000"/>
                  </a:schemeClr>
                </a:glow>
              </a:effectLst>
              <a:latin typeface="Barlow Semi Condensed" panose="00000506000000000000" pitchFamily="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DB90860-40E3-477A-87E3-AA8F487894D1}"/>
              </a:ext>
            </a:extLst>
          </p:cNvPr>
          <p:cNvSpPr txBox="1">
            <a:spLocks/>
          </p:cNvSpPr>
          <p:nvPr/>
        </p:nvSpPr>
        <p:spPr>
          <a:xfrm>
            <a:off x="581115" y="2625126"/>
            <a:ext cx="10503142" cy="8038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br>
              <a:rPr lang="sv-SE" altLang="sv-SE" sz="4800" spc="600" dirty="0">
                <a:solidFill>
                  <a:schemeClr val="bg1"/>
                </a:solidFill>
                <a:effectLst>
                  <a:glow>
                    <a:schemeClr val="tx1">
                      <a:lumMod val="95000"/>
                      <a:lumOff val="5000"/>
                    </a:schemeClr>
                  </a:glow>
                </a:effectLst>
                <a:latin typeface="Barlow Semi Condensed" panose="00000506000000000000" pitchFamily="2" charset="0"/>
              </a:rPr>
            </a:br>
            <a:r>
              <a:rPr lang="sv-SE" altLang="sv-SE" sz="4800" spc="600" dirty="0">
                <a:solidFill>
                  <a:schemeClr val="bg1"/>
                </a:solidFill>
                <a:effectLst>
                  <a:glow>
                    <a:schemeClr val="tx1">
                      <a:lumMod val="95000"/>
                      <a:lumOff val="5000"/>
                    </a:schemeClr>
                  </a:glow>
                </a:effectLst>
                <a:latin typeface="Barlow Semi Condensed" panose="00000506000000000000" pitchFamily="2" charset="0"/>
              </a:rPr>
              <a:t>INTRODUKTION TILL C++</a:t>
            </a:r>
            <a:endParaRPr lang="en-SE" sz="4800" spc="600" dirty="0">
              <a:effectLst>
                <a:glow>
                  <a:schemeClr val="tx1">
                    <a:lumMod val="95000"/>
                    <a:lumOff val="5000"/>
                  </a:schemeClr>
                </a:glow>
              </a:effectLst>
              <a:latin typeface="Barlow Semi Condensed" panose="000005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5324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0AC8CC-3BF3-4ADB-8A83-087010510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LÄSNING / UPPGIFTEN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8E858B-0190-4D8E-9FD0-B43A0092B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0" y="900000"/>
            <a:ext cx="9325708" cy="5704000"/>
          </a:xfrm>
        </p:spPr>
        <p:txBody>
          <a:bodyPr>
            <a:normAutofit/>
          </a:bodyPr>
          <a:lstStyle/>
          <a:p>
            <a:r>
              <a:rPr lang="sv-SE" dirty="0"/>
              <a:t>Läs inför nästa föreläsning, C++ Primer:</a:t>
            </a:r>
          </a:p>
          <a:p>
            <a:pPr lvl="1"/>
            <a:r>
              <a:rPr lang="sv-SE" dirty="0"/>
              <a:t>Ingen läxa </a:t>
            </a:r>
            <a:r>
              <a:rPr lang="sv-SE" dirty="0">
                <a:sym typeface="Wingdings" panose="05000000000000000000" pitchFamily="2" charset="2"/>
              </a:rPr>
              <a:t></a:t>
            </a:r>
          </a:p>
          <a:p>
            <a:pPr lvl="1"/>
            <a:endParaRPr lang="sv-SE" dirty="0">
              <a:sym typeface="Wingdings" panose="05000000000000000000" pitchFamily="2" charset="2"/>
            </a:endParaRPr>
          </a:p>
          <a:p>
            <a:r>
              <a:rPr lang="sv-SE" dirty="0">
                <a:sym typeface="Wingdings" panose="05000000000000000000" pitchFamily="2" charset="2"/>
              </a:rPr>
              <a:t>Sista Uppgiften för kursen:</a:t>
            </a:r>
          </a:p>
          <a:p>
            <a:pPr lvl="1"/>
            <a:r>
              <a:rPr lang="sv-SE" dirty="0">
                <a:sym typeface="Wingdings" panose="05000000000000000000" pitchFamily="2" charset="2"/>
              </a:rPr>
              <a:t>Uppgift 9 - Input</a:t>
            </a:r>
          </a:p>
        </p:txBody>
      </p:sp>
    </p:spTree>
    <p:extLst>
      <p:ext uri="{BB962C8B-B14F-4D97-AF65-F5344CB8AC3E}">
        <p14:creationId xmlns:p14="http://schemas.microsoft.com/office/powerpoint/2010/main" val="832572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GA.potx" id="{59EAAFA2-0265-4985-BDD9-8CC5774994F6}" vid="{302DFFEF-F9ED-4477-B140-40796038A453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f173c2e-83f0-486a-a849-dc1af1c205ed">
      <Terms xmlns="http://schemas.microsoft.com/office/infopath/2007/PartnerControls"/>
    </lcf76f155ced4ddcb4097134ff3c332f>
    <TaxCatchAll xmlns="4c13cf56-8770-44b7-9ee4-06b92f0bc1e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B668B93E5FEE44FA1CF4C215761010E" ma:contentTypeVersion="12" ma:contentTypeDescription="Skapa ett nytt dokument." ma:contentTypeScope="" ma:versionID="1bf466931126ba031ef24104169c4b66">
  <xsd:schema xmlns:xsd="http://www.w3.org/2001/XMLSchema" xmlns:xs="http://www.w3.org/2001/XMLSchema" xmlns:p="http://schemas.microsoft.com/office/2006/metadata/properties" xmlns:ns2="bf173c2e-83f0-486a-a849-dc1af1c205ed" xmlns:ns3="4c13cf56-8770-44b7-9ee4-06b92f0bc1e4" targetNamespace="http://schemas.microsoft.com/office/2006/metadata/properties" ma:root="true" ma:fieldsID="072c0456779c75251ee67b17d66d8498" ns2:_="" ns3:_="">
    <xsd:import namespace="bf173c2e-83f0-486a-a849-dc1af1c205ed"/>
    <xsd:import namespace="4c13cf56-8770-44b7-9ee4-06b92f0bc1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173c2e-83f0-486a-a849-dc1af1c205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Bildmarkeringar" ma:readOnly="false" ma:fieldId="{5cf76f15-5ced-4ddc-b409-7134ff3c332f}" ma:taxonomyMulti="true" ma:sspId="5c710d13-4dcc-47ab-8cf0-c7c483f2e8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3cf56-8770-44b7-9ee4-06b92f0bc1e4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0c1d7cac-a4ed-4573-b988-fdf4faad32e6}" ma:internalName="TaxCatchAll" ma:showField="CatchAllData" ma:web="4c13cf56-8770-44b7-9ee4-06b92f0bc1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Ite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77B2AF-E7D9-483A-89E4-890EF0EEE3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9DC7097-A3DD-4ACD-B7E7-DE0AA9E4EB6F}">
  <ds:schemaRefs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purl.org/dc/dcmitype/"/>
    <ds:schemaRef ds:uri="bf173c2e-83f0-486a-a849-dc1af1c205ed"/>
    <ds:schemaRef ds:uri="4c13cf56-8770-44b7-9ee4-06b92f0bc1e4"/>
  </ds:schemaRefs>
</ds:datastoreItem>
</file>

<file path=customXml/itemProps3.xml><?xml version="1.0" encoding="utf-8"?>
<ds:datastoreItem xmlns:ds="http://schemas.openxmlformats.org/officeDocument/2006/customXml" ds:itemID="{0758D06F-A63E-465C-8E11-0F6768681082}"/>
</file>

<file path=docProps/app.xml><?xml version="1.0" encoding="utf-8"?>
<Properties xmlns="http://schemas.openxmlformats.org/officeDocument/2006/extended-properties" xmlns:vt="http://schemas.openxmlformats.org/officeDocument/2006/docPropsVTypes">
  <TotalTime>6155</TotalTime>
  <Words>2830</Words>
  <Application>Microsoft Office PowerPoint</Application>
  <PresentationFormat>Bredbild</PresentationFormat>
  <Paragraphs>467</Paragraphs>
  <Slides>54</Slides>
  <Notes>44</Notes>
  <HiddenSlides>0</HiddenSlides>
  <MMClips>0</MMClips>
  <ScaleCrop>false</ScaleCrop>
  <HeadingPairs>
    <vt:vector size="6" baseType="variant">
      <vt:variant>
        <vt:lpstr>Använt teckensnitt</vt:lpstr>
      </vt:variant>
      <vt:variant>
        <vt:i4>8</vt:i4>
      </vt:variant>
      <vt:variant>
        <vt:lpstr>Tema</vt:lpstr>
      </vt:variant>
      <vt:variant>
        <vt:i4>2</vt:i4>
      </vt:variant>
      <vt:variant>
        <vt:lpstr>Bildrubriker</vt:lpstr>
      </vt:variant>
      <vt:variant>
        <vt:i4>54</vt:i4>
      </vt:variant>
    </vt:vector>
  </HeadingPairs>
  <TitlesOfParts>
    <vt:vector size="64" baseType="lpstr">
      <vt:lpstr>Montserrat</vt:lpstr>
      <vt:lpstr>Wingdings</vt:lpstr>
      <vt:lpstr>Calibri</vt:lpstr>
      <vt:lpstr>Montserrat Light</vt:lpstr>
      <vt:lpstr>Barlow Semi Condensed</vt:lpstr>
      <vt:lpstr>Courier New</vt:lpstr>
      <vt:lpstr>Consolas</vt:lpstr>
      <vt:lpstr>Arial</vt:lpstr>
      <vt:lpstr>Office Theme</vt:lpstr>
      <vt:lpstr>1_Office Theme</vt:lpstr>
      <vt:lpstr>PowerPoint-presentation</vt:lpstr>
      <vt:lpstr>Input &amp; output</vt:lpstr>
      <vt:lpstr>PowerPoint-presentation</vt:lpstr>
      <vt:lpstr>FILE</vt:lpstr>
      <vt:lpstr>FOPEN_S</vt:lpstr>
      <vt:lpstr>FOPEN_S - MODE</vt:lpstr>
      <vt:lpstr>FOPEN_S</vt:lpstr>
      <vt:lpstr>FCLOSE</vt:lpstr>
      <vt:lpstr>FWRITE</vt:lpstr>
      <vt:lpstr>FWRITE</vt:lpstr>
      <vt:lpstr>FREAD</vt:lpstr>
      <vt:lpstr>FREAD</vt:lpstr>
      <vt:lpstr>ANVÄNDBARA FUNKTIONER</vt:lpstr>
      <vt:lpstr>PowerPoint-presentation</vt:lpstr>
      <vt:lpstr>STREAMS</vt:lpstr>
      <vt:lpstr>FILE STREAMS</vt:lpstr>
      <vt:lpstr>FILE STREAMS</vt:lpstr>
      <vt:lpstr>FILE STREAMS</vt:lpstr>
      <vt:lpstr>FILE STREAMS</vt:lpstr>
      <vt:lpstr>FILE STREAMS</vt:lpstr>
      <vt:lpstr>FILE STREAMS</vt:lpstr>
      <vt:lpstr>FILE STREAMS</vt:lpstr>
      <vt:lpstr>FILE STREAMS</vt:lpstr>
      <vt:lpstr>FILE STREAMS</vt:lpstr>
      <vt:lpstr>FILE STREAMS</vt:lpstr>
      <vt:lpstr>FILE STREAMS</vt:lpstr>
      <vt:lpstr>PowerPoint-presentation</vt:lpstr>
      <vt:lpstr>STRING STREAMS</vt:lpstr>
      <vt:lpstr>STRING STREAMS</vt:lpstr>
      <vt:lpstr>STRING STREAMS</vt:lpstr>
      <vt:lpstr>PowerPoint-presentation</vt:lpstr>
      <vt:lpstr>WINDOWSAPPLIKATION</vt:lpstr>
      <vt:lpstr>WINDOWSAPPLIKATION</vt:lpstr>
      <vt:lpstr>WINDOWSAPPLIKATION</vt:lpstr>
      <vt:lpstr>WINDOWSAPPLIKATION</vt:lpstr>
      <vt:lpstr>FÄRDIGA FUNKTIONER</vt:lpstr>
      <vt:lpstr>WINMAIN</vt:lpstr>
      <vt:lpstr>WINMAIN</vt:lpstr>
      <vt:lpstr>MEDDELANDELOOPEN</vt:lpstr>
      <vt:lpstr>FÖNSTERPROCEDUREN</vt:lpstr>
      <vt:lpstr>FÖNSTERPROCEDUREN - WNDPROC</vt:lpstr>
      <vt:lpstr>WNDPROC</vt:lpstr>
      <vt:lpstr>Events</vt:lpstr>
      <vt:lpstr>PowerPoint-presentation</vt:lpstr>
      <vt:lpstr>SKRIVA UT INFORMATION</vt:lpstr>
      <vt:lpstr>SKAPA EN KONSOL</vt:lpstr>
      <vt:lpstr>SKRIVA UT OUT-FÖNSTRET</vt:lpstr>
      <vt:lpstr>SKRIVA UT OUT-FÖNSTRET</vt:lpstr>
      <vt:lpstr>VISA EN MEDDELANDERUTA</vt:lpstr>
      <vt:lpstr>VISA EN MEDDELANDERUTA</vt:lpstr>
      <vt:lpstr>VISA EN MEDDELANDERUTA</vt:lpstr>
      <vt:lpstr>VISA EN MEDDELANDERUTA</vt:lpstr>
      <vt:lpstr>PowerPoint-presentation</vt:lpstr>
      <vt:lpstr>LÄSNING / UPPGIFTEN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Borgshammar</dc:creator>
  <cp:lastModifiedBy>Björn Ottosson</cp:lastModifiedBy>
  <cp:revision>584</cp:revision>
  <dcterms:created xsi:type="dcterms:W3CDTF">2021-10-04T08:47:50Z</dcterms:created>
  <dcterms:modified xsi:type="dcterms:W3CDTF">2024-10-17T07:18:13Z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0x010100CB668B93E5FEE44FA1CF4C215761010E</vt:lpwstr>
  </property>
  <property fmtid="{D5CDD505-2E9C-101B-9397-08002B2CF9AE}" pid="3" name="MediaServiceImageTags">
    <vt:lpwstr/>
  </property>
  <property fmtid="{D5CDD505-2E9C-101B-9397-08002B2CF9AE}" pid="4" name="_ExtendedDescription">
    <vt:lpwstr/>
  </property>
</Properties>
</file>