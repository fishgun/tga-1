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5" r:id="rId4"/>
    <p:sldMasterId id="2147483709" r:id="rId5"/>
  </p:sldMasterIdLst>
  <p:notesMasterIdLst>
    <p:notesMasterId r:id="rId20"/>
  </p:notesMasterIdLst>
  <p:sldIdLst>
    <p:sldId id="256" r:id="rId6"/>
    <p:sldId id="731" r:id="rId7"/>
    <p:sldId id="398" r:id="rId8"/>
    <p:sldId id="534" r:id="rId9"/>
    <p:sldId id="837" r:id="rId10"/>
    <p:sldId id="881" r:id="rId11"/>
    <p:sldId id="857" r:id="rId12"/>
    <p:sldId id="859" r:id="rId13"/>
    <p:sldId id="884" r:id="rId14"/>
    <p:sldId id="878" r:id="rId15"/>
    <p:sldId id="882" r:id="rId16"/>
    <p:sldId id="868" r:id="rId17"/>
    <p:sldId id="629" r:id="rId18"/>
    <p:sldId id="264" r:id="rId19"/>
  </p:sldIdLst>
  <p:sldSz cx="12192000" cy="6858000"/>
  <p:notesSz cx="6858000" cy="9144000"/>
  <p:embeddedFontLst>
    <p:embeddedFont>
      <p:font typeface="Barlow Semi Condensed" panose="00000506000000000000" pitchFamily="2" charset="0"/>
      <p:regular r:id="rId21"/>
      <p:bold r:id="rId22"/>
      <p:italic r:id="rId23"/>
      <p:boldItalic r:id="rId24"/>
    </p:embeddedFont>
    <p:embeddedFont>
      <p:font typeface="Barlow Semi Condensed Light" panose="00000406000000000000" pitchFamily="2" charset="0"/>
      <p:regular r:id="rId25"/>
      <p:italic r:id="rId26"/>
    </p:embeddedFont>
    <p:embeddedFont>
      <p:font typeface="Barlow Semi Condensed Medium" panose="00000606000000000000" pitchFamily="2" charset="0"/>
      <p:regular r:id="rId27"/>
      <p:italic r:id="rId28"/>
    </p:embeddedFont>
    <p:embeddedFont>
      <p:font typeface="Consolas" panose="020B0609020204030204" pitchFamily="49" charset="0"/>
      <p:regular r:id="rId29"/>
      <p:bold r:id="rId30"/>
      <p:italic r:id="rId31"/>
      <p:boldItalic r:id="rId32"/>
    </p:embeddedFont>
    <p:embeddedFont>
      <p:font typeface="Montserrat" panose="00000500000000000000" pitchFamily="2" charset="0"/>
      <p:regular r:id="rId33"/>
      <p:bold r:id="rId34"/>
      <p:italic r:id="rId35"/>
      <p:boldItalic r:id="rId36"/>
    </p:embeddedFont>
    <p:embeddedFont>
      <p:font typeface="Montserrat SemiBold" panose="00000700000000000000" pitchFamily="2" charset="0"/>
      <p:bold r:id="rId37"/>
    </p:embeddedFont>
  </p:embeddedFontLst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vsnitt" id="{A947D163-A488-474B-B6FA-1A69C27A08AD}">
          <p14:sldIdLst>
            <p14:sldId id="256"/>
            <p14:sldId id="731"/>
          </p14:sldIdLst>
        </p14:section>
        <p14:section name="Filhantering" id="{060D3050-8DFF-4485-A9F8-BC2F2083E71A}">
          <p14:sldIdLst>
            <p14:sldId id="398"/>
            <p14:sldId id="534"/>
            <p14:sldId id="837"/>
          </p14:sldIdLst>
        </p14:section>
        <p14:section name="Windowsapplikation" id="{EB144725-5384-4CFC-94EF-A12656F8CB1D}">
          <p14:sldIdLst>
            <p14:sldId id="881"/>
            <p14:sldId id="857"/>
            <p14:sldId id="859"/>
            <p14:sldId id="884"/>
            <p14:sldId id="878"/>
          </p14:sldIdLst>
        </p14:section>
        <p14:section name="Skriva information" id="{D94A2CFA-1A17-4E50-B0F4-694255A47AD9}">
          <p14:sldIdLst>
            <p14:sldId id="882"/>
            <p14:sldId id="868"/>
          </p14:sldIdLst>
        </p14:section>
        <p14:section name="Avslutningsvis" id="{7BB41AEB-8F58-434E-9032-04E7248A8FE5}">
          <p14:sldIdLst>
            <p14:sldId id="629"/>
            <p14:sldId id="264"/>
          </p14:sldIdLst>
        </p14:section>
      </p14:section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ommie Hansmar" initials="TH" lastIdx="5" clrIdx="0">
    <p:extLst>
      <p:ext uri="{19B8F6BF-5375-455C-9EA6-DF929625EA0E}">
        <p15:presenceInfo xmlns:p15="http://schemas.microsoft.com/office/powerpoint/2012/main" userId="S::tommie.hansmar@learnet.se::01915321-cb3a-44dc-b970-f46dd923822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00FFFF"/>
    <a:srgbClr val="933C80"/>
    <a:srgbClr val="70AD47"/>
    <a:srgbClr val="222020"/>
    <a:srgbClr val="1C1C1C"/>
    <a:srgbClr val="652958"/>
    <a:srgbClr val="702E62"/>
    <a:srgbClr val="000000"/>
    <a:srgbClr val="FFC9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0DD6CD-29C9-D014-DAAA-4C2A4B90F301}" v="520" dt="2026-10-21T16:23:27.7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font" Target="fonts/font6.fntdata"/><Relationship Id="rId39" Type="http://schemas.openxmlformats.org/officeDocument/2006/relationships/presProps" Target="presProps.xml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42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font" Target="fonts/font17.fntdata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font" Target="fonts/font16.fntdata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font" Target="fonts/font11.fntdata"/><Relationship Id="rId44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43" Type="http://schemas.microsoft.com/office/2016/11/relationships/changesInfo" Target="changesInfos/changesInfo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rikko Lindström" userId="cc12a607-7e6b-4fee-a664-d35a11534455" providerId="ADAL" clId="{E7C7CC7F-E6B5-440B-8D5B-C0223A944339}"/>
    <pc:docChg chg="delSld modSection">
      <pc:chgData name="Qrikko Lindström" userId="cc12a607-7e6b-4fee-a664-d35a11534455" providerId="ADAL" clId="{E7C7CC7F-E6B5-440B-8D5B-C0223A944339}" dt="2026-10-22T09:06:31.376" v="0" actId="47"/>
      <pc:docMkLst>
        <pc:docMk/>
      </pc:docMkLst>
      <pc:sldChg chg="del">
        <pc:chgData name="Qrikko Lindström" userId="cc12a607-7e6b-4fee-a664-d35a11534455" providerId="ADAL" clId="{E7C7CC7F-E6B5-440B-8D5B-C0223A944339}" dt="2026-10-22T09:06:31.376" v="0" actId="47"/>
        <pc:sldMkLst>
          <pc:docMk/>
          <pc:sldMk cId="329907655" sldId="858"/>
        </pc:sldMkLst>
      </pc:sldChg>
    </pc:docChg>
  </pc:docChgLst>
  <pc:docChgLst>
    <pc:chgData name="Qrikko Lindström" userId="S::qrikko.lindstrom@learnet.se::cc12a607-7e6b-4fee-a664-d35a11534455" providerId="AD" clId="Web-{6C0DD6CD-29C9-D014-DAAA-4C2A4B90F301}"/>
    <pc:docChg chg="addSld delSld modSld sldOrd delSection modSection">
      <pc:chgData name="Qrikko Lindström" userId="S::qrikko.lindstrom@learnet.se::cc12a607-7e6b-4fee-a664-d35a11534455" providerId="AD" clId="Web-{6C0DD6CD-29C9-D014-DAAA-4C2A4B90F301}" dt="2026-10-21T16:23:27.747" v="487"/>
      <pc:docMkLst>
        <pc:docMk/>
      </pc:docMkLst>
      <pc:sldChg chg="del">
        <pc:chgData name="Qrikko Lindström" userId="S::qrikko.lindstrom@learnet.se::cc12a607-7e6b-4fee-a664-d35a11534455" providerId="AD" clId="Web-{6C0DD6CD-29C9-D014-DAAA-4C2A4B90F301}" dt="2026-10-21T15:54:05.266" v="366"/>
        <pc:sldMkLst>
          <pc:docMk/>
          <pc:sldMk cId="1649476620" sldId="268"/>
        </pc:sldMkLst>
      </pc:sldChg>
      <pc:sldChg chg="addSp delSp modSp">
        <pc:chgData name="Qrikko Lindström" userId="S::qrikko.lindstrom@learnet.se::cc12a607-7e6b-4fee-a664-d35a11534455" providerId="AD" clId="Web-{6C0DD6CD-29C9-D014-DAAA-4C2A4B90F301}" dt="2026-10-21T15:53:07.719" v="352" actId="1076"/>
        <pc:sldMkLst>
          <pc:docMk/>
          <pc:sldMk cId="1308305374" sldId="534"/>
        </pc:sldMkLst>
        <pc:spChg chg="mod">
          <ac:chgData name="Qrikko Lindström" userId="S::qrikko.lindstrom@learnet.se::cc12a607-7e6b-4fee-a664-d35a11534455" providerId="AD" clId="Web-{6C0DD6CD-29C9-D014-DAAA-4C2A4B90F301}" dt="2026-10-21T15:29:45.711" v="7" actId="20577"/>
          <ac:spMkLst>
            <pc:docMk/>
            <pc:sldMk cId="1308305374" sldId="534"/>
            <ac:spMk id="2" creationId="{F47F938A-8B58-4BA3-AEB1-7E8EB5881AD2}"/>
          </ac:spMkLst>
        </pc:spChg>
        <pc:spChg chg="mod">
          <ac:chgData name="Qrikko Lindström" userId="S::qrikko.lindstrom@learnet.se::cc12a607-7e6b-4fee-a664-d35a11534455" providerId="AD" clId="Web-{6C0DD6CD-29C9-D014-DAAA-4C2A4B90F301}" dt="2026-10-21T15:40:32.395" v="318" actId="20577"/>
          <ac:spMkLst>
            <pc:docMk/>
            <pc:sldMk cId="1308305374" sldId="534"/>
            <ac:spMk id="3" creationId="{70101CC1-A30F-4425-9FAC-A6A8BE16D0F0}"/>
          </ac:spMkLst>
        </pc:spChg>
        <pc:spChg chg="add del mod">
          <ac:chgData name="Qrikko Lindström" userId="S::qrikko.lindstrom@learnet.se::cc12a607-7e6b-4fee-a664-d35a11534455" providerId="AD" clId="Web-{6C0DD6CD-29C9-D014-DAAA-4C2A4B90F301}" dt="2026-10-21T15:51:06.095" v="321"/>
          <ac:spMkLst>
            <pc:docMk/>
            <pc:sldMk cId="1308305374" sldId="534"/>
            <ac:spMk id="4" creationId="{0B010FD1-4B22-AD1B-748A-E9BC93ED4389}"/>
          </ac:spMkLst>
        </pc:spChg>
        <pc:picChg chg="add mod">
          <ac:chgData name="Qrikko Lindström" userId="S::qrikko.lindstrom@learnet.se::cc12a607-7e6b-4fee-a664-d35a11534455" providerId="AD" clId="Web-{6C0DD6CD-29C9-D014-DAAA-4C2A4B90F301}" dt="2026-10-21T15:53:07.719" v="352" actId="1076"/>
          <ac:picMkLst>
            <pc:docMk/>
            <pc:sldMk cId="1308305374" sldId="534"/>
            <ac:picMk id="5" creationId="{4B4885B3-27C9-18AD-C163-EDCB374EF8DD}"/>
          </ac:picMkLst>
        </pc:picChg>
      </pc:sldChg>
      <pc:sldChg chg="addSp delSp modSp delAnim">
        <pc:chgData name="Qrikko Lindström" userId="S::qrikko.lindstrom@learnet.se::cc12a607-7e6b-4fee-a664-d35a11534455" providerId="AD" clId="Web-{6C0DD6CD-29C9-D014-DAAA-4C2A4B90F301}" dt="2026-10-21T16:23:25.466" v="486"/>
        <pc:sldMkLst>
          <pc:docMk/>
          <pc:sldMk cId="4091822054" sldId="629"/>
        </pc:sldMkLst>
        <pc:spChg chg="del">
          <ac:chgData name="Qrikko Lindström" userId="S::qrikko.lindstrom@learnet.se::cc12a607-7e6b-4fee-a664-d35a11534455" providerId="AD" clId="Web-{6C0DD6CD-29C9-D014-DAAA-4C2A4B90F301}" dt="2026-10-21T16:22:17.044" v="474"/>
          <ac:spMkLst>
            <pc:docMk/>
            <pc:sldMk cId="4091822054" sldId="629"/>
            <ac:spMk id="5" creationId="{FA8E858B-0190-4D8E-9FD0-B43A0092BB6A}"/>
          </ac:spMkLst>
        </pc:spChg>
        <pc:spChg chg="add del mod">
          <ac:chgData name="Qrikko Lindström" userId="S::qrikko.lindstrom@learnet.se::cc12a607-7e6b-4fee-a664-d35a11534455" providerId="AD" clId="Web-{6C0DD6CD-29C9-D014-DAAA-4C2A4B90F301}" dt="2026-10-21T16:23:24.388" v="485"/>
          <ac:spMkLst>
            <pc:docMk/>
            <pc:sldMk cId="4091822054" sldId="629"/>
            <ac:spMk id="6" creationId="{976388F2-B8B2-4C19-2046-7AD50116FA8E}"/>
          </ac:spMkLst>
        </pc:spChg>
        <pc:spChg chg="add">
          <ac:chgData name="Qrikko Lindström" userId="S::qrikko.lindstrom@learnet.se::cc12a607-7e6b-4fee-a664-d35a11534455" providerId="AD" clId="Web-{6C0DD6CD-29C9-D014-DAAA-4C2A4B90F301}" dt="2026-10-21T16:23:25.466" v="486"/>
          <ac:spMkLst>
            <pc:docMk/>
            <pc:sldMk cId="4091822054" sldId="629"/>
            <ac:spMk id="7" creationId="{FA8E858B-0190-4D8E-9FD0-B43A0092BB6A}"/>
          </ac:spMkLst>
        </pc:spChg>
      </pc:sldChg>
      <pc:sldChg chg="modSp">
        <pc:chgData name="Qrikko Lindström" userId="S::qrikko.lindstrom@learnet.se::cc12a607-7e6b-4fee-a664-d35a11534455" providerId="AD" clId="Web-{6C0DD6CD-29C9-D014-DAAA-4C2A4B90F301}" dt="2026-10-21T15:53:28.297" v="357" actId="20577"/>
        <pc:sldMkLst>
          <pc:docMk/>
          <pc:sldMk cId="2584571440" sldId="731"/>
        </pc:sldMkLst>
        <pc:spChg chg="mod">
          <ac:chgData name="Qrikko Lindström" userId="S::qrikko.lindstrom@learnet.se::cc12a607-7e6b-4fee-a664-d35a11534455" providerId="AD" clId="Web-{6C0DD6CD-29C9-D014-DAAA-4C2A4B90F301}" dt="2026-10-21T15:53:28.297" v="357" actId="20577"/>
          <ac:spMkLst>
            <pc:docMk/>
            <pc:sldMk cId="2584571440" sldId="731"/>
            <ac:spMk id="3" creationId="{9C06C114-3269-8A72-BF39-EF5B0FD288EF}"/>
          </ac:spMkLst>
        </pc:spChg>
      </pc:sldChg>
      <pc:sldChg chg="del mod modShow">
        <pc:chgData name="Qrikko Lindström" userId="S::qrikko.lindstrom@learnet.se::cc12a607-7e6b-4fee-a664-d35a11534455" providerId="AD" clId="Web-{6C0DD6CD-29C9-D014-DAAA-4C2A4B90F301}" dt="2026-10-21T15:51:10.532" v="322"/>
        <pc:sldMkLst>
          <pc:docMk/>
          <pc:sldMk cId="2281016197" sldId="784"/>
        </pc:sldMkLst>
      </pc:sldChg>
      <pc:sldChg chg="del">
        <pc:chgData name="Qrikko Lindström" userId="S::qrikko.lindstrom@learnet.se::cc12a607-7e6b-4fee-a664-d35a11534455" providerId="AD" clId="Web-{6C0DD6CD-29C9-D014-DAAA-4C2A4B90F301}" dt="2026-10-21T15:54:24.063" v="379"/>
        <pc:sldMkLst>
          <pc:docMk/>
          <pc:sldMk cId="1698867435" sldId="791"/>
        </pc:sldMkLst>
      </pc:sldChg>
      <pc:sldChg chg="modSp del mod modShow">
        <pc:chgData name="Qrikko Lindström" userId="S::qrikko.lindstrom@learnet.se::cc12a607-7e6b-4fee-a664-d35a11534455" providerId="AD" clId="Web-{6C0DD6CD-29C9-D014-DAAA-4C2A4B90F301}" dt="2026-10-21T15:51:14.470" v="323"/>
        <pc:sldMkLst>
          <pc:docMk/>
          <pc:sldMk cId="1445866004" sldId="835"/>
        </pc:sldMkLst>
        <pc:spChg chg="mod">
          <ac:chgData name="Qrikko Lindström" userId="S::qrikko.lindstrom@learnet.se::cc12a607-7e6b-4fee-a664-d35a11534455" providerId="AD" clId="Web-{6C0DD6CD-29C9-D014-DAAA-4C2A4B90F301}" dt="2026-10-21T15:25:55.134" v="2" actId="20577"/>
          <ac:spMkLst>
            <pc:docMk/>
            <pc:sldMk cId="1445866004" sldId="835"/>
            <ac:spMk id="2" creationId="{F47F938A-8B58-4BA3-AEB1-7E8EB5881AD2}"/>
          </ac:spMkLst>
        </pc:spChg>
      </pc:sldChg>
      <pc:sldChg chg="add del ord">
        <pc:chgData name="Qrikko Lindström" userId="S::qrikko.lindstrom@learnet.se::cc12a607-7e6b-4fee-a664-d35a11534455" providerId="AD" clId="Web-{6C0DD6CD-29C9-D014-DAAA-4C2A4B90F301}" dt="2026-10-21T15:53:45.172" v="359"/>
        <pc:sldMkLst>
          <pc:docMk/>
          <pc:sldMk cId="1682835362" sldId="836"/>
        </pc:sldMkLst>
      </pc:sldChg>
      <pc:sldChg chg="addSp delSp modSp ord delAnim">
        <pc:chgData name="Qrikko Lindström" userId="S::qrikko.lindstrom@learnet.se::cc12a607-7e6b-4fee-a664-d35a11534455" providerId="AD" clId="Web-{6C0DD6CD-29C9-D014-DAAA-4C2A4B90F301}" dt="2026-10-21T15:51:54.939" v="342" actId="1076"/>
        <pc:sldMkLst>
          <pc:docMk/>
          <pc:sldMk cId="1822543756" sldId="837"/>
        </pc:sldMkLst>
        <pc:spChg chg="mod">
          <ac:chgData name="Qrikko Lindström" userId="S::qrikko.lindstrom@learnet.se::cc12a607-7e6b-4fee-a664-d35a11534455" providerId="AD" clId="Web-{6C0DD6CD-29C9-D014-DAAA-4C2A4B90F301}" dt="2026-10-21T15:51:38.767" v="334" actId="20577"/>
          <ac:spMkLst>
            <pc:docMk/>
            <pc:sldMk cId="1822543756" sldId="837"/>
            <ac:spMk id="2" creationId="{F47F938A-8B58-4BA3-AEB1-7E8EB5881AD2}"/>
          </ac:spMkLst>
        </pc:spChg>
        <pc:spChg chg="del mod">
          <ac:chgData name="Qrikko Lindström" userId="S::qrikko.lindstrom@learnet.se::cc12a607-7e6b-4fee-a664-d35a11534455" providerId="AD" clId="Web-{6C0DD6CD-29C9-D014-DAAA-4C2A4B90F301}" dt="2026-10-21T15:51:44.829" v="338"/>
          <ac:spMkLst>
            <pc:docMk/>
            <pc:sldMk cId="1822543756" sldId="837"/>
            <ac:spMk id="3" creationId="{70101CC1-A30F-4425-9FAC-A6A8BE16D0F0}"/>
          </ac:spMkLst>
        </pc:spChg>
        <pc:spChg chg="add del mod">
          <ac:chgData name="Qrikko Lindström" userId="S::qrikko.lindstrom@learnet.se::cc12a607-7e6b-4fee-a664-d35a11534455" providerId="AD" clId="Web-{6C0DD6CD-29C9-D014-DAAA-4C2A4B90F301}" dt="2026-10-21T15:51:48.064" v="339"/>
          <ac:spMkLst>
            <pc:docMk/>
            <pc:sldMk cId="1822543756" sldId="837"/>
            <ac:spMk id="6" creationId="{B72CBC59-7BFB-2F27-6CAA-1727EAFE21F5}"/>
          </ac:spMkLst>
        </pc:spChg>
        <pc:spChg chg="add mod">
          <ac:chgData name="Qrikko Lindström" userId="S::qrikko.lindstrom@learnet.se::cc12a607-7e6b-4fee-a664-d35a11534455" providerId="AD" clId="Web-{6C0DD6CD-29C9-D014-DAAA-4C2A4B90F301}" dt="2026-10-21T15:51:54.939" v="342" actId="1076"/>
          <ac:spMkLst>
            <pc:docMk/>
            <pc:sldMk cId="1822543756" sldId="837"/>
            <ac:spMk id="7" creationId="{0B010FD1-4B22-AD1B-748A-E9BC93ED4389}"/>
          </ac:spMkLst>
        </pc:spChg>
        <pc:picChg chg="del">
          <ac:chgData name="Qrikko Lindström" userId="S::qrikko.lindstrom@learnet.se::cc12a607-7e6b-4fee-a664-d35a11534455" providerId="AD" clId="Web-{6C0DD6CD-29C9-D014-DAAA-4C2A4B90F301}" dt="2026-10-21T15:51:49.876" v="340"/>
          <ac:picMkLst>
            <pc:docMk/>
            <pc:sldMk cId="1822543756" sldId="837"/>
            <ac:picMk id="4" creationId="{4FA37D6E-17F7-43D7-AF5B-6DA36FC879BF}"/>
          </ac:picMkLst>
        </pc:picChg>
      </pc:sldChg>
      <pc:sldChg chg="add del">
        <pc:chgData name="Qrikko Lindström" userId="S::qrikko.lindstrom@learnet.se::cc12a607-7e6b-4fee-a664-d35a11534455" providerId="AD" clId="Web-{6C0DD6CD-29C9-D014-DAAA-4C2A4B90F301}" dt="2026-10-21T15:53:54.079" v="360"/>
        <pc:sldMkLst>
          <pc:docMk/>
          <pc:sldMk cId="1524947053" sldId="838"/>
        </pc:sldMkLst>
      </pc:sldChg>
      <pc:sldChg chg="add del">
        <pc:chgData name="Qrikko Lindström" userId="S::qrikko.lindstrom@learnet.se::cc12a607-7e6b-4fee-a664-d35a11534455" providerId="AD" clId="Web-{6C0DD6CD-29C9-D014-DAAA-4C2A4B90F301}" dt="2026-10-21T15:53:55.063" v="361"/>
        <pc:sldMkLst>
          <pc:docMk/>
          <pc:sldMk cId="3569184192" sldId="839"/>
        </pc:sldMkLst>
      </pc:sldChg>
      <pc:sldChg chg="del">
        <pc:chgData name="Qrikko Lindström" userId="S::qrikko.lindstrom@learnet.se::cc12a607-7e6b-4fee-a664-d35a11534455" providerId="AD" clId="Web-{6C0DD6CD-29C9-D014-DAAA-4C2A4B90F301}" dt="2026-10-21T15:53:58.485" v="362"/>
        <pc:sldMkLst>
          <pc:docMk/>
          <pc:sldMk cId="1856315850" sldId="840"/>
        </pc:sldMkLst>
      </pc:sldChg>
      <pc:sldChg chg="add del">
        <pc:chgData name="Qrikko Lindström" userId="S::qrikko.lindstrom@learnet.se::cc12a607-7e6b-4fee-a664-d35a11534455" providerId="AD" clId="Web-{6C0DD6CD-29C9-D014-DAAA-4C2A4B90F301}" dt="2026-10-21T15:53:59.438" v="363"/>
        <pc:sldMkLst>
          <pc:docMk/>
          <pc:sldMk cId="1331527770" sldId="841"/>
        </pc:sldMkLst>
      </pc:sldChg>
      <pc:sldChg chg="del">
        <pc:chgData name="Qrikko Lindström" userId="S::qrikko.lindstrom@learnet.se::cc12a607-7e6b-4fee-a664-d35a11534455" providerId="AD" clId="Web-{6C0DD6CD-29C9-D014-DAAA-4C2A4B90F301}" dt="2026-10-21T15:54:01.094" v="364"/>
        <pc:sldMkLst>
          <pc:docMk/>
          <pc:sldMk cId="3815998648" sldId="842"/>
        </pc:sldMkLst>
      </pc:sldChg>
      <pc:sldChg chg="del">
        <pc:chgData name="Qrikko Lindström" userId="S::qrikko.lindstrom@learnet.se::cc12a607-7e6b-4fee-a664-d35a11534455" providerId="AD" clId="Web-{6C0DD6CD-29C9-D014-DAAA-4C2A4B90F301}" dt="2026-10-21T15:54:07.172" v="367"/>
        <pc:sldMkLst>
          <pc:docMk/>
          <pc:sldMk cId="2182686250" sldId="843"/>
        </pc:sldMkLst>
      </pc:sldChg>
      <pc:sldChg chg="del">
        <pc:chgData name="Qrikko Lindström" userId="S::qrikko.lindstrom@learnet.se::cc12a607-7e6b-4fee-a664-d35a11534455" providerId="AD" clId="Web-{6C0DD6CD-29C9-D014-DAAA-4C2A4B90F301}" dt="2026-10-21T15:54:12.875" v="368"/>
        <pc:sldMkLst>
          <pc:docMk/>
          <pc:sldMk cId="2518946207" sldId="844"/>
        </pc:sldMkLst>
      </pc:sldChg>
      <pc:sldChg chg="del">
        <pc:chgData name="Qrikko Lindström" userId="S::qrikko.lindstrom@learnet.se::cc12a607-7e6b-4fee-a664-d35a11534455" providerId="AD" clId="Web-{6C0DD6CD-29C9-D014-DAAA-4C2A4B90F301}" dt="2026-10-21T15:54:15.563" v="369"/>
        <pc:sldMkLst>
          <pc:docMk/>
          <pc:sldMk cId="1308486527" sldId="845"/>
        </pc:sldMkLst>
      </pc:sldChg>
      <pc:sldChg chg="del">
        <pc:chgData name="Qrikko Lindström" userId="S::qrikko.lindstrom@learnet.se::cc12a607-7e6b-4fee-a664-d35a11534455" providerId="AD" clId="Web-{6C0DD6CD-29C9-D014-DAAA-4C2A4B90F301}" dt="2026-10-21T15:54:16.500" v="370"/>
        <pc:sldMkLst>
          <pc:docMk/>
          <pc:sldMk cId="2411477194" sldId="846"/>
        </pc:sldMkLst>
      </pc:sldChg>
      <pc:sldChg chg="del">
        <pc:chgData name="Qrikko Lindström" userId="S::qrikko.lindstrom@learnet.se::cc12a607-7e6b-4fee-a664-d35a11534455" providerId="AD" clId="Web-{6C0DD6CD-29C9-D014-DAAA-4C2A4B90F301}" dt="2026-10-21T15:54:17.485" v="371"/>
        <pc:sldMkLst>
          <pc:docMk/>
          <pc:sldMk cId="75923804" sldId="847"/>
        </pc:sldMkLst>
      </pc:sldChg>
      <pc:sldChg chg="del">
        <pc:chgData name="Qrikko Lindström" userId="S::qrikko.lindstrom@learnet.se::cc12a607-7e6b-4fee-a664-d35a11534455" providerId="AD" clId="Web-{6C0DD6CD-29C9-D014-DAAA-4C2A4B90F301}" dt="2026-10-21T15:54:18.313" v="372"/>
        <pc:sldMkLst>
          <pc:docMk/>
          <pc:sldMk cId="35875685" sldId="848"/>
        </pc:sldMkLst>
      </pc:sldChg>
      <pc:sldChg chg="del">
        <pc:chgData name="Qrikko Lindström" userId="S::qrikko.lindstrom@learnet.se::cc12a607-7e6b-4fee-a664-d35a11534455" providerId="AD" clId="Web-{6C0DD6CD-29C9-D014-DAAA-4C2A4B90F301}" dt="2026-10-21T15:54:18.985" v="373"/>
        <pc:sldMkLst>
          <pc:docMk/>
          <pc:sldMk cId="199866973" sldId="849"/>
        </pc:sldMkLst>
      </pc:sldChg>
      <pc:sldChg chg="del">
        <pc:chgData name="Qrikko Lindström" userId="S::qrikko.lindstrom@learnet.se::cc12a607-7e6b-4fee-a664-d35a11534455" providerId="AD" clId="Web-{6C0DD6CD-29C9-D014-DAAA-4C2A4B90F301}" dt="2026-10-21T15:54:19.688" v="374"/>
        <pc:sldMkLst>
          <pc:docMk/>
          <pc:sldMk cId="2089486395" sldId="850"/>
        </pc:sldMkLst>
      </pc:sldChg>
      <pc:sldChg chg="del">
        <pc:chgData name="Qrikko Lindström" userId="S::qrikko.lindstrom@learnet.se::cc12a607-7e6b-4fee-a664-d35a11534455" providerId="AD" clId="Web-{6C0DD6CD-29C9-D014-DAAA-4C2A4B90F301}" dt="2026-10-21T15:54:20.391" v="375"/>
        <pc:sldMkLst>
          <pc:docMk/>
          <pc:sldMk cId="2180710801" sldId="851"/>
        </pc:sldMkLst>
      </pc:sldChg>
      <pc:sldChg chg="del">
        <pc:chgData name="Qrikko Lindström" userId="S::qrikko.lindstrom@learnet.se::cc12a607-7e6b-4fee-a664-d35a11534455" providerId="AD" clId="Web-{6C0DD6CD-29C9-D014-DAAA-4C2A4B90F301}" dt="2026-10-21T15:54:21.125" v="376"/>
        <pc:sldMkLst>
          <pc:docMk/>
          <pc:sldMk cId="3640899090" sldId="852"/>
        </pc:sldMkLst>
      </pc:sldChg>
      <pc:sldChg chg="del">
        <pc:chgData name="Qrikko Lindström" userId="S::qrikko.lindstrom@learnet.se::cc12a607-7e6b-4fee-a664-d35a11534455" providerId="AD" clId="Web-{6C0DD6CD-29C9-D014-DAAA-4C2A4B90F301}" dt="2026-10-21T15:54:21.875" v="377"/>
        <pc:sldMkLst>
          <pc:docMk/>
          <pc:sldMk cId="360620747" sldId="853"/>
        </pc:sldMkLst>
      </pc:sldChg>
      <pc:sldChg chg="del">
        <pc:chgData name="Qrikko Lindström" userId="S::qrikko.lindstrom@learnet.se::cc12a607-7e6b-4fee-a664-d35a11534455" providerId="AD" clId="Web-{6C0DD6CD-29C9-D014-DAAA-4C2A4B90F301}" dt="2026-10-21T15:54:24.828" v="380"/>
        <pc:sldMkLst>
          <pc:docMk/>
          <pc:sldMk cId="4140848453" sldId="854"/>
        </pc:sldMkLst>
      </pc:sldChg>
      <pc:sldChg chg="del">
        <pc:chgData name="Qrikko Lindström" userId="S::qrikko.lindstrom@learnet.se::cc12a607-7e6b-4fee-a664-d35a11534455" providerId="AD" clId="Web-{6C0DD6CD-29C9-D014-DAAA-4C2A4B90F301}" dt="2026-10-21T15:54:25.453" v="381"/>
        <pc:sldMkLst>
          <pc:docMk/>
          <pc:sldMk cId="2034130935" sldId="855"/>
        </pc:sldMkLst>
      </pc:sldChg>
      <pc:sldChg chg="modSp">
        <pc:chgData name="Qrikko Lindström" userId="S::qrikko.lindstrom@learnet.se::cc12a607-7e6b-4fee-a664-d35a11534455" providerId="AD" clId="Web-{6C0DD6CD-29C9-D014-DAAA-4C2A4B90F301}" dt="2026-10-21T15:55:50.125" v="386" actId="20577"/>
        <pc:sldMkLst>
          <pc:docMk/>
          <pc:sldMk cId="2868114336" sldId="857"/>
        </pc:sldMkLst>
        <pc:spChg chg="mod">
          <ac:chgData name="Qrikko Lindström" userId="S::qrikko.lindstrom@learnet.se::cc12a607-7e6b-4fee-a664-d35a11534455" providerId="AD" clId="Web-{6C0DD6CD-29C9-D014-DAAA-4C2A4B90F301}" dt="2026-10-21T15:55:50.125" v="386" actId="20577"/>
          <ac:spMkLst>
            <pc:docMk/>
            <pc:sldMk cId="2868114336" sldId="857"/>
            <ac:spMk id="3" creationId="{6C1C4FDE-CAF3-412E-8773-7AAC69924918}"/>
          </ac:spMkLst>
        </pc:spChg>
      </pc:sldChg>
      <pc:sldChg chg="addSp delSp modSp delAnim">
        <pc:chgData name="Qrikko Lindström" userId="S::qrikko.lindstrom@learnet.se::cc12a607-7e6b-4fee-a664-d35a11534455" providerId="AD" clId="Web-{6C0DD6CD-29C9-D014-DAAA-4C2A4B90F301}" dt="2026-10-21T16:09:08.777" v="392"/>
        <pc:sldMkLst>
          <pc:docMk/>
          <pc:sldMk cId="2829235117" sldId="859"/>
        </pc:sldMkLst>
        <pc:spChg chg="mod ord">
          <ac:chgData name="Qrikko Lindström" userId="S::qrikko.lindstrom@learnet.se::cc12a607-7e6b-4fee-a664-d35a11534455" providerId="AD" clId="Web-{6C0DD6CD-29C9-D014-DAAA-4C2A4B90F301}" dt="2026-10-21T16:09:08.777" v="392"/>
          <ac:spMkLst>
            <pc:docMk/>
            <pc:sldMk cId="2829235117" sldId="859"/>
            <ac:spMk id="2" creationId="{4507F831-1BBA-4D12-8A04-228B9D626861}"/>
          </ac:spMkLst>
        </pc:spChg>
        <pc:spChg chg="del">
          <ac:chgData name="Qrikko Lindström" userId="S::qrikko.lindstrom@learnet.se::cc12a607-7e6b-4fee-a664-d35a11534455" providerId="AD" clId="Web-{6C0DD6CD-29C9-D014-DAAA-4C2A4B90F301}" dt="2026-10-21T16:08:55.199" v="387"/>
          <ac:spMkLst>
            <pc:docMk/>
            <pc:sldMk cId="2829235117" sldId="859"/>
            <ac:spMk id="3" creationId="{6C1C4FDE-CAF3-412E-8773-7AAC69924918}"/>
          </ac:spMkLst>
        </pc:spChg>
        <pc:spChg chg="add del mod">
          <ac:chgData name="Qrikko Lindström" userId="S::qrikko.lindstrom@learnet.se::cc12a607-7e6b-4fee-a664-d35a11534455" providerId="AD" clId="Web-{6C0DD6CD-29C9-D014-DAAA-4C2A4B90F301}" dt="2026-10-21T16:08:57.746" v="388"/>
          <ac:spMkLst>
            <pc:docMk/>
            <pc:sldMk cId="2829235117" sldId="859"/>
            <ac:spMk id="6" creationId="{874BFDFE-49AF-9CB9-9D06-DCE85765C561}"/>
          </ac:spMkLst>
        </pc:spChg>
        <pc:picChg chg="del">
          <ac:chgData name="Qrikko Lindström" userId="S::qrikko.lindstrom@learnet.se::cc12a607-7e6b-4fee-a664-d35a11534455" providerId="AD" clId="Web-{6C0DD6CD-29C9-D014-DAAA-4C2A4B90F301}" dt="2026-10-21T16:08:59.387" v="389"/>
          <ac:picMkLst>
            <pc:docMk/>
            <pc:sldMk cId="2829235117" sldId="859"/>
            <ac:picMk id="4" creationId="{A82A178B-ADB8-4B44-8577-884652F1A140}"/>
          </ac:picMkLst>
        </pc:picChg>
        <pc:picChg chg="add mod">
          <ac:chgData name="Qrikko Lindström" userId="S::qrikko.lindstrom@learnet.se::cc12a607-7e6b-4fee-a664-d35a11534455" providerId="AD" clId="Web-{6C0DD6CD-29C9-D014-DAAA-4C2A4B90F301}" dt="2026-10-21T16:09:08.777" v="392"/>
          <ac:picMkLst>
            <pc:docMk/>
            <pc:sldMk cId="2829235117" sldId="859"/>
            <ac:picMk id="7" creationId="{813A9915-D1F4-4016-38C9-47C458343252}"/>
          </ac:picMkLst>
        </pc:picChg>
      </pc:sldChg>
      <pc:sldChg chg="add del">
        <pc:chgData name="Qrikko Lindström" userId="S::qrikko.lindstrom@learnet.se::cc12a607-7e6b-4fee-a664-d35a11534455" providerId="AD" clId="Web-{6C0DD6CD-29C9-D014-DAAA-4C2A4B90F301}" dt="2026-10-21T16:13:46.510" v="413"/>
        <pc:sldMkLst>
          <pc:docMk/>
          <pc:sldMk cId="4085017588" sldId="860"/>
        </pc:sldMkLst>
      </pc:sldChg>
      <pc:sldChg chg="add del">
        <pc:chgData name="Qrikko Lindström" userId="S::qrikko.lindstrom@learnet.se::cc12a607-7e6b-4fee-a664-d35a11534455" providerId="AD" clId="Web-{6C0DD6CD-29C9-D014-DAAA-4C2A4B90F301}" dt="2026-10-21T16:13:47.979" v="414"/>
        <pc:sldMkLst>
          <pc:docMk/>
          <pc:sldMk cId="17137682" sldId="861"/>
        </pc:sldMkLst>
      </pc:sldChg>
      <pc:sldChg chg="add del">
        <pc:chgData name="Qrikko Lindström" userId="S::qrikko.lindstrom@learnet.se::cc12a607-7e6b-4fee-a664-d35a11534455" providerId="AD" clId="Web-{6C0DD6CD-29C9-D014-DAAA-4C2A4B90F301}" dt="2026-10-21T16:13:50.057" v="415"/>
        <pc:sldMkLst>
          <pc:docMk/>
          <pc:sldMk cId="594415649" sldId="862"/>
        </pc:sldMkLst>
      </pc:sldChg>
      <pc:sldChg chg="add del">
        <pc:chgData name="Qrikko Lindström" userId="S::qrikko.lindstrom@learnet.se::cc12a607-7e6b-4fee-a664-d35a11534455" providerId="AD" clId="Web-{6C0DD6CD-29C9-D014-DAAA-4C2A4B90F301}" dt="2026-10-21T16:13:54.057" v="416"/>
        <pc:sldMkLst>
          <pc:docMk/>
          <pc:sldMk cId="1586708115" sldId="863"/>
        </pc:sldMkLst>
      </pc:sldChg>
      <pc:sldChg chg="add del">
        <pc:chgData name="Qrikko Lindström" userId="S::qrikko.lindstrom@learnet.se::cc12a607-7e6b-4fee-a664-d35a11534455" providerId="AD" clId="Web-{6C0DD6CD-29C9-D014-DAAA-4C2A4B90F301}" dt="2026-10-21T16:13:55.698" v="417"/>
        <pc:sldMkLst>
          <pc:docMk/>
          <pc:sldMk cId="1407028230" sldId="864"/>
        </pc:sldMkLst>
      </pc:sldChg>
      <pc:sldChg chg="del">
        <pc:chgData name="Qrikko Lindström" userId="S::qrikko.lindstrom@learnet.se::cc12a607-7e6b-4fee-a664-d35a11534455" providerId="AD" clId="Web-{6C0DD6CD-29C9-D014-DAAA-4C2A4B90F301}" dt="2026-10-21T16:13:57.057" v="418"/>
        <pc:sldMkLst>
          <pc:docMk/>
          <pc:sldMk cId="1225541005" sldId="865"/>
        </pc:sldMkLst>
      </pc:sldChg>
      <pc:sldChg chg="del">
        <pc:chgData name="Qrikko Lindström" userId="S::qrikko.lindstrom@learnet.se::cc12a607-7e6b-4fee-a664-d35a11534455" providerId="AD" clId="Web-{6C0DD6CD-29C9-D014-DAAA-4C2A4B90F301}" dt="2026-10-21T16:14:02.885" v="419"/>
        <pc:sldMkLst>
          <pc:docMk/>
          <pc:sldMk cId="71648409" sldId="866"/>
        </pc:sldMkLst>
      </pc:sldChg>
      <pc:sldChg chg="addSp modSp">
        <pc:chgData name="Qrikko Lindström" userId="S::qrikko.lindstrom@learnet.se::cc12a607-7e6b-4fee-a664-d35a11534455" providerId="AD" clId="Web-{6C0DD6CD-29C9-D014-DAAA-4C2A4B90F301}" dt="2026-10-21T16:21:34.732" v="466" actId="1076"/>
        <pc:sldMkLst>
          <pc:docMk/>
          <pc:sldMk cId="3470334489" sldId="868"/>
        </pc:sldMkLst>
        <pc:spChg chg="mod">
          <ac:chgData name="Qrikko Lindström" userId="S::qrikko.lindstrom@learnet.se::cc12a607-7e6b-4fee-a664-d35a11534455" providerId="AD" clId="Web-{6C0DD6CD-29C9-D014-DAAA-4C2A4B90F301}" dt="2026-10-21T16:20:04.733" v="447" actId="14100"/>
          <ac:spMkLst>
            <pc:docMk/>
            <pc:sldMk cId="3470334489" sldId="868"/>
            <ac:spMk id="3" creationId="{70101CC1-A30F-4425-9FAC-A6A8BE16D0F0}"/>
          </ac:spMkLst>
        </pc:spChg>
        <pc:spChg chg="add mod">
          <ac:chgData name="Qrikko Lindström" userId="S::qrikko.lindstrom@learnet.se::cc12a607-7e6b-4fee-a664-d35a11534455" providerId="AD" clId="Web-{6C0DD6CD-29C9-D014-DAAA-4C2A4B90F301}" dt="2026-10-21T16:21:34.732" v="466" actId="1076"/>
          <ac:spMkLst>
            <pc:docMk/>
            <pc:sldMk cId="3470334489" sldId="868"/>
            <ac:spMk id="5" creationId="{58BBFBE8-22CB-0554-620F-2D62F9DBEA9C}"/>
          </ac:spMkLst>
        </pc:spChg>
        <pc:picChg chg="add mod">
          <ac:chgData name="Qrikko Lindström" userId="S::qrikko.lindstrom@learnet.se::cc12a607-7e6b-4fee-a664-d35a11534455" providerId="AD" clId="Web-{6C0DD6CD-29C9-D014-DAAA-4C2A4B90F301}" dt="2026-10-21T16:21:10.092" v="460" actId="1076"/>
          <ac:picMkLst>
            <pc:docMk/>
            <pc:sldMk cId="3470334489" sldId="868"/>
            <ac:picMk id="4" creationId="{1B659F3F-A96D-FD68-EFE2-670637A60B76}"/>
          </ac:picMkLst>
        </pc:picChg>
      </pc:sldChg>
      <pc:sldChg chg="del">
        <pc:chgData name="Qrikko Lindström" userId="S::qrikko.lindstrom@learnet.se::cc12a607-7e6b-4fee-a664-d35a11534455" providerId="AD" clId="Web-{6C0DD6CD-29C9-D014-DAAA-4C2A4B90F301}" dt="2026-10-21T16:21:40.560" v="467"/>
        <pc:sldMkLst>
          <pc:docMk/>
          <pc:sldMk cId="573603333" sldId="869"/>
        </pc:sldMkLst>
      </pc:sldChg>
      <pc:sldChg chg="del">
        <pc:chgData name="Qrikko Lindström" userId="S::qrikko.lindstrom@learnet.se::cc12a607-7e6b-4fee-a664-d35a11534455" providerId="AD" clId="Web-{6C0DD6CD-29C9-D014-DAAA-4C2A4B90F301}" dt="2026-10-21T16:21:47.810" v="468"/>
        <pc:sldMkLst>
          <pc:docMk/>
          <pc:sldMk cId="858569646" sldId="870"/>
        </pc:sldMkLst>
      </pc:sldChg>
      <pc:sldChg chg="del">
        <pc:chgData name="Qrikko Lindström" userId="S::qrikko.lindstrom@learnet.se::cc12a607-7e6b-4fee-a664-d35a11534455" providerId="AD" clId="Web-{6C0DD6CD-29C9-D014-DAAA-4C2A4B90F301}" dt="2026-10-21T16:21:49.466" v="469"/>
        <pc:sldMkLst>
          <pc:docMk/>
          <pc:sldMk cId="2056622489" sldId="871"/>
        </pc:sldMkLst>
      </pc:sldChg>
      <pc:sldChg chg="del">
        <pc:chgData name="Qrikko Lindström" userId="S::qrikko.lindstrom@learnet.se::cc12a607-7e6b-4fee-a664-d35a11534455" providerId="AD" clId="Web-{6C0DD6CD-29C9-D014-DAAA-4C2A4B90F301}" dt="2026-10-21T16:21:52.185" v="470"/>
        <pc:sldMkLst>
          <pc:docMk/>
          <pc:sldMk cId="3681872971" sldId="872"/>
        </pc:sldMkLst>
      </pc:sldChg>
      <pc:sldChg chg="del">
        <pc:chgData name="Qrikko Lindström" userId="S::qrikko.lindstrom@learnet.se::cc12a607-7e6b-4fee-a664-d35a11534455" providerId="AD" clId="Web-{6C0DD6CD-29C9-D014-DAAA-4C2A4B90F301}" dt="2026-10-21T16:21:53.451" v="471"/>
        <pc:sldMkLst>
          <pc:docMk/>
          <pc:sldMk cId="1602016673" sldId="873"/>
        </pc:sldMkLst>
      </pc:sldChg>
      <pc:sldChg chg="del">
        <pc:chgData name="Qrikko Lindström" userId="S::qrikko.lindstrom@learnet.se::cc12a607-7e6b-4fee-a664-d35a11534455" providerId="AD" clId="Web-{6C0DD6CD-29C9-D014-DAAA-4C2A4B90F301}" dt="2026-10-21T16:21:55.357" v="472"/>
        <pc:sldMkLst>
          <pc:docMk/>
          <pc:sldMk cId="2015622859" sldId="874"/>
        </pc:sldMkLst>
      </pc:sldChg>
      <pc:sldChg chg="del">
        <pc:chgData name="Qrikko Lindström" userId="S::qrikko.lindstrom@learnet.se::cc12a607-7e6b-4fee-a664-d35a11534455" providerId="AD" clId="Web-{6C0DD6CD-29C9-D014-DAAA-4C2A4B90F301}" dt="2026-10-21T16:21:57.545" v="473"/>
        <pc:sldMkLst>
          <pc:docMk/>
          <pc:sldMk cId="677408643" sldId="875"/>
        </pc:sldMkLst>
      </pc:sldChg>
      <pc:sldChg chg="del">
        <pc:chgData name="Qrikko Lindström" userId="S::qrikko.lindstrom@learnet.se::cc12a607-7e6b-4fee-a664-d35a11534455" providerId="AD" clId="Web-{6C0DD6CD-29C9-D014-DAAA-4C2A4B90F301}" dt="2026-10-21T15:53:34.844" v="358"/>
        <pc:sldMkLst>
          <pc:docMk/>
          <pc:sldMk cId="650036293" sldId="876"/>
        </pc:sldMkLst>
      </pc:sldChg>
      <pc:sldChg chg="del">
        <pc:chgData name="Qrikko Lindström" userId="S::qrikko.lindstrom@learnet.se::cc12a607-7e6b-4fee-a664-d35a11534455" providerId="AD" clId="Web-{6C0DD6CD-29C9-D014-DAAA-4C2A4B90F301}" dt="2026-10-21T15:54:51.766" v="384"/>
        <pc:sldMkLst>
          <pc:docMk/>
          <pc:sldMk cId="1713722361" sldId="877"/>
        </pc:sldMkLst>
      </pc:sldChg>
      <pc:sldChg chg="modSp">
        <pc:chgData name="Qrikko Lindström" userId="S::qrikko.lindstrom@learnet.se::cc12a607-7e6b-4fee-a664-d35a11534455" providerId="AD" clId="Web-{6C0DD6CD-29C9-D014-DAAA-4C2A4B90F301}" dt="2026-10-21T16:14:16.151" v="420" actId="1076"/>
        <pc:sldMkLst>
          <pc:docMk/>
          <pc:sldMk cId="1666986243" sldId="878"/>
        </pc:sldMkLst>
        <pc:spChg chg="mod">
          <ac:chgData name="Qrikko Lindström" userId="S::qrikko.lindstrom@learnet.se::cc12a607-7e6b-4fee-a664-d35a11534455" providerId="AD" clId="Web-{6C0DD6CD-29C9-D014-DAAA-4C2A4B90F301}" dt="2026-10-21T16:14:16.151" v="420" actId="1076"/>
          <ac:spMkLst>
            <pc:docMk/>
            <pc:sldMk cId="1666986243" sldId="878"/>
            <ac:spMk id="3" creationId="{4F208167-7708-9BC2-6DA1-D6F1CC61E987}"/>
          </ac:spMkLst>
        </pc:spChg>
      </pc:sldChg>
      <pc:sldChg chg="del">
        <pc:chgData name="Qrikko Lindström" userId="S::qrikko.lindstrom@learnet.se::cc12a607-7e6b-4fee-a664-d35a11534455" providerId="AD" clId="Web-{6C0DD6CD-29C9-D014-DAAA-4C2A4B90F301}" dt="2026-10-21T15:54:02.985" v="365"/>
        <pc:sldMkLst>
          <pc:docMk/>
          <pc:sldMk cId="142767513" sldId="879"/>
        </pc:sldMkLst>
      </pc:sldChg>
      <pc:sldChg chg="del">
        <pc:chgData name="Qrikko Lindström" userId="S::qrikko.lindstrom@learnet.se::cc12a607-7e6b-4fee-a664-d35a11534455" providerId="AD" clId="Web-{6C0DD6CD-29C9-D014-DAAA-4C2A4B90F301}" dt="2026-10-21T15:54:22.672" v="378"/>
        <pc:sldMkLst>
          <pc:docMk/>
          <pc:sldMk cId="2991407623" sldId="880"/>
        </pc:sldMkLst>
      </pc:sldChg>
      <pc:sldChg chg="addSp delSp modSp add del">
        <pc:chgData name="Qrikko Lindström" userId="S::qrikko.lindstrom@learnet.se::cc12a607-7e6b-4fee-a664-d35a11534455" providerId="AD" clId="Web-{6C0DD6CD-29C9-D014-DAAA-4C2A4B90F301}" dt="2026-10-21T16:23:27.747" v="487"/>
        <pc:sldMkLst>
          <pc:docMk/>
          <pc:sldMk cId="2314032473" sldId="883"/>
        </pc:sldMkLst>
        <pc:spChg chg="add del">
          <ac:chgData name="Qrikko Lindström" userId="S::qrikko.lindstrom@learnet.se::cc12a607-7e6b-4fee-a664-d35a11534455" providerId="AD" clId="Web-{6C0DD6CD-29C9-D014-DAAA-4C2A4B90F301}" dt="2026-10-21T16:22:54.716" v="483"/>
          <ac:spMkLst>
            <pc:docMk/>
            <pc:sldMk cId="2314032473" sldId="883"/>
            <ac:spMk id="3" creationId="{2A5AE293-685F-CA03-03CC-CCCE0FE77AF2}"/>
          </ac:spMkLst>
        </pc:spChg>
        <pc:spChg chg="add del">
          <ac:chgData name="Qrikko Lindström" userId="S::qrikko.lindstrom@learnet.se::cc12a607-7e6b-4fee-a664-d35a11534455" providerId="AD" clId="Web-{6C0DD6CD-29C9-D014-DAAA-4C2A4B90F301}" dt="2026-10-21T16:23:20.310" v="484"/>
          <ac:spMkLst>
            <pc:docMk/>
            <pc:sldMk cId="2314032473" sldId="883"/>
            <ac:spMk id="4" creationId="{FA8E858B-0190-4D8E-9FD0-B43A0092BB6A}"/>
          </ac:spMkLst>
        </pc:spChg>
        <pc:spChg chg="add del mod">
          <ac:chgData name="Qrikko Lindström" userId="S::qrikko.lindstrom@learnet.se::cc12a607-7e6b-4fee-a664-d35a11534455" providerId="AD" clId="Web-{6C0DD6CD-29C9-D014-DAAA-4C2A4B90F301}" dt="2026-10-21T16:22:54.716" v="483"/>
          <ac:spMkLst>
            <pc:docMk/>
            <pc:sldMk cId="2314032473" sldId="883"/>
            <ac:spMk id="6" creationId="{B684DCFE-CDA0-EC32-0057-6579E3D47FA3}"/>
          </ac:spMkLst>
        </pc:spChg>
        <pc:picChg chg="add del">
          <ac:chgData name="Qrikko Lindström" userId="S::qrikko.lindstrom@learnet.se::cc12a607-7e6b-4fee-a664-d35a11534455" providerId="AD" clId="Web-{6C0DD6CD-29C9-D014-DAAA-4C2A4B90F301}" dt="2026-10-21T16:22:52.419" v="481"/>
          <ac:picMkLst>
            <pc:docMk/>
            <pc:sldMk cId="2314032473" sldId="883"/>
            <ac:picMk id="8" creationId="{36F5AF4B-370C-A99C-50D2-8DF48E62AAA4}"/>
          </ac:picMkLst>
        </pc:picChg>
      </pc:sldChg>
      <pc:sldChg chg="addSp delSp modSp add mod replId modClrScheme chgLayout">
        <pc:chgData name="Qrikko Lindström" userId="S::qrikko.lindstrom@learnet.se::cc12a607-7e6b-4fee-a664-d35a11534455" providerId="AD" clId="Web-{6C0DD6CD-29C9-D014-DAAA-4C2A4B90F301}" dt="2026-10-21T16:13:29.541" v="412"/>
        <pc:sldMkLst>
          <pc:docMk/>
          <pc:sldMk cId="3107562913" sldId="884"/>
        </pc:sldMkLst>
        <pc:spChg chg="del">
          <ac:chgData name="Qrikko Lindström" userId="S::qrikko.lindstrom@learnet.se::cc12a607-7e6b-4fee-a664-d35a11534455" providerId="AD" clId="Web-{6C0DD6CD-29C9-D014-DAAA-4C2A4B90F301}" dt="2026-10-21T16:10:45.089" v="397"/>
          <ac:spMkLst>
            <pc:docMk/>
            <pc:sldMk cId="3107562913" sldId="884"/>
            <ac:spMk id="2" creationId="{F6C817A4-A089-F9F7-2A63-09CDA640652E}"/>
          </ac:spMkLst>
        </pc:spChg>
        <pc:spChg chg="add del mod">
          <ac:chgData name="Qrikko Lindström" userId="S::qrikko.lindstrom@learnet.se::cc12a607-7e6b-4fee-a664-d35a11534455" providerId="AD" clId="Web-{6C0DD6CD-29C9-D014-DAAA-4C2A4B90F301}" dt="2026-10-21T16:10:46.480" v="398"/>
          <ac:spMkLst>
            <pc:docMk/>
            <pc:sldMk cId="3107562913" sldId="884"/>
            <ac:spMk id="5" creationId="{2A3148FA-25F5-2B0A-6702-F8E1E11FDF80}"/>
          </ac:spMkLst>
        </pc:spChg>
        <pc:picChg chg="add del mod">
          <ac:chgData name="Qrikko Lindström" userId="S::qrikko.lindstrom@learnet.se::cc12a607-7e6b-4fee-a664-d35a11534455" providerId="AD" clId="Web-{6C0DD6CD-29C9-D014-DAAA-4C2A4B90F301}" dt="2026-10-21T16:13:27.713" v="411"/>
          <ac:picMkLst>
            <pc:docMk/>
            <pc:sldMk cId="3107562913" sldId="884"/>
            <ac:picMk id="3" creationId="{399B7516-2483-E26A-D82B-C7FF69EA7AB9}"/>
          </ac:picMkLst>
        </pc:picChg>
        <pc:picChg chg="add mod">
          <ac:chgData name="Qrikko Lindström" userId="S::qrikko.lindstrom@learnet.se::cc12a607-7e6b-4fee-a664-d35a11534455" providerId="AD" clId="Web-{6C0DD6CD-29C9-D014-DAAA-4C2A4B90F301}" dt="2026-10-21T16:13:29.541" v="412"/>
          <ac:picMkLst>
            <pc:docMk/>
            <pc:sldMk cId="3107562913" sldId="884"/>
            <ac:picMk id="6" creationId="{02ECF1E8-6AD4-F4FC-8718-E5DDD6EE3202}"/>
          </ac:picMkLst>
        </pc:picChg>
        <pc:picChg chg="del">
          <ac:chgData name="Qrikko Lindström" userId="S::qrikko.lindstrom@learnet.se::cc12a607-7e6b-4fee-a664-d35a11534455" providerId="AD" clId="Web-{6C0DD6CD-29C9-D014-DAAA-4C2A4B90F301}" dt="2026-10-21T16:10:36.230" v="394"/>
          <ac:picMkLst>
            <pc:docMk/>
            <pc:sldMk cId="3107562913" sldId="884"/>
            <ac:picMk id="7" creationId="{B62CFD09-67BB-3A71-5566-3D51A89C929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8C9C20-B1DE-490C-8FC7-3C106D29E3A9}" type="datetimeFigureOut">
              <a:rPr lang="sv-SE" smtClean="0"/>
              <a:t>2026-10-22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D66A65-33CF-4152-9936-08500F05AF2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12465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66A65-33CF-4152-9936-08500F05AF20}" type="slidenum">
              <a:rPr lang="sv-SE" smtClean="0"/>
              <a:t>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898879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>
                <a:cs typeface="Calibri"/>
              </a:rPr>
              <a:t>C-funktioner: om ett bibliotek är skapad i C så kommer den att använda sig av FILE om den läser filer. </a:t>
            </a:r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66A65-33CF-4152-9936-08500F05AF20}" type="slidenum">
              <a:rPr lang="sv-SE" smtClean="0"/>
              <a:t>4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118653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EOF – End </a:t>
            </a:r>
            <a:r>
              <a:rPr lang="sv-SE" err="1"/>
              <a:t>Of</a:t>
            </a:r>
            <a:r>
              <a:rPr lang="sv-SE"/>
              <a:t> </a:t>
            </a:r>
            <a:r>
              <a:rPr lang="sv-SE" err="1"/>
              <a:t>File</a:t>
            </a:r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66A65-33CF-4152-9936-08500F05AF20}" type="slidenum">
              <a:rPr lang="sv-SE" smtClean="0"/>
              <a:t>5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502569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D66A65-33CF-4152-9936-08500F05AF20}" type="slidenum">
              <a:rPr kumimoji="0" lang="sv-S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sv-S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46445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D66A65-33CF-4152-9936-08500F05AF20}" type="slidenum">
              <a:rPr kumimoji="0" lang="sv-S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sv-S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16565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11A5B-E74E-C6EF-5324-518393763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>
            <a:extLst>
              <a:ext uri="{FF2B5EF4-FFF2-40B4-BE49-F238E27FC236}">
                <a16:creationId xmlns:a16="http://schemas.microsoft.com/office/drawing/2014/main" id="{6C5D409D-6221-C471-2CD3-0AD48E90E3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>
            <a:extLst>
              <a:ext uri="{FF2B5EF4-FFF2-40B4-BE49-F238E27FC236}">
                <a16:creationId xmlns:a16="http://schemas.microsoft.com/office/drawing/2014/main" id="{A19D39B5-5EE2-93CC-EEE0-0C9E1258FA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0169757D-593B-4B34-B24F-1C7FFF3E12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D66A65-33CF-4152-9936-08500F05AF20}" type="slidenum">
              <a:rPr kumimoji="0" lang="sv-S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sv-S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85184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66A65-33CF-4152-9936-08500F05AF20}" type="slidenum">
              <a:rPr lang="sv-SE" smtClean="0"/>
              <a:t>12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2864966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D66A65-33CF-4152-9936-08500F05AF20}" type="slidenum">
              <a:rPr kumimoji="0" lang="sv-S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sv-S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18686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jpe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png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jpeg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111;p21">
            <a:extLst>
              <a:ext uri="{FF2B5EF4-FFF2-40B4-BE49-F238E27FC236}">
                <a16:creationId xmlns:a16="http://schemas.microsoft.com/office/drawing/2014/main" id="{ED3B80BA-C750-2424-4A8E-0B2EC88954C3}"/>
              </a:ext>
            </a:extLst>
          </p:cNvPr>
          <p:cNvPicPr preferRelativeResize="0"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45024" y="2071224"/>
            <a:ext cx="8269510" cy="197549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" name="Rak 9">
            <a:extLst>
              <a:ext uri="{FF2B5EF4-FFF2-40B4-BE49-F238E27FC236}">
                <a16:creationId xmlns:a16="http://schemas.microsoft.com/office/drawing/2014/main" id="{21493EF2-83BB-61F0-F806-BC59365A2F76}"/>
              </a:ext>
            </a:extLst>
          </p:cNvPr>
          <p:cNvCxnSpPr>
            <a:cxnSpLocks/>
          </p:cNvCxnSpPr>
          <p:nvPr/>
        </p:nvCxnSpPr>
        <p:spPr>
          <a:xfrm>
            <a:off x="479425" y="6086793"/>
            <a:ext cx="1123315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5631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op Title and pream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04F903F-CACD-24DD-8501-2EAC5E192A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3669" y="380364"/>
            <a:ext cx="11288905" cy="3300095"/>
          </a:xfrm>
        </p:spPr>
        <p:txBody>
          <a:bodyPr anchor="t"/>
          <a:lstStyle>
            <a:lvl1pPr algn="l">
              <a:defRPr sz="8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62970DAE-9769-4BF7-8D4E-B24B82F7F6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425" y="4152900"/>
            <a:ext cx="11233150" cy="1544638"/>
          </a:xfrm>
        </p:spPr>
        <p:txBody>
          <a:bodyPr anchor="b">
            <a:normAutofit/>
          </a:bodyPr>
          <a:lstStyle>
            <a:lvl1pPr marL="0" indent="0" algn="l">
              <a:buNone/>
              <a:defRPr sz="2000" b="1" i="0">
                <a:latin typeface="Montserrat SemiBold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</a:p>
        </p:txBody>
      </p:sp>
      <p:sp>
        <p:nvSpPr>
          <p:cNvPr id="10" name="Platshållare för datum 9">
            <a:extLst>
              <a:ext uri="{FF2B5EF4-FFF2-40B4-BE49-F238E27FC236}">
                <a16:creationId xmlns:a16="http://schemas.microsoft.com/office/drawing/2014/main" id="{FC85C157-7B83-8B4E-0213-76E40B4D2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31C3F-299E-4C64-ABCD-363C653B41BA}" type="datetimeFigureOut">
              <a:rPr lang="sv-SE" smtClean="0"/>
              <a:t>2026-10-22</a:t>
            </a:fld>
            <a:endParaRPr lang="sv-SE"/>
          </a:p>
        </p:txBody>
      </p:sp>
      <p:sp>
        <p:nvSpPr>
          <p:cNvPr id="11" name="Platshållare för sidfot 10">
            <a:extLst>
              <a:ext uri="{FF2B5EF4-FFF2-40B4-BE49-F238E27FC236}">
                <a16:creationId xmlns:a16="http://schemas.microsoft.com/office/drawing/2014/main" id="{F06C98C4-F43F-66F0-7096-A38660F4C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12" name="Platshållare för bildnummer 11">
            <a:extLst>
              <a:ext uri="{FF2B5EF4-FFF2-40B4-BE49-F238E27FC236}">
                <a16:creationId xmlns:a16="http://schemas.microsoft.com/office/drawing/2014/main" id="{1347F4F0-67DF-060F-E99F-02415948C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  <p:cxnSp>
        <p:nvCxnSpPr>
          <p:cNvPr id="4" name="Rak 9">
            <a:extLst>
              <a:ext uri="{FF2B5EF4-FFF2-40B4-BE49-F238E27FC236}">
                <a16:creationId xmlns:a16="http://schemas.microsoft.com/office/drawing/2014/main" id="{E63D88D7-D588-6C0B-10DC-F3319A2634E6}"/>
              </a:ext>
            </a:extLst>
          </p:cNvPr>
          <p:cNvCxnSpPr>
            <a:cxnSpLocks/>
          </p:cNvCxnSpPr>
          <p:nvPr/>
        </p:nvCxnSpPr>
        <p:spPr>
          <a:xfrm>
            <a:off x="479425" y="6086793"/>
            <a:ext cx="1123315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3741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Title and preambl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>
            <a:extLst>
              <a:ext uri="{FF2B5EF4-FFF2-40B4-BE49-F238E27FC236}">
                <a16:creationId xmlns:a16="http://schemas.microsoft.com/office/drawing/2014/main" id="{076CF2EF-A1C6-8C59-66DE-B3E11EE2DD5E}"/>
              </a:ext>
            </a:extLst>
          </p:cNvPr>
          <p:cNvSpPr/>
          <p:nvPr/>
        </p:nvSpPr>
        <p:spPr>
          <a:xfrm>
            <a:off x="185057" y="5965371"/>
            <a:ext cx="11702143" cy="8164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0" name="Platshållare för bild 9">
            <a:extLst>
              <a:ext uri="{FF2B5EF4-FFF2-40B4-BE49-F238E27FC236}">
                <a16:creationId xmlns:a16="http://schemas.microsoft.com/office/drawing/2014/main" id="{D67109BD-CE4B-0D5B-6378-342D8787A56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sv-SE"/>
              <a:t>Klicka på ikonen för att lägga till en bild</a:t>
            </a:r>
          </a:p>
        </p:txBody>
      </p:sp>
      <p:sp>
        <p:nvSpPr>
          <p:cNvPr id="7" name="Underrubrik 2">
            <a:extLst>
              <a:ext uri="{FF2B5EF4-FFF2-40B4-BE49-F238E27FC236}">
                <a16:creationId xmlns:a16="http://schemas.microsoft.com/office/drawing/2014/main" id="{7F0DA28F-8D8B-1BEA-9E05-E3693CC3E5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425" y="4653643"/>
            <a:ext cx="11233150" cy="1544638"/>
          </a:xfrm>
        </p:spPr>
        <p:txBody>
          <a:bodyPr anchor="b">
            <a:normAutofit/>
          </a:bodyPr>
          <a:lstStyle>
            <a:lvl1pPr marL="0" indent="0" algn="l">
              <a:buNone/>
              <a:defRPr sz="2000" b="1" i="0">
                <a:latin typeface="Montserrat SemiBold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</a:p>
        </p:txBody>
      </p:sp>
      <p:sp>
        <p:nvSpPr>
          <p:cNvPr id="12" name="Rubrik 1">
            <a:extLst>
              <a:ext uri="{FF2B5EF4-FFF2-40B4-BE49-F238E27FC236}">
                <a16:creationId xmlns:a16="http://schemas.microsoft.com/office/drawing/2014/main" id="{D97054B2-6F4F-2930-7D80-C5810DB0342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3669" y="380364"/>
            <a:ext cx="11288905" cy="3300095"/>
          </a:xfrm>
        </p:spPr>
        <p:txBody>
          <a:bodyPr anchor="t"/>
          <a:lstStyle>
            <a:lvl1pPr algn="l">
              <a:defRPr sz="8000"/>
            </a:lvl1pPr>
          </a:lstStyle>
          <a:p>
            <a:r>
              <a:rPr lang="sv-SE"/>
              <a:t>KLICKA HÄR FÖR ATT ÄNDRA MALL FÖR RUBRIKFORMAT</a:t>
            </a:r>
          </a:p>
        </p:txBody>
      </p:sp>
    </p:spTree>
    <p:extLst>
      <p:ext uri="{BB962C8B-B14F-4D97-AF65-F5344CB8AC3E}">
        <p14:creationId xmlns:p14="http://schemas.microsoft.com/office/powerpoint/2010/main" val="1548123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Title and pream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40000827-8CB6-F7D2-2DC5-6F898CC80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31C3F-299E-4C64-ABCD-363C653B41BA}" type="datetimeFigureOut">
              <a:rPr lang="sv-SE" smtClean="0"/>
              <a:t>2026-10-22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3833A91F-F24B-031E-19E8-393CCDFB0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BBF5AB70-874D-2E29-53D9-F08DF5315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  <p:sp>
        <p:nvSpPr>
          <p:cNvPr id="7" name="Underrubrik 2">
            <a:extLst>
              <a:ext uri="{FF2B5EF4-FFF2-40B4-BE49-F238E27FC236}">
                <a16:creationId xmlns:a16="http://schemas.microsoft.com/office/drawing/2014/main" id="{53B53751-00F6-35E1-BB57-26D6A666E8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425" y="425813"/>
            <a:ext cx="11233150" cy="1544638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b="1" i="0">
                <a:latin typeface="Montserrat SemiBold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</a:p>
        </p:txBody>
      </p:sp>
      <p:sp>
        <p:nvSpPr>
          <p:cNvPr id="8" name="Rubrik 1">
            <a:extLst>
              <a:ext uri="{FF2B5EF4-FFF2-40B4-BE49-F238E27FC236}">
                <a16:creationId xmlns:a16="http://schemas.microsoft.com/office/drawing/2014/main" id="{9A81336E-4DB4-3DC1-B9ED-FE88BE61928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3669" y="2644061"/>
            <a:ext cx="11288905" cy="3300095"/>
          </a:xfrm>
        </p:spPr>
        <p:txBody>
          <a:bodyPr anchor="b"/>
          <a:lstStyle>
            <a:lvl1pPr algn="l">
              <a:defRPr sz="8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cxnSp>
        <p:nvCxnSpPr>
          <p:cNvPr id="2" name="Rak 9">
            <a:extLst>
              <a:ext uri="{FF2B5EF4-FFF2-40B4-BE49-F238E27FC236}">
                <a16:creationId xmlns:a16="http://schemas.microsoft.com/office/drawing/2014/main" id="{9EB18CD4-475C-7CDF-1169-411464C435B2}"/>
              </a:ext>
            </a:extLst>
          </p:cNvPr>
          <p:cNvCxnSpPr>
            <a:cxnSpLocks/>
          </p:cNvCxnSpPr>
          <p:nvPr/>
        </p:nvCxnSpPr>
        <p:spPr>
          <a:xfrm>
            <a:off x="479425" y="6086793"/>
            <a:ext cx="1123315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2292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Title and preambl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>
            <a:extLst>
              <a:ext uri="{FF2B5EF4-FFF2-40B4-BE49-F238E27FC236}">
                <a16:creationId xmlns:a16="http://schemas.microsoft.com/office/drawing/2014/main" id="{F69279DF-4BC5-362C-CFE6-497022EF6CDB}"/>
              </a:ext>
            </a:extLst>
          </p:cNvPr>
          <p:cNvSpPr/>
          <p:nvPr/>
        </p:nvSpPr>
        <p:spPr>
          <a:xfrm>
            <a:off x="185057" y="5965371"/>
            <a:ext cx="11702143" cy="8164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9" name="Platshållare för bild 9">
            <a:extLst>
              <a:ext uri="{FF2B5EF4-FFF2-40B4-BE49-F238E27FC236}">
                <a16:creationId xmlns:a16="http://schemas.microsoft.com/office/drawing/2014/main" id="{D1AC29A3-0925-073F-A3BF-7412C204F7B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sv-SE"/>
              <a:t>Klicka på ikonen för att lägga till en bild</a:t>
            </a:r>
          </a:p>
        </p:txBody>
      </p:sp>
      <p:sp>
        <p:nvSpPr>
          <p:cNvPr id="7" name="Underrubrik 2">
            <a:extLst>
              <a:ext uri="{FF2B5EF4-FFF2-40B4-BE49-F238E27FC236}">
                <a16:creationId xmlns:a16="http://schemas.microsoft.com/office/drawing/2014/main" id="{E19978B8-97A3-1F83-5EC1-70E03DD634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425" y="425813"/>
            <a:ext cx="11233150" cy="1544638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b="1" i="0">
                <a:latin typeface="Montserrat SemiBold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</a:p>
        </p:txBody>
      </p:sp>
      <p:sp>
        <p:nvSpPr>
          <p:cNvPr id="10" name="Rubrik 1">
            <a:extLst>
              <a:ext uri="{FF2B5EF4-FFF2-40B4-BE49-F238E27FC236}">
                <a16:creationId xmlns:a16="http://schemas.microsoft.com/office/drawing/2014/main" id="{48865797-99C1-0FA1-2B5D-0A78134194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3669" y="3040037"/>
            <a:ext cx="11288905" cy="3300095"/>
          </a:xfrm>
        </p:spPr>
        <p:txBody>
          <a:bodyPr anchor="b"/>
          <a:lstStyle>
            <a:lvl1pPr algn="l">
              <a:defRPr sz="8000"/>
            </a:lvl1pPr>
          </a:lstStyle>
          <a:p>
            <a:r>
              <a:rPr lang="sv-SE"/>
              <a:t>KLICKA HÄR FÖR ATT ÄNDRA MALL FÖR RUBRIKFORMAT</a:t>
            </a:r>
          </a:p>
        </p:txBody>
      </p:sp>
    </p:spTree>
    <p:extLst>
      <p:ext uri="{BB962C8B-B14F-4D97-AF65-F5344CB8AC3E}">
        <p14:creationId xmlns:p14="http://schemas.microsoft.com/office/powerpoint/2010/main" val="1146400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Title and preamble + Patter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3EA561FD-2849-857A-5E59-87544E014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31C3F-299E-4C64-ABCD-363C653B41BA}" type="datetimeFigureOut">
              <a:rPr lang="sv-SE" smtClean="0"/>
              <a:t>2026-10-22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001D2234-62B1-561A-E743-963E9F263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C76C1071-D53F-4687-91DC-FACFC0294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  <p:sp>
        <p:nvSpPr>
          <p:cNvPr id="7" name="Underrubrik 2">
            <a:extLst>
              <a:ext uri="{FF2B5EF4-FFF2-40B4-BE49-F238E27FC236}">
                <a16:creationId xmlns:a16="http://schemas.microsoft.com/office/drawing/2014/main" id="{B28F49CF-12F5-9E2A-7D57-F12ACA39F7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425" y="4152900"/>
            <a:ext cx="8517091" cy="1544638"/>
          </a:xfrm>
        </p:spPr>
        <p:txBody>
          <a:bodyPr anchor="b">
            <a:normAutofit/>
          </a:bodyPr>
          <a:lstStyle>
            <a:lvl1pPr marL="0" indent="0" algn="l">
              <a:buNone/>
              <a:defRPr sz="2000" b="1" i="0">
                <a:latin typeface="Montserrat SemiBold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</a:p>
        </p:txBody>
      </p:sp>
      <p:sp>
        <p:nvSpPr>
          <p:cNvPr id="11" name="Rubrik 1">
            <a:extLst>
              <a:ext uri="{FF2B5EF4-FFF2-40B4-BE49-F238E27FC236}">
                <a16:creationId xmlns:a16="http://schemas.microsoft.com/office/drawing/2014/main" id="{A5EE91C2-2F59-EBB9-5972-59CC4CF0A95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3669" y="380364"/>
            <a:ext cx="8572847" cy="3300095"/>
          </a:xfrm>
        </p:spPr>
        <p:txBody>
          <a:bodyPr anchor="t"/>
          <a:lstStyle>
            <a:lvl1pPr algn="l">
              <a:defRPr sz="8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grpSp>
        <p:nvGrpSpPr>
          <p:cNvPr id="2" name="Grupp 1">
            <a:extLst>
              <a:ext uri="{FF2B5EF4-FFF2-40B4-BE49-F238E27FC236}">
                <a16:creationId xmlns:a16="http://schemas.microsoft.com/office/drawing/2014/main" id="{99CE05FC-A456-8311-5F35-8110250B828C}"/>
              </a:ext>
            </a:extLst>
          </p:cNvPr>
          <p:cNvGrpSpPr/>
          <p:nvPr/>
        </p:nvGrpSpPr>
        <p:grpSpPr>
          <a:xfrm>
            <a:off x="8782185" y="0"/>
            <a:ext cx="3409815" cy="6858000"/>
            <a:chOff x="8782185" y="0"/>
            <a:chExt cx="3409815" cy="6858000"/>
          </a:xfrm>
        </p:grpSpPr>
        <p:pic>
          <p:nvPicPr>
            <p:cNvPr id="6" name="Bild 5">
              <a:extLst>
                <a:ext uri="{FF2B5EF4-FFF2-40B4-BE49-F238E27FC236}">
                  <a16:creationId xmlns:a16="http://schemas.microsoft.com/office/drawing/2014/main" id="{B69E5D26-B30A-41F8-9C05-39C72F8C862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t="16941" r="60974"/>
            <a:stretch>
              <a:fillRect/>
            </a:stretch>
          </p:blipFill>
          <p:spPr>
            <a:xfrm>
              <a:off x="8782185" y="0"/>
              <a:ext cx="3409815" cy="3316460"/>
            </a:xfrm>
            <a:prstGeom prst="rect">
              <a:avLst/>
            </a:prstGeom>
          </p:spPr>
        </p:pic>
        <p:pic>
          <p:nvPicPr>
            <p:cNvPr id="8" name="Bild 7">
              <a:extLst>
                <a:ext uri="{FF2B5EF4-FFF2-40B4-BE49-F238E27FC236}">
                  <a16:creationId xmlns:a16="http://schemas.microsoft.com/office/drawing/2014/main" id="{14EE7369-D16C-8EDA-DCF6-D7EC26AE1DC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r="60974" b="12145"/>
            <a:stretch>
              <a:fillRect/>
            </a:stretch>
          </p:blipFill>
          <p:spPr>
            <a:xfrm>
              <a:off x="8782185" y="3350074"/>
              <a:ext cx="3409815" cy="3507926"/>
            </a:xfrm>
            <a:prstGeom prst="rect">
              <a:avLst/>
            </a:prstGeom>
          </p:spPr>
        </p:pic>
      </p:grpSp>
      <p:cxnSp>
        <p:nvCxnSpPr>
          <p:cNvPr id="10" name="Rak 9">
            <a:extLst>
              <a:ext uri="{FF2B5EF4-FFF2-40B4-BE49-F238E27FC236}">
                <a16:creationId xmlns:a16="http://schemas.microsoft.com/office/drawing/2014/main" id="{A00B38AE-18A4-A88F-6D73-EDC068AE0DFE}"/>
              </a:ext>
            </a:extLst>
          </p:cNvPr>
          <p:cNvCxnSpPr>
            <a:cxnSpLocks/>
          </p:cNvCxnSpPr>
          <p:nvPr/>
        </p:nvCxnSpPr>
        <p:spPr>
          <a:xfrm>
            <a:off x="479425" y="6086793"/>
            <a:ext cx="8192135" cy="0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6569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Title and preamble + Patter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2BD5ACF8-19E3-8F13-19C7-805A11627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31C3F-299E-4C64-ABCD-363C653B41BA}" type="datetimeFigureOut">
              <a:rPr lang="sv-SE" smtClean="0"/>
              <a:t>2026-10-22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97E7131A-71CD-6749-4C20-831519AD6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BBB36E08-C3CA-9B68-4598-DA3942A1C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  <p:sp>
        <p:nvSpPr>
          <p:cNvPr id="7" name="Underrubrik 2">
            <a:extLst>
              <a:ext uri="{FF2B5EF4-FFF2-40B4-BE49-F238E27FC236}">
                <a16:creationId xmlns:a16="http://schemas.microsoft.com/office/drawing/2014/main" id="{EDF1C6A1-4294-8B01-8850-E7F6A85C80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425" y="4152900"/>
            <a:ext cx="8517091" cy="1544638"/>
          </a:xfrm>
        </p:spPr>
        <p:txBody>
          <a:bodyPr anchor="b">
            <a:normAutofit/>
          </a:bodyPr>
          <a:lstStyle>
            <a:lvl1pPr marL="0" indent="0" algn="l">
              <a:buNone/>
              <a:defRPr sz="2000" b="1" i="0">
                <a:latin typeface="Montserrat SemiBold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</a:p>
        </p:txBody>
      </p:sp>
      <p:sp>
        <p:nvSpPr>
          <p:cNvPr id="9" name="Rubrik 1">
            <a:extLst>
              <a:ext uri="{FF2B5EF4-FFF2-40B4-BE49-F238E27FC236}">
                <a16:creationId xmlns:a16="http://schemas.microsoft.com/office/drawing/2014/main" id="{E24579F3-7B3C-71BD-B5A1-FC7D83E11EC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3669" y="380364"/>
            <a:ext cx="8572847" cy="3300095"/>
          </a:xfrm>
        </p:spPr>
        <p:txBody>
          <a:bodyPr anchor="t"/>
          <a:lstStyle>
            <a:lvl1pPr algn="l">
              <a:defRPr sz="8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pic>
        <p:nvPicPr>
          <p:cNvPr id="2" name="Bild 1">
            <a:extLst>
              <a:ext uri="{FF2B5EF4-FFF2-40B4-BE49-F238E27FC236}">
                <a16:creationId xmlns:a16="http://schemas.microsoft.com/office/drawing/2014/main" id="{FB28A033-3195-A739-29EA-F0CA7155BE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3937"/>
          <a:stretch>
            <a:fillRect/>
          </a:stretch>
        </p:blipFill>
        <p:spPr>
          <a:xfrm>
            <a:off x="8782185" y="-1"/>
            <a:ext cx="3409815" cy="6862699"/>
          </a:xfrm>
          <a:prstGeom prst="rect">
            <a:avLst/>
          </a:prstGeom>
        </p:spPr>
      </p:pic>
      <p:cxnSp>
        <p:nvCxnSpPr>
          <p:cNvPr id="10" name="Rak 9">
            <a:extLst>
              <a:ext uri="{FF2B5EF4-FFF2-40B4-BE49-F238E27FC236}">
                <a16:creationId xmlns:a16="http://schemas.microsoft.com/office/drawing/2014/main" id="{FC52CE6A-D8F8-83E4-E8F5-920941CE4DA8}"/>
              </a:ext>
            </a:extLst>
          </p:cNvPr>
          <p:cNvCxnSpPr>
            <a:cxnSpLocks/>
          </p:cNvCxnSpPr>
          <p:nvPr/>
        </p:nvCxnSpPr>
        <p:spPr>
          <a:xfrm>
            <a:off x="479425" y="6086793"/>
            <a:ext cx="8192135" cy="0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5789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5B66D1DE-B4D7-D5C2-D62D-EE882A2A8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31C3F-299E-4C64-ABCD-363C653B41BA}" type="datetimeFigureOut">
              <a:rPr lang="sv-SE" smtClean="0"/>
              <a:t>2026-10-22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9B87733A-9B5E-1981-D919-C77D94386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5075A07D-2287-FF61-5D6C-2678319CD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  <p:sp>
        <p:nvSpPr>
          <p:cNvPr id="7" name="Rubrik 1">
            <a:extLst>
              <a:ext uri="{FF2B5EF4-FFF2-40B4-BE49-F238E27FC236}">
                <a16:creationId xmlns:a16="http://schemas.microsoft.com/office/drawing/2014/main" id="{208FBC27-C4CD-2545-89C6-8829ACB673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3669" y="549274"/>
            <a:ext cx="11288905" cy="5148263"/>
          </a:xfrm>
        </p:spPr>
        <p:txBody>
          <a:bodyPr anchor="ctr"/>
          <a:lstStyle>
            <a:lvl1pPr algn="l">
              <a:defRPr sz="8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cxnSp>
        <p:nvCxnSpPr>
          <p:cNvPr id="2" name="Rak 9">
            <a:extLst>
              <a:ext uri="{FF2B5EF4-FFF2-40B4-BE49-F238E27FC236}">
                <a16:creationId xmlns:a16="http://schemas.microsoft.com/office/drawing/2014/main" id="{4DDD69AD-9569-485B-5D3D-D20C9DA833E3}"/>
              </a:ext>
            </a:extLst>
          </p:cNvPr>
          <p:cNvCxnSpPr>
            <a:cxnSpLocks/>
          </p:cNvCxnSpPr>
          <p:nvPr/>
        </p:nvCxnSpPr>
        <p:spPr>
          <a:xfrm>
            <a:off x="479425" y="6086793"/>
            <a:ext cx="1123315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6731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FC69325E-E06D-9BF3-4A3E-8C4C82359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31C3F-299E-4C64-ABCD-363C653B41BA}" type="datetimeFigureOut">
              <a:rPr lang="sv-SE" smtClean="0"/>
              <a:t>2026-10-22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56118687-4A16-BA55-C6AB-3EB711311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663FA246-DEAB-156E-6415-7BFE48D83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  <p:sp>
        <p:nvSpPr>
          <p:cNvPr id="6" name="Underrubrik 2">
            <a:extLst>
              <a:ext uri="{FF2B5EF4-FFF2-40B4-BE49-F238E27FC236}">
                <a16:creationId xmlns:a16="http://schemas.microsoft.com/office/drawing/2014/main" id="{50A963AD-5CAC-A5EB-52E3-DC666F6E09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425" y="549275"/>
            <a:ext cx="11233150" cy="5148263"/>
          </a:xfrm>
        </p:spPr>
        <p:txBody>
          <a:bodyPr anchor="ctr">
            <a:normAutofit/>
          </a:bodyPr>
          <a:lstStyle>
            <a:lvl1pPr marL="288000" indent="-288000" algn="l">
              <a:buFont typeface="Wingdings" pitchFamily="2" charset="2"/>
              <a:buChar char="§"/>
              <a:defRPr sz="2800" b="1" i="0">
                <a:latin typeface="Montserrat SemiBold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</a:p>
        </p:txBody>
      </p:sp>
      <p:cxnSp>
        <p:nvCxnSpPr>
          <p:cNvPr id="2" name="Rak 9">
            <a:extLst>
              <a:ext uri="{FF2B5EF4-FFF2-40B4-BE49-F238E27FC236}">
                <a16:creationId xmlns:a16="http://schemas.microsoft.com/office/drawing/2014/main" id="{0ABC007B-A65F-FEDC-B9E5-7A54724E8FEC}"/>
              </a:ext>
            </a:extLst>
          </p:cNvPr>
          <p:cNvCxnSpPr>
            <a:cxnSpLocks/>
          </p:cNvCxnSpPr>
          <p:nvPr/>
        </p:nvCxnSpPr>
        <p:spPr>
          <a:xfrm>
            <a:off x="479425" y="6086793"/>
            <a:ext cx="1123315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5832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ubrik 8">
            <a:extLst>
              <a:ext uri="{FF2B5EF4-FFF2-40B4-BE49-F238E27FC236}">
                <a16:creationId xmlns:a16="http://schemas.microsoft.com/office/drawing/2014/main" id="{D9355F84-4024-834E-FC30-84CD06B3CE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10" name="Platshållare för datum 9">
            <a:extLst>
              <a:ext uri="{FF2B5EF4-FFF2-40B4-BE49-F238E27FC236}">
                <a16:creationId xmlns:a16="http://schemas.microsoft.com/office/drawing/2014/main" id="{A7DFB35B-8444-FC8C-FAE9-1DC537405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31C3F-299E-4C64-ABCD-363C653B41BA}" type="datetimeFigureOut">
              <a:rPr lang="sv-SE" smtClean="0"/>
              <a:t>2026-10-22</a:t>
            </a:fld>
            <a:endParaRPr lang="sv-SE"/>
          </a:p>
        </p:txBody>
      </p:sp>
      <p:sp>
        <p:nvSpPr>
          <p:cNvPr id="11" name="Platshållare för sidfot 10">
            <a:extLst>
              <a:ext uri="{FF2B5EF4-FFF2-40B4-BE49-F238E27FC236}">
                <a16:creationId xmlns:a16="http://schemas.microsoft.com/office/drawing/2014/main" id="{7276C3D4-25B8-5578-4452-3C816818B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12" name="Platshållare för bildnummer 11">
            <a:extLst>
              <a:ext uri="{FF2B5EF4-FFF2-40B4-BE49-F238E27FC236}">
                <a16:creationId xmlns:a16="http://schemas.microsoft.com/office/drawing/2014/main" id="{C297EA4D-CDC5-7F59-2941-FBF1C2B88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  <p:cxnSp>
        <p:nvCxnSpPr>
          <p:cNvPr id="2" name="Rak 9">
            <a:extLst>
              <a:ext uri="{FF2B5EF4-FFF2-40B4-BE49-F238E27FC236}">
                <a16:creationId xmlns:a16="http://schemas.microsoft.com/office/drawing/2014/main" id="{D182D79A-AD01-7B41-AEA8-7071BD2F4473}"/>
              </a:ext>
            </a:extLst>
          </p:cNvPr>
          <p:cNvCxnSpPr>
            <a:cxnSpLocks/>
          </p:cNvCxnSpPr>
          <p:nvPr/>
        </p:nvCxnSpPr>
        <p:spPr>
          <a:xfrm>
            <a:off x="479425" y="6086793"/>
            <a:ext cx="1123315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6619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8C3EDF05-4702-F52C-38F9-A13DF8275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11" name="Rubrik 10">
            <a:extLst>
              <a:ext uri="{FF2B5EF4-FFF2-40B4-BE49-F238E27FC236}">
                <a16:creationId xmlns:a16="http://schemas.microsoft.com/office/drawing/2014/main" id="{534EDFF3-5FC7-A53A-9FB6-16D8096D61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12" name="Platshållare för datum 11">
            <a:extLst>
              <a:ext uri="{FF2B5EF4-FFF2-40B4-BE49-F238E27FC236}">
                <a16:creationId xmlns:a16="http://schemas.microsoft.com/office/drawing/2014/main" id="{AD685D3C-82CF-F810-A458-789837ED8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31C3F-299E-4C64-ABCD-363C653B41BA}" type="datetimeFigureOut">
              <a:rPr lang="sv-SE" smtClean="0"/>
              <a:t>2026-10-22</a:t>
            </a:fld>
            <a:endParaRPr lang="sv-SE"/>
          </a:p>
        </p:txBody>
      </p:sp>
      <p:sp>
        <p:nvSpPr>
          <p:cNvPr id="13" name="Platshållare för sidfot 12">
            <a:extLst>
              <a:ext uri="{FF2B5EF4-FFF2-40B4-BE49-F238E27FC236}">
                <a16:creationId xmlns:a16="http://schemas.microsoft.com/office/drawing/2014/main" id="{F571C0A2-72A8-3244-912D-00FB45362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14" name="Platshållare för bildnummer 13">
            <a:extLst>
              <a:ext uri="{FF2B5EF4-FFF2-40B4-BE49-F238E27FC236}">
                <a16:creationId xmlns:a16="http://schemas.microsoft.com/office/drawing/2014/main" id="{EDF6EEEF-7840-2645-E156-D0F21E1BB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145341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8C3EDF05-4702-F52C-38F9-A13DF8275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629" y="1505666"/>
            <a:ext cx="11298946" cy="4191871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11" name="Rubrik 10">
            <a:extLst>
              <a:ext uri="{FF2B5EF4-FFF2-40B4-BE49-F238E27FC236}">
                <a16:creationId xmlns:a16="http://schemas.microsoft.com/office/drawing/2014/main" id="{534EDFF3-5FC7-A53A-9FB6-16D8096D61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7919" y="441326"/>
            <a:ext cx="11264656" cy="782458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12" name="Platshållare för datum 11">
            <a:extLst>
              <a:ext uri="{FF2B5EF4-FFF2-40B4-BE49-F238E27FC236}">
                <a16:creationId xmlns:a16="http://schemas.microsoft.com/office/drawing/2014/main" id="{AD685D3C-82CF-F810-A458-789837ED8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31C3F-299E-4C64-ABCD-363C653B41BA}" type="datetimeFigureOut">
              <a:rPr lang="sv-SE" smtClean="0"/>
              <a:t>2026-10-22</a:t>
            </a:fld>
            <a:endParaRPr lang="sv-SE"/>
          </a:p>
        </p:txBody>
      </p:sp>
      <p:sp>
        <p:nvSpPr>
          <p:cNvPr id="13" name="Platshållare för sidfot 12">
            <a:extLst>
              <a:ext uri="{FF2B5EF4-FFF2-40B4-BE49-F238E27FC236}">
                <a16:creationId xmlns:a16="http://schemas.microsoft.com/office/drawing/2014/main" id="{F571C0A2-72A8-3244-912D-00FB45362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14" name="Platshållare för bildnummer 13">
            <a:extLst>
              <a:ext uri="{FF2B5EF4-FFF2-40B4-BE49-F238E27FC236}">
                <a16:creationId xmlns:a16="http://schemas.microsoft.com/office/drawing/2014/main" id="{EDF6EEEF-7840-2645-E156-D0F21E1BB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770089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94832A1-73E5-AE88-9FDA-06DC321ED6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49184BBA-67D8-17C4-32A6-15FA40143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31C3F-299E-4C64-ABCD-363C653B41BA}" type="datetimeFigureOut">
              <a:rPr lang="sv-SE" smtClean="0"/>
              <a:t>2026-10-22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4773E1B9-54BF-127A-064C-65E1F37EB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09E6397D-6C44-CBF1-68BE-849F880D0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  <p:sp>
        <p:nvSpPr>
          <p:cNvPr id="6" name="Platshållare för text 4">
            <a:extLst>
              <a:ext uri="{FF2B5EF4-FFF2-40B4-BE49-F238E27FC236}">
                <a16:creationId xmlns:a16="http://schemas.microsoft.com/office/drawing/2014/main" id="{40BF78CC-7B9E-325A-DE3A-446BB098994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6944" y="2020956"/>
            <a:ext cx="5395051" cy="658872"/>
          </a:xfrm>
        </p:spPr>
        <p:txBody>
          <a:bodyPr anchor="b">
            <a:normAutofit/>
          </a:bodyPr>
          <a:lstStyle>
            <a:lvl1pPr marL="0" indent="0">
              <a:buNone/>
              <a:defRPr sz="1600" b="1" i="0">
                <a:latin typeface="Montserrat SemiBold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7" name="Platshållare för innehåll 5">
            <a:extLst>
              <a:ext uri="{FF2B5EF4-FFF2-40B4-BE49-F238E27FC236}">
                <a16:creationId xmlns:a16="http://schemas.microsoft.com/office/drawing/2014/main" id="{20C24AA2-F83D-BA05-7F85-F0966EF5EDD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98364" y="2963846"/>
            <a:ext cx="5468525" cy="2736000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cxnSp>
        <p:nvCxnSpPr>
          <p:cNvPr id="8" name="Rak 7">
            <a:extLst>
              <a:ext uri="{FF2B5EF4-FFF2-40B4-BE49-F238E27FC236}">
                <a16:creationId xmlns:a16="http://schemas.microsoft.com/office/drawing/2014/main" id="{054A8A58-8361-9BA6-F9FE-93F3968B7D5B}"/>
              </a:ext>
            </a:extLst>
          </p:cNvPr>
          <p:cNvCxnSpPr>
            <a:cxnSpLocks/>
          </p:cNvCxnSpPr>
          <p:nvPr/>
        </p:nvCxnSpPr>
        <p:spPr>
          <a:xfrm>
            <a:off x="482704" y="2854363"/>
            <a:ext cx="5384185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Platshållare för text 4">
            <a:extLst>
              <a:ext uri="{FF2B5EF4-FFF2-40B4-BE49-F238E27FC236}">
                <a16:creationId xmlns:a16="http://schemas.microsoft.com/office/drawing/2014/main" id="{A42DF433-1144-F1AC-4A9B-5063DCECD92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12587" y="2020956"/>
            <a:ext cx="5395051" cy="658872"/>
          </a:xfrm>
        </p:spPr>
        <p:txBody>
          <a:bodyPr anchor="b">
            <a:normAutofit/>
          </a:bodyPr>
          <a:lstStyle>
            <a:lvl1pPr marL="0" indent="0">
              <a:buNone/>
              <a:defRPr sz="1600" b="1" i="0">
                <a:latin typeface="Montserrat SemiBold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0" name="Platshållare för innehåll 5">
            <a:extLst>
              <a:ext uri="{FF2B5EF4-FFF2-40B4-BE49-F238E27FC236}">
                <a16:creationId xmlns:a16="http://schemas.microsoft.com/office/drawing/2014/main" id="{0B0FB16F-165D-0E00-C31F-588DCBF2E1E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244007" y="2963846"/>
            <a:ext cx="5468568" cy="2736000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cxnSp>
        <p:nvCxnSpPr>
          <p:cNvPr id="11" name="Rak 10">
            <a:extLst>
              <a:ext uri="{FF2B5EF4-FFF2-40B4-BE49-F238E27FC236}">
                <a16:creationId xmlns:a16="http://schemas.microsoft.com/office/drawing/2014/main" id="{1C45F27E-079E-E248-5C34-A7C42CB81E13}"/>
              </a:ext>
            </a:extLst>
          </p:cNvPr>
          <p:cNvCxnSpPr>
            <a:cxnSpLocks/>
          </p:cNvCxnSpPr>
          <p:nvPr/>
        </p:nvCxnSpPr>
        <p:spPr>
          <a:xfrm>
            <a:off x="6328347" y="2854363"/>
            <a:ext cx="5384228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02826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A1469D3-62AB-539A-9108-07B261C9B6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57ACE8A2-612A-37A5-9F79-E645D902C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31C3F-299E-4C64-ABCD-363C653B41BA}" type="datetimeFigureOut">
              <a:rPr lang="sv-SE" smtClean="0"/>
              <a:t>2026-10-22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596F78B3-F75E-9083-A5B1-0C7BD6621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27C1EFEF-71E7-A037-A66A-40B0BCED0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  <p:sp>
        <p:nvSpPr>
          <p:cNvPr id="47" name="Platshållare för text 4">
            <a:extLst>
              <a:ext uri="{FF2B5EF4-FFF2-40B4-BE49-F238E27FC236}">
                <a16:creationId xmlns:a16="http://schemas.microsoft.com/office/drawing/2014/main" id="{45F6638C-B9FB-64CE-F243-7745E6E6727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6944" y="2020956"/>
            <a:ext cx="3491747" cy="658872"/>
          </a:xfrm>
        </p:spPr>
        <p:txBody>
          <a:bodyPr anchor="b">
            <a:normAutofit/>
          </a:bodyPr>
          <a:lstStyle>
            <a:lvl1pPr marL="0" indent="0">
              <a:buNone/>
              <a:defRPr sz="1600" b="1" i="0">
                <a:latin typeface="Montserrat SemiBold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8" name="Platshållare för innehåll 5">
            <a:extLst>
              <a:ext uri="{FF2B5EF4-FFF2-40B4-BE49-F238E27FC236}">
                <a16:creationId xmlns:a16="http://schemas.microsoft.com/office/drawing/2014/main" id="{A73EB068-BE28-3D1B-2F94-5E07042BA8B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98364" y="2963846"/>
            <a:ext cx="3560327" cy="2736000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cxnSp>
        <p:nvCxnSpPr>
          <p:cNvPr id="49" name="Rak 48">
            <a:extLst>
              <a:ext uri="{FF2B5EF4-FFF2-40B4-BE49-F238E27FC236}">
                <a16:creationId xmlns:a16="http://schemas.microsoft.com/office/drawing/2014/main" id="{014EA7B9-53E8-2C65-9D05-26D51815E16C}"/>
              </a:ext>
            </a:extLst>
          </p:cNvPr>
          <p:cNvCxnSpPr>
            <a:cxnSpLocks/>
          </p:cNvCxnSpPr>
          <p:nvPr/>
        </p:nvCxnSpPr>
        <p:spPr>
          <a:xfrm>
            <a:off x="482704" y="2854363"/>
            <a:ext cx="3475987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Platshållare för text 4">
            <a:extLst>
              <a:ext uri="{FF2B5EF4-FFF2-40B4-BE49-F238E27FC236}">
                <a16:creationId xmlns:a16="http://schemas.microsoft.com/office/drawing/2014/main" id="{27E6193D-3403-CC91-56C8-62F8F5263CC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39697" y="2020956"/>
            <a:ext cx="3491747" cy="658872"/>
          </a:xfrm>
        </p:spPr>
        <p:txBody>
          <a:bodyPr anchor="b">
            <a:normAutofit/>
          </a:bodyPr>
          <a:lstStyle>
            <a:lvl1pPr marL="0" indent="0">
              <a:buNone/>
              <a:defRPr sz="1600" b="1" i="0">
                <a:latin typeface="Montserrat SemiBold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70" name="Platshållare för innehåll 5">
            <a:extLst>
              <a:ext uri="{FF2B5EF4-FFF2-40B4-BE49-F238E27FC236}">
                <a16:creationId xmlns:a16="http://schemas.microsoft.com/office/drawing/2014/main" id="{9B0364F1-0860-C4F8-99CD-F59E12EF108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71117" y="2963846"/>
            <a:ext cx="3560327" cy="2736000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cxnSp>
        <p:nvCxnSpPr>
          <p:cNvPr id="71" name="Rak 70">
            <a:extLst>
              <a:ext uri="{FF2B5EF4-FFF2-40B4-BE49-F238E27FC236}">
                <a16:creationId xmlns:a16="http://schemas.microsoft.com/office/drawing/2014/main" id="{CB93E45B-EC63-6728-BF8D-5E89C334ACA3}"/>
              </a:ext>
            </a:extLst>
          </p:cNvPr>
          <p:cNvCxnSpPr>
            <a:cxnSpLocks/>
          </p:cNvCxnSpPr>
          <p:nvPr/>
        </p:nvCxnSpPr>
        <p:spPr>
          <a:xfrm>
            <a:off x="4355457" y="2854363"/>
            <a:ext cx="3475987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Platshållare för text 4">
            <a:extLst>
              <a:ext uri="{FF2B5EF4-FFF2-40B4-BE49-F238E27FC236}">
                <a16:creationId xmlns:a16="http://schemas.microsoft.com/office/drawing/2014/main" id="{BDC3F0BD-303F-3C04-AE95-D0673260EF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03485" y="2020956"/>
            <a:ext cx="3491747" cy="658872"/>
          </a:xfrm>
        </p:spPr>
        <p:txBody>
          <a:bodyPr anchor="b">
            <a:normAutofit/>
          </a:bodyPr>
          <a:lstStyle>
            <a:lvl1pPr marL="0" indent="0">
              <a:buNone/>
              <a:defRPr sz="1600" b="1" i="0">
                <a:latin typeface="Montserrat SemiBold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74" name="Platshållare för innehåll 5">
            <a:extLst>
              <a:ext uri="{FF2B5EF4-FFF2-40B4-BE49-F238E27FC236}">
                <a16:creationId xmlns:a16="http://schemas.microsoft.com/office/drawing/2014/main" id="{61C5970F-07C8-A25D-7B0C-05DB58CACA18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8134905" y="2963846"/>
            <a:ext cx="3560327" cy="2736000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cxnSp>
        <p:nvCxnSpPr>
          <p:cNvPr id="75" name="Rak 74">
            <a:extLst>
              <a:ext uri="{FF2B5EF4-FFF2-40B4-BE49-F238E27FC236}">
                <a16:creationId xmlns:a16="http://schemas.microsoft.com/office/drawing/2014/main" id="{63EED68F-B528-E950-FD0A-8D5FF5C092FE}"/>
              </a:ext>
            </a:extLst>
          </p:cNvPr>
          <p:cNvCxnSpPr>
            <a:cxnSpLocks/>
          </p:cNvCxnSpPr>
          <p:nvPr/>
        </p:nvCxnSpPr>
        <p:spPr>
          <a:xfrm>
            <a:off x="8219245" y="2854363"/>
            <a:ext cx="3475987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53639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+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bild 2">
            <a:extLst>
              <a:ext uri="{FF2B5EF4-FFF2-40B4-BE49-F238E27FC236}">
                <a16:creationId xmlns:a16="http://schemas.microsoft.com/office/drawing/2014/main" id="{2C731809-CB3D-A648-041E-5DDC97DA5E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1"/>
            <a:ext cx="6096000" cy="6858000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v-SE"/>
              <a:t>Klicka på ikonen för att lägga till en bild</a:t>
            </a:r>
          </a:p>
        </p:txBody>
      </p:sp>
      <p:sp>
        <p:nvSpPr>
          <p:cNvPr id="18" name="Platshållare för innehåll 2">
            <a:extLst>
              <a:ext uri="{FF2B5EF4-FFF2-40B4-BE49-F238E27FC236}">
                <a16:creationId xmlns:a16="http://schemas.microsoft.com/office/drawing/2014/main" id="{86116100-DC44-2997-0BDE-851CA658BD7B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2275" y="2240280"/>
            <a:ext cx="5191125" cy="3457257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19" name="Rubrik 10">
            <a:extLst>
              <a:ext uri="{FF2B5EF4-FFF2-40B4-BE49-F238E27FC236}">
                <a16:creationId xmlns:a16="http://schemas.microsoft.com/office/drawing/2014/main" id="{4498263B-494C-256F-604C-06229565EE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7122" y="452476"/>
            <a:ext cx="5166278" cy="1392993"/>
          </a:xfrm>
        </p:spPr>
        <p:txBody>
          <a:bodyPr/>
          <a:lstStyle>
            <a:lvl1pPr>
              <a:defRPr sz="4400"/>
            </a:lvl1pPr>
          </a:lstStyle>
          <a:p>
            <a:r>
              <a:rPr lang="sv-SE"/>
              <a:t>KLICKA HÄR FÖR ATT ÄNDRA MALL FÖR RUBRIKFORMAT</a:t>
            </a:r>
          </a:p>
        </p:txBody>
      </p:sp>
    </p:spTree>
    <p:extLst>
      <p:ext uri="{BB962C8B-B14F-4D97-AF65-F5344CB8AC3E}">
        <p14:creationId xmlns:p14="http://schemas.microsoft.com/office/powerpoint/2010/main" val="25122573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+ Large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E80E5B26-867E-709F-07CF-5CA19CB4F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31C3F-299E-4C64-ABCD-363C653B41BA}" type="datetimeFigureOut">
              <a:rPr lang="sv-SE" smtClean="0"/>
              <a:t>2026-10-22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E1EC5658-9F8D-2BB9-577F-B93BC46C0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7D8B6623-21E5-C4E9-F03C-AE06B2E93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  <p:sp>
        <p:nvSpPr>
          <p:cNvPr id="6" name="Platshållare för innehåll 2">
            <a:extLst>
              <a:ext uri="{FF2B5EF4-FFF2-40B4-BE49-F238E27FC236}">
                <a16:creationId xmlns:a16="http://schemas.microsoft.com/office/drawing/2014/main" id="{6ED70594-3D49-24EE-B8E6-48ECADC07D0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10845" y="2240280"/>
            <a:ext cx="3353435" cy="3457257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7" name="Rubrik 10">
            <a:extLst>
              <a:ext uri="{FF2B5EF4-FFF2-40B4-BE49-F238E27FC236}">
                <a16:creationId xmlns:a16="http://schemas.microsoft.com/office/drawing/2014/main" id="{CAC80BC8-1779-6331-3E1A-D1B017C346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8274" y="483530"/>
            <a:ext cx="3306006" cy="1361146"/>
          </a:xfrm>
        </p:spPr>
        <p:txBody>
          <a:bodyPr/>
          <a:lstStyle>
            <a:lvl1pPr>
              <a:defRPr sz="35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11" name="Platshållare för bild 10">
            <a:extLst>
              <a:ext uri="{FF2B5EF4-FFF2-40B4-BE49-F238E27FC236}">
                <a16:creationId xmlns:a16="http://schemas.microsoft.com/office/drawing/2014/main" id="{6BCE843E-F532-46C3-E189-579240AC500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62438" y="0"/>
            <a:ext cx="7929562" cy="6858000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sv-SE"/>
              <a:t>Klicka på ikonen för att lägga till en bild</a:t>
            </a:r>
          </a:p>
        </p:txBody>
      </p:sp>
    </p:spTree>
    <p:extLst>
      <p:ext uri="{BB962C8B-B14F-4D97-AF65-F5344CB8AC3E}">
        <p14:creationId xmlns:p14="http://schemas.microsoft.com/office/powerpoint/2010/main" val="5361024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+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tshållare för datum 7">
            <a:extLst>
              <a:ext uri="{FF2B5EF4-FFF2-40B4-BE49-F238E27FC236}">
                <a16:creationId xmlns:a16="http://schemas.microsoft.com/office/drawing/2014/main" id="{81F0A319-F51F-7D08-1F72-4D037CD00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31C3F-299E-4C64-ABCD-363C653B41BA}" type="datetimeFigureOut">
              <a:rPr lang="sv-SE" smtClean="0"/>
              <a:t>2026-10-22</a:t>
            </a:fld>
            <a:endParaRPr lang="sv-SE"/>
          </a:p>
        </p:txBody>
      </p:sp>
      <p:sp>
        <p:nvSpPr>
          <p:cNvPr id="9" name="Platshållare för sidfot 8">
            <a:extLst>
              <a:ext uri="{FF2B5EF4-FFF2-40B4-BE49-F238E27FC236}">
                <a16:creationId xmlns:a16="http://schemas.microsoft.com/office/drawing/2014/main" id="{A697B956-BA1C-7B7C-4BE3-BC8E69481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10" name="Platshållare för bildnummer 9">
            <a:extLst>
              <a:ext uri="{FF2B5EF4-FFF2-40B4-BE49-F238E27FC236}">
                <a16:creationId xmlns:a16="http://schemas.microsoft.com/office/drawing/2014/main" id="{9F374609-7B57-DDFB-68E0-30DC6EA8A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  <p:sp>
        <p:nvSpPr>
          <p:cNvPr id="13" name="Platshållare för bild 2">
            <a:extLst>
              <a:ext uri="{FF2B5EF4-FFF2-40B4-BE49-F238E27FC236}">
                <a16:creationId xmlns:a16="http://schemas.microsoft.com/office/drawing/2014/main" id="{89793E56-CC04-D840-4BF6-B51D78F5A8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1"/>
            <a:ext cx="6096000" cy="6858000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v-SE"/>
              <a:t>Klicka på ikonen för att lägga till en bild</a:t>
            </a:r>
          </a:p>
        </p:txBody>
      </p:sp>
      <p:pic>
        <p:nvPicPr>
          <p:cNvPr id="15" name="Bild 14">
            <a:extLst>
              <a:ext uri="{FF2B5EF4-FFF2-40B4-BE49-F238E27FC236}">
                <a16:creationId xmlns:a16="http://schemas.microsoft.com/office/drawing/2014/main" id="{476F53B0-E082-2F8D-062D-6B2367E345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63908" y="6386078"/>
            <a:ext cx="872990" cy="208548"/>
          </a:xfrm>
          <a:prstGeom prst="rect">
            <a:avLst/>
          </a:prstGeom>
        </p:spPr>
      </p:pic>
      <p:sp>
        <p:nvSpPr>
          <p:cNvPr id="18" name="Platshållare för innehåll 2">
            <a:extLst>
              <a:ext uri="{FF2B5EF4-FFF2-40B4-BE49-F238E27FC236}">
                <a16:creationId xmlns:a16="http://schemas.microsoft.com/office/drawing/2014/main" id="{AAECC37F-B724-B7F2-2171-5A94BBD137A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521450" y="2240280"/>
            <a:ext cx="5191125" cy="3457257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19" name="Rubrik 10">
            <a:extLst>
              <a:ext uri="{FF2B5EF4-FFF2-40B4-BE49-F238E27FC236}">
                <a16:creationId xmlns:a16="http://schemas.microsoft.com/office/drawing/2014/main" id="{E6DC3D87-A398-D3C6-FC9D-7102E47621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46297" y="452476"/>
            <a:ext cx="5166278" cy="1392993"/>
          </a:xfrm>
        </p:spPr>
        <p:txBody>
          <a:bodyPr/>
          <a:lstStyle>
            <a:lvl1pPr>
              <a:defRPr sz="4400"/>
            </a:lvl1pPr>
          </a:lstStyle>
          <a:p>
            <a:r>
              <a:rPr lang="sv-SE"/>
              <a:t>KLICKA HÄR FÖR ATT ÄNDRA MALL FÖR RUBRIKFORMAT</a:t>
            </a:r>
          </a:p>
        </p:txBody>
      </p:sp>
    </p:spTree>
    <p:extLst>
      <p:ext uri="{BB962C8B-B14F-4D97-AF65-F5344CB8AC3E}">
        <p14:creationId xmlns:p14="http://schemas.microsoft.com/office/powerpoint/2010/main" val="29237217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+ Large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30AC3276-44F3-CCF0-F839-936EC78B1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31C3F-299E-4C64-ABCD-363C653B41BA}" type="datetimeFigureOut">
              <a:rPr lang="sv-SE" smtClean="0"/>
              <a:t>2026-10-22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F6127931-E606-C245-FD08-5D4652179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6A678F48-260B-4A61-AAA5-842F14DA8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  <p:sp>
        <p:nvSpPr>
          <p:cNvPr id="8" name="Platshållare för bild 10">
            <a:extLst>
              <a:ext uri="{FF2B5EF4-FFF2-40B4-BE49-F238E27FC236}">
                <a16:creationId xmlns:a16="http://schemas.microsoft.com/office/drawing/2014/main" id="{0B78F380-7507-DDA8-9E98-731C8C06FFB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7929562" cy="6858000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sv-SE"/>
              <a:t>Klicka på ikonen för att lägga till en bild</a:t>
            </a:r>
          </a:p>
        </p:txBody>
      </p:sp>
      <p:pic>
        <p:nvPicPr>
          <p:cNvPr id="10" name="Bild 9">
            <a:extLst>
              <a:ext uri="{FF2B5EF4-FFF2-40B4-BE49-F238E27FC236}">
                <a16:creationId xmlns:a16="http://schemas.microsoft.com/office/drawing/2014/main" id="{3E566471-A819-98A0-48CD-0F236AAD65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26906" y="6386078"/>
            <a:ext cx="872990" cy="208548"/>
          </a:xfrm>
          <a:prstGeom prst="rect">
            <a:avLst/>
          </a:prstGeom>
        </p:spPr>
      </p:pic>
      <p:sp>
        <p:nvSpPr>
          <p:cNvPr id="13" name="Platshållare för innehåll 2">
            <a:extLst>
              <a:ext uri="{FF2B5EF4-FFF2-40B4-BE49-F238E27FC236}">
                <a16:creationId xmlns:a16="http://schemas.microsoft.com/office/drawing/2014/main" id="{D9205AC7-9E0E-C793-289D-56B48B1D3C9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359140" y="2240280"/>
            <a:ext cx="3353435" cy="3457257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14" name="Rubrik 10">
            <a:extLst>
              <a:ext uri="{FF2B5EF4-FFF2-40B4-BE49-F238E27FC236}">
                <a16:creationId xmlns:a16="http://schemas.microsoft.com/office/drawing/2014/main" id="{B3A8142B-48E9-6F64-A547-3C02E52767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06569" y="483530"/>
            <a:ext cx="3306006" cy="1361146"/>
          </a:xfrm>
        </p:spPr>
        <p:txBody>
          <a:bodyPr/>
          <a:lstStyle>
            <a:lvl1pPr>
              <a:defRPr sz="3500"/>
            </a:lvl1pPr>
          </a:lstStyle>
          <a:p>
            <a:r>
              <a:rPr lang="sv-SE"/>
              <a:t>KLICKA HÄR FÖR ATT ÄNDRA MALL FÖR RUBRIKFORMAT</a:t>
            </a:r>
          </a:p>
        </p:txBody>
      </p:sp>
    </p:spTree>
    <p:extLst>
      <p:ext uri="{BB962C8B-B14F-4D97-AF65-F5344CB8AC3E}">
        <p14:creationId xmlns:p14="http://schemas.microsoft.com/office/powerpoint/2010/main" val="1369975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+ Image 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DDF8839-2559-9962-7C58-0E6C443C7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B678AC68-1C43-8E7C-22C7-14467862F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31C3F-299E-4C64-ABCD-363C653B41BA}" type="datetimeFigureOut">
              <a:rPr lang="sv-SE" smtClean="0"/>
              <a:t>2026-10-22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CFDA4DA8-A8BA-2984-B29E-B3F33C09D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8BA0864F-5F6A-E847-0185-3B04B42FB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  <p:sp>
        <p:nvSpPr>
          <p:cNvPr id="6" name="Platshållare för bild 50">
            <a:extLst>
              <a:ext uri="{FF2B5EF4-FFF2-40B4-BE49-F238E27FC236}">
                <a16:creationId xmlns:a16="http://schemas.microsoft.com/office/drawing/2014/main" id="{609B2E96-C027-8DD9-CCAA-B2CB642C79C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90576" y="2007967"/>
            <a:ext cx="3498850" cy="3703638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sv-SE"/>
              <a:t>Klicka på ikonen för att lägga till en bild</a:t>
            </a:r>
          </a:p>
        </p:txBody>
      </p:sp>
      <p:sp>
        <p:nvSpPr>
          <p:cNvPr id="7" name="Platshållare för bild 50">
            <a:extLst>
              <a:ext uri="{FF2B5EF4-FFF2-40B4-BE49-F238E27FC236}">
                <a16:creationId xmlns:a16="http://schemas.microsoft.com/office/drawing/2014/main" id="{6C62D80A-EFCB-73A5-5369-B9CD58E3B87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352158" y="2007967"/>
            <a:ext cx="3498850" cy="3703638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sv-SE"/>
              <a:t>Klicka på ikonen för att lägga till en bild</a:t>
            </a:r>
          </a:p>
        </p:txBody>
      </p:sp>
      <p:sp>
        <p:nvSpPr>
          <p:cNvPr id="8" name="Platshållare för bild 50">
            <a:extLst>
              <a:ext uri="{FF2B5EF4-FFF2-40B4-BE49-F238E27FC236}">
                <a16:creationId xmlns:a16="http://schemas.microsoft.com/office/drawing/2014/main" id="{25D7C2DF-1DBC-84B7-DD61-7A51F896AD0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13739" y="2007967"/>
            <a:ext cx="3498850" cy="3703638"/>
          </a:xfr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sv-SE"/>
              <a:t>Klicka på ikonen för att lägga till en bild</a:t>
            </a:r>
          </a:p>
        </p:txBody>
      </p:sp>
      <p:cxnSp>
        <p:nvCxnSpPr>
          <p:cNvPr id="9" name="Rak 9">
            <a:extLst>
              <a:ext uri="{FF2B5EF4-FFF2-40B4-BE49-F238E27FC236}">
                <a16:creationId xmlns:a16="http://schemas.microsoft.com/office/drawing/2014/main" id="{4800F964-79C6-846F-6813-1DF8A0CAF688}"/>
              </a:ext>
            </a:extLst>
          </p:cNvPr>
          <p:cNvCxnSpPr>
            <a:cxnSpLocks/>
          </p:cNvCxnSpPr>
          <p:nvPr/>
        </p:nvCxnSpPr>
        <p:spPr>
          <a:xfrm>
            <a:off x="479425" y="6086793"/>
            <a:ext cx="1123315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26191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ABEED619-D8FF-E561-9437-5BE2FB065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31C3F-299E-4C64-ABCD-363C653B41BA}" type="datetimeFigureOut">
              <a:rPr lang="sv-SE" smtClean="0"/>
              <a:t>2026-10-22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2B120164-168B-6D19-1047-F9A31163A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B603F6F5-0D06-CEDD-62CE-3F06211D9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  <p:cxnSp>
        <p:nvCxnSpPr>
          <p:cNvPr id="2" name="Rak 9">
            <a:extLst>
              <a:ext uri="{FF2B5EF4-FFF2-40B4-BE49-F238E27FC236}">
                <a16:creationId xmlns:a16="http://schemas.microsoft.com/office/drawing/2014/main" id="{B5EEF2C2-1F4C-D8FD-EAE6-EA154EF366A6}"/>
              </a:ext>
            </a:extLst>
          </p:cNvPr>
          <p:cNvCxnSpPr>
            <a:cxnSpLocks/>
          </p:cNvCxnSpPr>
          <p:nvPr/>
        </p:nvCxnSpPr>
        <p:spPr>
          <a:xfrm>
            <a:off x="479425" y="6086793"/>
            <a:ext cx="1123315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05115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50029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ktangel 5">
            <a:extLst>
              <a:ext uri="{FF2B5EF4-FFF2-40B4-BE49-F238E27FC236}">
                <a16:creationId xmlns:a16="http://schemas.microsoft.com/office/drawing/2014/main" id="{7100E73A-0205-55D9-B994-66D89FE8591E}"/>
              </a:ext>
            </a:extLst>
          </p:cNvPr>
          <p:cNvSpPr/>
          <p:nvPr/>
        </p:nvSpPr>
        <p:spPr>
          <a:xfrm>
            <a:off x="239151" y="5359791"/>
            <a:ext cx="11690252" cy="14982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8" name="Platshållare för bild 7">
            <a:extLst>
              <a:ext uri="{FF2B5EF4-FFF2-40B4-BE49-F238E27FC236}">
                <a16:creationId xmlns:a16="http://schemas.microsoft.com/office/drawing/2014/main" id="{C006EB09-129A-47A5-E6EB-E7E45C40C12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sv-SE"/>
              <a:t>Klicka på ikonen för att lägga till en bild</a:t>
            </a:r>
          </a:p>
        </p:txBody>
      </p:sp>
    </p:spTree>
    <p:extLst>
      <p:ext uri="{BB962C8B-B14F-4D97-AF65-F5344CB8AC3E}">
        <p14:creationId xmlns:p14="http://schemas.microsoft.com/office/powerpoint/2010/main" val="2225038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291D3-3F6C-433D-A15B-CFD919B285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BBD1F-34D8-4B40-8D1E-5C9885E93E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000" y="900000"/>
            <a:ext cx="9325708" cy="52801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AEC08C-086B-48CD-9DEA-60237D7B53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F31C3F-299E-4C64-ABCD-363C653B41BA}" type="datetimeFigureOut">
              <a:rPr lang="sv-SE" smtClean="0"/>
              <a:t>2026-10-22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156E8-BF74-4377-81FF-B98A3BCDE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F456A-E176-4873-9674-8DCB44C79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10916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hree He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">
            <a:extLst>
              <a:ext uri="{FF2B5EF4-FFF2-40B4-BE49-F238E27FC236}">
                <a16:creationId xmlns:a16="http://schemas.microsoft.com/office/drawing/2014/main" id="{6907210C-7DFA-4699-B718-297576844B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650" y="1118439"/>
            <a:ext cx="1930820" cy="19308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2F291D3-3F6C-433D-A15B-CFD919B285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BBD1F-34D8-4B40-8D1E-5C9885E93E3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9426" y="1879903"/>
            <a:ext cx="1371600" cy="407891"/>
          </a:xfrm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/>
              <a:t>Purple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AEC08C-086B-48CD-9DEA-60237D7B53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F31C3F-299E-4C64-ABCD-363C653B41BA}" type="datetimeFigureOut">
              <a:rPr lang="sv-SE" smtClean="0"/>
              <a:t>2026-10-22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156E8-BF74-4377-81FF-B98A3BCDE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F456A-E176-4873-9674-8DCB44C79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  <p:pic>
        <p:nvPicPr>
          <p:cNvPr id="11" name="Picture 10" descr="Shape&#10;&#10;Description automatically generated">
            <a:extLst>
              <a:ext uri="{FF2B5EF4-FFF2-40B4-BE49-F238E27FC236}">
                <a16:creationId xmlns:a16="http://schemas.microsoft.com/office/drawing/2014/main" id="{6647A0C7-368D-4A78-A01E-A2B23B16BE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060" y="2705549"/>
            <a:ext cx="1930820" cy="1930820"/>
          </a:xfrm>
          <a:prstGeom prst="rect">
            <a:avLst/>
          </a:prstGeom>
        </p:spPr>
      </p:pic>
      <p:pic>
        <p:nvPicPr>
          <p:cNvPr id="14" name="Picture 13" descr="Shape, polygon&#10;&#10;Description automatically generated">
            <a:extLst>
              <a:ext uri="{FF2B5EF4-FFF2-40B4-BE49-F238E27FC236}">
                <a16:creationId xmlns:a16="http://schemas.microsoft.com/office/drawing/2014/main" id="{1D11FF95-F4D8-4BEE-BCDF-D57670627C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650" y="4260974"/>
            <a:ext cx="1930820" cy="1930820"/>
          </a:xfrm>
          <a:prstGeom prst="rect">
            <a:avLst/>
          </a:prstGeom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8DBA759-5641-4A71-9DE9-49664E3A31C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138879" y="3171305"/>
            <a:ext cx="7149136" cy="999308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0FFAA87-3032-4266-A9C1-639351A2E43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209800" y="4724517"/>
            <a:ext cx="7149136" cy="999308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D7A3259-3198-4FDC-9F66-7F3C5A23194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2209800" y="1579848"/>
            <a:ext cx="7149136" cy="999308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42E2FE17-50B5-462E-BAAB-55133860AD69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487670" y="3467014"/>
            <a:ext cx="1371600" cy="407891"/>
          </a:xfrm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/>
              <a:t>Yellow</a:t>
            </a:r>
            <a:endParaRPr lang="sv-SE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EC79E9EE-DE1E-408B-99F0-314E62B34494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519426" y="5022438"/>
            <a:ext cx="1371600" cy="407891"/>
          </a:xfrm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/>
              <a:t>Blue</a:t>
            </a:r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447543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111;p21">
            <a:extLst>
              <a:ext uri="{FF2B5EF4-FFF2-40B4-BE49-F238E27FC236}">
                <a16:creationId xmlns:a16="http://schemas.microsoft.com/office/drawing/2014/main" id="{ED3B80BA-C750-2424-4A8E-0B2EC88954C3}"/>
              </a:ext>
            </a:extLst>
          </p:cNvPr>
          <p:cNvPicPr preferRelativeResize="0"/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45024" y="1842867"/>
            <a:ext cx="8269510" cy="243220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" name="Rak 9">
            <a:extLst>
              <a:ext uri="{FF2B5EF4-FFF2-40B4-BE49-F238E27FC236}">
                <a16:creationId xmlns:a16="http://schemas.microsoft.com/office/drawing/2014/main" id="{2AF5A3BD-132E-E6AF-8470-12EB6296C154}"/>
              </a:ext>
            </a:extLst>
          </p:cNvPr>
          <p:cNvCxnSpPr>
            <a:cxnSpLocks/>
          </p:cNvCxnSpPr>
          <p:nvPr userDrawn="1"/>
        </p:nvCxnSpPr>
        <p:spPr>
          <a:xfrm>
            <a:off x="479425" y="6086793"/>
            <a:ext cx="11233150" cy="0"/>
          </a:xfrm>
          <a:prstGeom prst="line">
            <a:avLst/>
          </a:prstGeom>
          <a:ln w="158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57419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op Title and pream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04F903F-CACD-24DD-8501-2EAC5E192A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3669" y="380364"/>
            <a:ext cx="11288905" cy="3300095"/>
          </a:xfrm>
        </p:spPr>
        <p:txBody>
          <a:bodyPr anchor="t"/>
          <a:lstStyle>
            <a:lvl1pPr algn="l">
              <a:defRPr sz="8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62970DAE-9769-4BF7-8D4E-B24B82F7F6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425" y="4152900"/>
            <a:ext cx="11233150" cy="1544638"/>
          </a:xfrm>
        </p:spPr>
        <p:txBody>
          <a:bodyPr anchor="b">
            <a:normAutofit/>
          </a:bodyPr>
          <a:lstStyle>
            <a:lvl1pPr marL="0" indent="0" algn="l">
              <a:buNone/>
              <a:defRPr sz="2000" b="1" i="0">
                <a:latin typeface="Montserrat SemiBold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</a:p>
        </p:txBody>
      </p:sp>
      <p:sp>
        <p:nvSpPr>
          <p:cNvPr id="10" name="Platshållare för datum 9">
            <a:extLst>
              <a:ext uri="{FF2B5EF4-FFF2-40B4-BE49-F238E27FC236}">
                <a16:creationId xmlns:a16="http://schemas.microsoft.com/office/drawing/2014/main" id="{FC85C157-7B83-8B4E-0213-76E40B4D2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0F6C2-1D84-CF4C-B338-7BA58288A622}" type="datetimeFigureOut">
              <a:rPr lang="sv-SE" smtClean="0"/>
              <a:pPr/>
              <a:t>2026-10-22</a:t>
            </a:fld>
            <a:endParaRPr lang="sv-SE" sz="1100"/>
          </a:p>
        </p:txBody>
      </p:sp>
      <p:sp>
        <p:nvSpPr>
          <p:cNvPr id="11" name="Platshållare för sidfot 10">
            <a:extLst>
              <a:ext uri="{FF2B5EF4-FFF2-40B4-BE49-F238E27FC236}">
                <a16:creationId xmlns:a16="http://schemas.microsoft.com/office/drawing/2014/main" id="{F06C98C4-F43F-66F0-7096-A38660F4C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sz="1100"/>
          </a:p>
        </p:txBody>
      </p:sp>
      <p:sp>
        <p:nvSpPr>
          <p:cNvPr id="12" name="Platshållare för bildnummer 11">
            <a:extLst>
              <a:ext uri="{FF2B5EF4-FFF2-40B4-BE49-F238E27FC236}">
                <a16:creationId xmlns:a16="http://schemas.microsoft.com/office/drawing/2014/main" id="{1347F4F0-67DF-060F-E99F-02415948C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A3089-F1E5-0842-A87D-E172CBD68F89}" type="slidenum">
              <a:rPr lang="sv-SE" smtClean="0"/>
              <a:pPr/>
              <a:t>‹#›</a:t>
            </a:fld>
            <a:endParaRPr lang="sv-SE" sz="1100"/>
          </a:p>
        </p:txBody>
      </p:sp>
      <p:cxnSp>
        <p:nvCxnSpPr>
          <p:cNvPr id="4" name="Rak 9">
            <a:extLst>
              <a:ext uri="{FF2B5EF4-FFF2-40B4-BE49-F238E27FC236}">
                <a16:creationId xmlns:a16="http://schemas.microsoft.com/office/drawing/2014/main" id="{4D8F9270-8BBF-7EE8-D794-8E4AA882AA88}"/>
              </a:ext>
            </a:extLst>
          </p:cNvPr>
          <p:cNvCxnSpPr>
            <a:cxnSpLocks/>
          </p:cNvCxnSpPr>
          <p:nvPr userDrawn="1"/>
        </p:nvCxnSpPr>
        <p:spPr>
          <a:xfrm>
            <a:off x="479425" y="6086793"/>
            <a:ext cx="11233150" cy="0"/>
          </a:xfrm>
          <a:prstGeom prst="line">
            <a:avLst/>
          </a:prstGeom>
          <a:ln w="158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6147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Title and preambl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>
            <a:extLst>
              <a:ext uri="{FF2B5EF4-FFF2-40B4-BE49-F238E27FC236}">
                <a16:creationId xmlns:a16="http://schemas.microsoft.com/office/drawing/2014/main" id="{076CF2EF-A1C6-8C59-66DE-B3E11EE2DD5E}"/>
              </a:ext>
            </a:extLst>
          </p:cNvPr>
          <p:cNvSpPr/>
          <p:nvPr userDrawn="1"/>
        </p:nvSpPr>
        <p:spPr>
          <a:xfrm>
            <a:off x="185057" y="5965371"/>
            <a:ext cx="11702143" cy="8164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0" name="Platshållare för bild 9">
            <a:extLst>
              <a:ext uri="{FF2B5EF4-FFF2-40B4-BE49-F238E27FC236}">
                <a16:creationId xmlns:a16="http://schemas.microsoft.com/office/drawing/2014/main" id="{D67109BD-CE4B-0D5B-6378-342D8787A56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blipFill dpi="0" rotWithShape="1">
            <a:blip r:embed="rId2" cstate="email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sv-SE"/>
              <a:t>Klicka på ikonen för att lägga till en bild</a:t>
            </a:r>
          </a:p>
        </p:txBody>
      </p:sp>
      <p:sp>
        <p:nvSpPr>
          <p:cNvPr id="7" name="Underrubrik 2">
            <a:extLst>
              <a:ext uri="{FF2B5EF4-FFF2-40B4-BE49-F238E27FC236}">
                <a16:creationId xmlns:a16="http://schemas.microsoft.com/office/drawing/2014/main" id="{7F0DA28F-8D8B-1BEA-9E05-E3693CC3E5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425" y="4653643"/>
            <a:ext cx="11233150" cy="1544638"/>
          </a:xfrm>
        </p:spPr>
        <p:txBody>
          <a:bodyPr anchor="b">
            <a:normAutofit/>
          </a:bodyPr>
          <a:lstStyle>
            <a:lvl1pPr marL="0" indent="0" algn="l">
              <a:buNone/>
              <a:defRPr sz="2000" b="1" i="0">
                <a:latin typeface="Montserrat SemiBold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</a:p>
        </p:txBody>
      </p:sp>
      <p:sp>
        <p:nvSpPr>
          <p:cNvPr id="12" name="Rubrik 1">
            <a:extLst>
              <a:ext uri="{FF2B5EF4-FFF2-40B4-BE49-F238E27FC236}">
                <a16:creationId xmlns:a16="http://schemas.microsoft.com/office/drawing/2014/main" id="{D97054B2-6F4F-2930-7D80-C5810DB0342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3669" y="388990"/>
            <a:ext cx="11288905" cy="3300095"/>
          </a:xfrm>
        </p:spPr>
        <p:txBody>
          <a:bodyPr anchor="t"/>
          <a:lstStyle>
            <a:lvl1pPr algn="l">
              <a:defRPr sz="8000"/>
            </a:lvl1pPr>
          </a:lstStyle>
          <a:p>
            <a:r>
              <a:rPr lang="sv-SE"/>
              <a:t>KLICKA HÄR FÖR ATT ÄNDRA MALL FÖR RUBRIKFORMAT</a:t>
            </a:r>
          </a:p>
        </p:txBody>
      </p:sp>
    </p:spTree>
    <p:extLst>
      <p:ext uri="{BB962C8B-B14F-4D97-AF65-F5344CB8AC3E}">
        <p14:creationId xmlns:p14="http://schemas.microsoft.com/office/powerpoint/2010/main" val="73482159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ttom Title and pream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40000827-8CB6-F7D2-2DC5-6F898CC80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0F6C2-1D84-CF4C-B338-7BA58288A622}" type="datetimeFigureOut">
              <a:rPr lang="sv-SE" smtClean="0"/>
              <a:pPr/>
              <a:t>2026-10-22</a:t>
            </a:fld>
            <a:endParaRPr lang="sv-SE" sz="1100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3833A91F-F24B-031E-19E8-393CCDFB0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sz="110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BBF5AB70-874D-2E29-53D9-F08DF5315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A3089-F1E5-0842-A87D-E172CBD68F89}" type="slidenum">
              <a:rPr lang="sv-SE" smtClean="0"/>
              <a:pPr/>
              <a:t>‹#›</a:t>
            </a:fld>
            <a:endParaRPr lang="sv-SE" sz="1100"/>
          </a:p>
        </p:txBody>
      </p:sp>
      <p:sp>
        <p:nvSpPr>
          <p:cNvPr id="7" name="Underrubrik 2">
            <a:extLst>
              <a:ext uri="{FF2B5EF4-FFF2-40B4-BE49-F238E27FC236}">
                <a16:creationId xmlns:a16="http://schemas.microsoft.com/office/drawing/2014/main" id="{53B53751-00F6-35E1-BB57-26D6A666E8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425" y="425813"/>
            <a:ext cx="11233150" cy="1544638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b="1" i="0">
                <a:latin typeface="Montserrat SemiBold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</a:p>
        </p:txBody>
      </p:sp>
      <p:sp>
        <p:nvSpPr>
          <p:cNvPr id="8" name="Rubrik 1">
            <a:extLst>
              <a:ext uri="{FF2B5EF4-FFF2-40B4-BE49-F238E27FC236}">
                <a16:creationId xmlns:a16="http://schemas.microsoft.com/office/drawing/2014/main" id="{9A81336E-4DB4-3DC1-B9ED-FE88BE61928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3669" y="2644061"/>
            <a:ext cx="11288905" cy="3300095"/>
          </a:xfrm>
        </p:spPr>
        <p:txBody>
          <a:bodyPr anchor="b"/>
          <a:lstStyle>
            <a:lvl1pPr algn="l">
              <a:defRPr sz="8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cxnSp>
        <p:nvCxnSpPr>
          <p:cNvPr id="2" name="Rak 9">
            <a:extLst>
              <a:ext uri="{FF2B5EF4-FFF2-40B4-BE49-F238E27FC236}">
                <a16:creationId xmlns:a16="http://schemas.microsoft.com/office/drawing/2014/main" id="{25EF7B73-3B3B-6F23-B819-C90499D29C45}"/>
              </a:ext>
            </a:extLst>
          </p:cNvPr>
          <p:cNvCxnSpPr>
            <a:cxnSpLocks/>
          </p:cNvCxnSpPr>
          <p:nvPr userDrawn="1"/>
        </p:nvCxnSpPr>
        <p:spPr>
          <a:xfrm>
            <a:off x="479425" y="6086793"/>
            <a:ext cx="11233150" cy="0"/>
          </a:xfrm>
          <a:prstGeom prst="line">
            <a:avLst/>
          </a:prstGeom>
          <a:ln w="158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176725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ttom Title and preambl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>
            <a:extLst>
              <a:ext uri="{FF2B5EF4-FFF2-40B4-BE49-F238E27FC236}">
                <a16:creationId xmlns:a16="http://schemas.microsoft.com/office/drawing/2014/main" id="{F69279DF-4BC5-362C-CFE6-497022EF6CDB}"/>
              </a:ext>
            </a:extLst>
          </p:cNvPr>
          <p:cNvSpPr/>
          <p:nvPr userDrawn="1"/>
        </p:nvSpPr>
        <p:spPr>
          <a:xfrm>
            <a:off x="185057" y="5965371"/>
            <a:ext cx="11702143" cy="8164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9" name="Platshållare för bild 9">
            <a:extLst>
              <a:ext uri="{FF2B5EF4-FFF2-40B4-BE49-F238E27FC236}">
                <a16:creationId xmlns:a16="http://schemas.microsoft.com/office/drawing/2014/main" id="{D1AC29A3-0925-073F-A3BF-7412C204F7B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blipFill dpi="0" rotWithShape="1">
            <a:blip r:embed="rId2" cstate="email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sv-SE"/>
              <a:t>Klicka på ikonen för att lägga till en bild</a:t>
            </a:r>
          </a:p>
        </p:txBody>
      </p:sp>
      <p:sp>
        <p:nvSpPr>
          <p:cNvPr id="7" name="Underrubrik 2">
            <a:extLst>
              <a:ext uri="{FF2B5EF4-FFF2-40B4-BE49-F238E27FC236}">
                <a16:creationId xmlns:a16="http://schemas.microsoft.com/office/drawing/2014/main" id="{E19978B8-97A3-1F83-5EC1-70E03DD634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425" y="425813"/>
            <a:ext cx="11233150" cy="1544638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b="1" i="0">
                <a:latin typeface="Montserrat SemiBold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</a:p>
        </p:txBody>
      </p:sp>
      <p:sp>
        <p:nvSpPr>
          <p:cNvPr id="10" name="Rubrik 1">
            <a:extLst>
              <a:ext uri="{FF2B5EF4-FFF2-40B4-BE49-F238E27FC236}">
                <a16:creationId xmlns:a16="http://schemas.microsoft.com/office/drawing/2014/main" id="{48865797-99C1-0FA1-2B5D-0A78134194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3669" y="3040037"/>
            <a:ext cx="11288905" cy="3300095"/>
          </a:xfrm>
        </p:spPr>
        <p:txBody>
          <a:bodyPr anchor="b"/>
          <a:lstStyle>
            <a:lvl1pPr algn="l">
              <a:defRPr sz="8000"/>
            </a:lvl1pPr>
          </a:lstStyle>
          <a:p>
            <a:r>
              <a:rPr lang="sv-SE"/>
              <a:t>KLICKA HÄR FÖR ATT ÄNDRA MALL FÖR RUBRIKFORMAT</a:t>
            </a:r>
          </a:p>
        </p:txBody>
      </p:sp>
    </p:spTree>
    <p:extLst>
      <p:ext uri="{BB962C8B-B14F-4D97-AF65-F5344CB8AC3E}">
        <p14:creationId xmlns:p14="http://schemas.microsoft.com/office/powerpoint/2010/main" val="275614369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Title and preamble + Patter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3EA561FD-2849-857A-5E59-87544E014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0F6C2-1D84-CF4C-B338-7BA58288A622}" type="datetimeFigureOut">
              <a:rPr lang="sv-SE" smtClean="0"/>
              <a:pPr/>
              <a:t>2026-10-22</a:t>
            </a:fld>
            <a:endParaRPr lang="sv-SE" sz="1100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001D2234-62B1-561A-E743-963E9F263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sz="110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C76C1071-D53F-4687-91DC-FACFC0294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A3089-F1E5-0842-A87D-E172CBD68F89}" type="slidenum">
              <a:rPr lang="sv-SE" smtClean="0"/>
              <a:pPr/>
              <a:t>‹#›</a:t>
            </a:fld>
            <a:endParaRPr lang="sv-SE" sz="1100"/>
          </a:p>
        </p:txBody>
      </p:sp>
      <p:sp>
        <p:nvSpPr>
          <p:cNvPr id="7" name="Underrubrik 2">
            <a:extLst>
              <a:ext uri="{FF2B5EF4-FFF2-40B4-BE49-F238E27FC236}">
                <a16:creationId xmlns:a16="http://schemas.microsoft.com/office/drawing/2014/main" id="{B28F49CF-12F5-9E2A-7D57-F12ACA39F7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425" y="4152900"/>
            <a:ext cx="8517091" cy="1544638"/>
          </a:xfrm>
        </p:spPr>
        <p:txBody>
          <a:bodyPr anchor="b">
            <a:normAutofit/>
          </a:bodyPr>
          <a:lstStyle>
            <a:lvl1pPr marL="0" indent="0" algn="l">
              <a:buNone/>
              <a:defRPr sz="2000" b="1" i="0">
                <a:latin typeface="Montserrat SemiBold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</a:p>
        </p:txBody>
      </p:sp>
      <p:grpSp>
        <p:nvGrpSpPr>
          <p:cNvPr id="2" name="Grupp 1">
            <a:extLst>
              <a:ext uri="{FF2B5EF4-FFF2-40B4-BE49-F238E27FC236}">
                <a16:creationId xmlns:a16="http://schemas.microsoft.com/office/drawing/2014/main" id="{387660D5-FF08-816D-96A3-B096062B4079}"/>
              </a:ext>
            </a:extLst>
          </p:cNvPr>
          <p:cNvGrpSpPr/>
          <p:nvPr userDrawn="1"/>
        </p:nvGrpSpPr>
        <p:grpSpPr>
          <a:xfrm>
            <a:off x="8782185" y="0"/>
            <a:ext cx="3409815" cy="6858000"/>
            <a:chOff x="8782185" y="0"/>
            <a:chExt cx="3409815" cy="6858000"/>
          </a:xfrm>
        </p:grpSpPr>
        <p:pic>
          <p:nvPicPr>
            <p:cNvPr id="9" name="Bild 8">
              <a:extLst>
                <a:ext uri="{FF2B5EF4-FFF2-40B4-BE49-F238E27FC236}">
                  <a16:creationId xmlns:a16="http://schemas.microsoft.com/office/drawing/2014/main" id="{231A3C32-A036-0809-43A3-B3D47AF9995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t="16941" r="60974"/>
            <a:stretch>
              <a:fillRect/>
            </a:stretch>
          </p:blipFill>
          <p:spPr>
            <a:xfrm>
              <a:off x="8782185" y="0"/>
              <a:ext cx="3409815" cy="3316460"/>
            </a:xfrm>
            <a:prstGeom prst="rect">
              <a:avLst/>
            </a:prstGeom>
          </p:spPr>
        </p:pic>
        <p:pic>
          <p:nvPicPr>
            <p:cNvPr id="10" name="Bild 9">
              <a:extLst>
                <a:ext uri="{FF2B5EF4-FFF2-40B4-BE49-F238E27FC236}">
                  <a16:creationId xmlns:a16="http://schemas.microsoft.com/office/drawing/2014/main" id="{933DB68E-D050-672A-E92C-A6C4E806B25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r="60974" b="12145"/>
            <a:stretch>
              <a:fillRect/>
            </a:stretch>
          </p:blipFill>
          <p:spPr>
            <a:xfrm>
              <a:off x="8782185" y="3350074"/>
              <a:ext cx="3409815" cy="3507926"/>
            </a:xfrm>
            <a:prstGeom prst="rect">
              <a:avLst/>
            </a:prstGeom>
          </p:spPr>
        </p:pic>
      </p:grpSp>
      <p:sp>
        <p:nvSpPr>
          <p:cNvPr id="11" name="Rubrik 1">
            <a:extLst>
              <a:ext uri="{FF2B5EF4-FFF2-40B4-BE49-F238E27FC236}">
                <a16:creationId xmlns:a16="http://schemas.microsoft.com/office/drawing/2014/main" id="{A5EE91C2-2F59-EBB9-5972-59CC4CF0A95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3669" y="380364"/>
            <a:ext cx="8572847" cy="3300095"/>
          </a:xfrm>
        </p:spPr>
        <p:txBody>
          <a:bodyPr anchor="t"/>
          <a:lstStyle>
            <a:lvl1pPr algn="l">
              <a:defRPr sz="8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cxnSp>
        <p:nvCxnSpPr>
          <p:cNvPr id="8" name="Rak 9">
            <a:extLst>
              <a:ext uri="{FF2B5EF4-FFF2-40B4-BE49-F238E27FC236}">
                <a16:creationId xmlns:a16="http://schemas.microsoft.com/office/drawing/2014/main" id="{930ACE5F-77A0-CF98-7BF5-05869C4E0E1D}"/>
              </a:ext>
            </a:extLst>
          </p:cNvPr>
          <p:cNvCxnSpPr>
            <a:cxnSpLocks/>
          </p:cNvCxnSpPr>
          <p:nvPr userDrawn="1"/>
        </p:nvCxnSpPr>
        <p:spPr>
          <a:xfrm>
            <a:off x="479425" y="6086793"/>
            <a:ext cx="8192135" cy="0"/>
          </a:xfrm>
          <a:prstGeom prst="line">
            <a:avLst/>
          </a:prstGeom>
          <a:ln w="158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553472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Title and preamble + Patter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2BD5ACF8-19E3-8F13-19C7-805A11627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0F6C2-1D84-CF4C-B338-7BA58288A622}" type="datetimeFigureOut">
              <a:rPr lang="sv-SE" smtClean="0"/>
              <a:pPr/>
              <a:t>2026-10-22</a:t>
            </a:fld>
            <a:endParaRPr lang="sv-SE" sz="1100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97E7131A-71CD-6749-4C20-831519AD6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sz="110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BBB36E08-C3CA-9B68-4598-DA3942A1C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A3089-F1E5-0842-A87D-E172CBD68F89}" type="slidenum">
              <a:rPr lang="sv-SE" smtClean="0"/>
              <a:pPr/>
              <a:t>‹#›</a:t>
            </a:fld>
            <a:endParaRPr lang="sv-SE" sz="1100"/>
          </a:p>
        </p:txBody>
      </p:sp>
      <p:sp>
        <p:nvSpPr>
          <p:cNvPr id="7" name="Underrubrik 2">
            <a:extLst>
              <a:ext uri="{FF2B5EF4-FFF2-40B4-BE49-F238E27FC236}">
                <a16:creationId xmlns:a16="http://schemas.microsoft.com/office/drawing/2014/main" id="{EDF1C6A1-4294-8B01-8850-E7F6A85C80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425" y="4152900"/>
            <a:ext cx="8517091" cy="1544638"/>
          </a:xfrm>
        </p:spPr>
        <p:txBody>
          <a:bodyPr anchor="b">
            <a:normAutofit/>
          </a:bodyPr>
          <a:lstStyle>
            <a:lvl1pPr marL="0" indent="0" algn="l">
              <a:buNone/>
              <a:defRPr sz="2000" b="1" i="0">
                <a:latin typeface="Montserrat SemiBold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</a:p>
        </p:txBody>
      </p:sp>
      <p:sp>
        <p:nvSpPr>
          <p:cNvPr id="9" name="Rubrik 1">
            <a:extLst>
              <a:ext uri="{FF2B5EF4-FFF2-40B4-BE49-F238E27FC236}">
                <a16:creationId xmlns:a16="http://schemas.microsoft.com/office/drawing/2014/main" id="{E24579F3-7B3C-71BD-B5A1-FC7D83E11EC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3669" y="380364"/>
            <a:ext cx="8572847" cy="3300095"/>
          </a:xfrm>
        </p:spPr>
        <p:txBody>
          <a:bodyPr anchor="t"/>
          <a:lstStyle>
            <a:lvl1pPr algn="l">
              <a:defRPr sz="8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pic>
        <p:nvPicPr>
          <p:cNvPr id="2" name="Bild 1">
            <a:extLst>
              <a:ext uri="{FF2B5EF4-FFF2-40B4-BE49-F238E27FC236}">
                <a16:creationId xmlns:a16="http://schemas.microsoft.com/office/drawing/2014/main" id="{93E8B397-6A79-BDC8-272B-92CB2C55F8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3937"/>
          <a:stretch>
            <a:fillRect/>
          </a:stretch>
        </p:blipFill>
        <p:spPr>
          <a:xfrm>
            <a:off x="8782185" y="-1"/>
            <a:ext cx="3409815" cy="6862699"/>
          </a:xfrm>
          <a:prstGeom prst="rect">
            <a:avLst/>
          </a:prstGeom>
        </p:spPr>
      </p:pic>
      <p:cxnSp>
        <p:nvCxnSpPr>
          <p:cNvPr id="8" name="Rak 9">
            <a:extLst>
              <a:ext uri="{FF2B5EF4-FFF2-40B4-BE49-F238E27FC236}">
                <a16:creationId xmlns:a16="http://schemas.microsoft.com/office/drawing/2014/main" id="{C9A8CFCD-2F9D-D5CE-6030-B3238689F24D}"/>
              </a:ext>
            </a:extLst>
          </p:cNvPr>
          <p:cNvCxnSpPr>
            <a:cxnSpLocks/>
          </p:cNvCxnSpPr>
          <p:nvPr userDrawn="1"/>
        </p:nvCxnSpPr>
        <p:spPr>
          <a:xfrm>
            <a:off x="479425" y="6086793"/>
            <a:ext cx="8192135" cy="0"/>
          </a:xfrm>
          <a:prstGeom prst="line">
            <a:avLst/>
          </a:prstGeom>
          <a:ln w="158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732422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5B66D1DE-B4D7-D5C2-D62D-EE882A2A8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0F6C2-1D84-CF4C-B338-7BA58288A622}" type="datetimeFigureOut">
              <a:rPr lang="sv-SE" smtClean="0"/>
              <a:pPr/>
              <a:t>2026-10-22</a:t>
            </a:fld>
            <a:endParaRPr lang="sv-SE" sz="1100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9B87733A-9B5E-1981-D919-C77D94386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sz="110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5075A07D-2287-FF61-5D6C-2678319CD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A3089-F1E5-0842-A87D-E172CBD68F89}" type="slidenum">
              <a:rPr lang="sv-SE" smtClean="0"/>
              <a:pPr/>
              <a:t>‹#›</a:t>
            </a:fld>
            <a:endParaRPr lang="sv-SE" sz="1100"/>
          </a:p>
        </p:txBody>
      </p:sp>
      <p:sp>
        <p:nvSpPr>
          <p:cNvPr id="7" name="Rubrik 1">
            <a:extLst>
              <a:ext uri="{FF2B5EF4-FFF2-40B4-BE49-F238E27FC236}">
                <a16:creationId xmlns:a16="http://schemas.microsoft.com/office/drawing/2014/main" id="{208FBC27-C4CD-2545-89C6-8829ACB673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3669" y="549274"/>
            <a:ext cx="11288905" cy="5148263"/>
          </a:xfrm>
        </p:spPr>
        <p:txBody>
          <a:bodyPr anchor="ctr"/>
          <a:lstStyle>
            <a:lvl1pPr algn="l">
              <a:defRPr sz="8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cxnSp>
        <p:nvCxnSpPr>
          <p:cNvPr id="2" name="Rak 9">
            <a:extLst>
              <a:ext uri="{FF2B5EF4-FFF2-40B4-BE49-F238E27FC236}">
                <a16:creationId xmlns:a16="http://schemas.microsoft.com/office/drawing/2014/main" id="{4D564FD0-4120-F0A5-A530-9302142A1B5B}"/>
              </a:ext>
            </a:extLst>
          </p:cNvPr>
          <p:cNvCxnSpPr>
            <a:cxnSpLocks/>
          </p:cNvCxnSpPr>
          <p:nvPr userDrawn="1"/>
        </p:nvCxnSpPr>
        <p:spPr>
          <a:xfrm>
            <a:off x="479425" y="6086793"/>
            <a:ext cx="11233150" cy="0"/>
          </a:xfrm>
          <a:prstGeom prst="line">
            <a:avLst/>
          </a:prstGeom>
          <a:ln w="158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775229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FC69325E-E06D-9BF3-4A3E-8C4C82359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0F6C2-1D84-CF4C-B338-7BA58288A622}" type="datetimeFigureOut">
              <a:rPr lang="sv-SE" smtClean="0"/>
              <a:pPr/>
              <a:t>2026-10-22</a:t>
            </a:fld>
            <a:endParaRPr lang="sv-SE" sz="1100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56118687-4A16-BA55-C6AB-3EB711311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sz="110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663FA246-DEAB-156E-6415-7BFE48D83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A3089-F1E5-0842-A87D-E172CBD68F89}" type="slidenum">
              <a:rPr lang="sv-SE" smtClean="0"/>
              <a:pPr/>
              <a:t>‹#›</a:t>
            </a:fld>
            <a:endParaRPr lang="sv-SE" sz="1100"/>
          </a:p>
        </p:txBody>
      </p:sp>
      <p:sp>
        <p:nvSpPr>
          <p:cNvPr id="6" name="Underrubrik 2">
            <a:extLst>
              <a:ext uri="{FF2B5EF4-FFF2-40B4-BE49-F238E27FC236}">
                <a16:creationId xmlns:a16="http://schemas.microsoft.com/office/drawing/2014/main" id="{50A963AD-5CAC-A5EB-52E3-DC666F6E09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425" y="549275"/>
            <a:ext cx="11233150" cy="5148263"/>
          </a:xfrm>
        </p:spPr>
        <p:txBody>
          <a:bodyPr anchor="ctr">
            <a:normAutofit/>
          </a:bodyPr>
          <a:lstStyle>
            <a:lvl1pPr marL="288000" indent="-288000" algn="l">
              <a:buFont typeface="Wingdings" pitchFamily="2" charset="2"/>
              <a:buChar char="§"/>
              <a:defRPr sz="2800" b="1" i="0">
                <a:latin typeface="Montserrat SemiBold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</a:p>
        </p:txBody>
      </p:sp>
      <p:cxnSp>
        <p:nvCxnSpPr>
          <p:cNvPr id="2" name="Rak 9">
            <a:extLst>
              <a:ext uri="{FF2B5EF4-FFF2-40B4-BE49-F238E27FC236}">
                <a16:creationId xmlns:a16="http://schemas.microsoft.com/office/drawing/2014/main" id="{11D32E14-219D-AE80-822F-CBFF142AF837}"/>
              </a:ext>
            </a:extLst>
          </p:cNvPr>
          <p:cNvCxnSpPr>
            <a:cxnSpLocks/>
          </p:cNvCxnSpPr>
          <p:nvPr userDrawn="1"/>
        </p:nvCxnSpPr>
        <p:spPr>
          <a:xfrm>
            <a:off x="479425" y="6086793"/>
            <a:ext cx="11233150" cy="0"/>
          </a:xfrm>
          <a:prstGeom prst="line">
            <a:avLst/>
          </a:prstGeom>
          <a:ln w="158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407134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ubrik 8">
            <a:extLst>
              <a:ext uri="{FF2B5EF4-FFF2-40B4-BE49-F238E27FC236}">
                <a16:creationId xmlns:a16="http://schemas.microsoft.com/office/drawing/2014/main" id="{D9355F84-4024-834E-FC30-84CD06B3CE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10" name="Platshållare för datum 9">
            <a:extLst>
              <a:ext uri="{FF2B5EF4-FFF2-40B4-BE49-F238E27FC236}">
                <a16:creationId xmlns:a16="http://schemas.microsoft.com/office/drawing/2014/main" id="{A7DFB35B-8444-FC8C-FAE9-1DC537405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0F6C2-1D84-CF4C-B338-7BA58288A622}" type="datetimeFigureOut">
              <a:rPr lang="sv-SE" smtClean="0"/>
              <a:pPr/>
              <a:t>2026-10-22</a:t>
            </a:fld>
            <a:endParaRPr lang="sv-SE" sz="1100"/>
          </a:p>
        </p:txBody>
      </p:sp>
      <p:sp>
        <p:nvSpPr>
          <p:cNvPr id="11" name="Platshållare för sidfot 10">
            <a:extLst>
              <a:ext uri="{FF2B5EF4-FFF2-40B4-BE49-F238E27FC236}">
                <a16:creationId xmlns:a16="http://schemas.microsoft.com/office/drawing/2014/main" id="{7276C3D4-25B8-5578-4452-3C816818B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sz="1100"/>
          </a:p>
        </p:txBody>
      </p:sp>
      <p:sp>
        <p:nvSpPr>
          <p:cNvPr id="12" name="Platshållare för bildnummer 11">
            <a:extLst>
              <a:ext uri="{FF2B5EF4-FFF2-40B4-BE49-F238E27FC236}">
                <a16:creationId xmlns:a16="http://schemas.microsoft.com/office/drawing/2014/main" id="{C297EA4D-CDC5-7F59-2941-FBF1C2B88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A3089-F1E5-0842-A87D-E172CBD68F89}" type="slidenum">
              <a:rPr lang="sv-SE" smtClean="0"/>
              <a:pPr/>
              <a:t>‹#›</a:t>
            </a:fld>
            <a:endParaRPr lang="sv-SE" sz="1100"/>
          </a:p>
        </p:txBody>
      </p:sp>
      <p:cxnSp>
        <p:nvCxnSpPr>
          <p:cNvPr id="2" name="Rak 9">
            <a:extLst>
              <a:ext uri="{FF2B5EF4-FFF2-40B4-BE49-F238E27FC236}">
                <a16:creationId xmlns:a16="http://schemas.microsoft.com/office/drawing/2014/main" id="{EF86EE12-40FD-C430-B949-CFE9C34E453A}"/>
              </a:ext>
            </a:extLst>
          </p:cNvPr>
          <p:cNvCxnSpPr>
            <a:cxnSpLocks/>
          </p:cNvCxnSpPr>
          <p:nvPr userDrawn="1"/>
        </p:nvCxnSpPr>
        <p:spPr>
          <a:xfrm>
            <a:off x="479425" y="6086793"/>
            <a:ext cx="11233150" cy="0"/>
          </a:xfrm>
          <a:prstGeom prst="line">
            <a:avLst/>
          </a:prstGeom>
          <a:ln w="158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77168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8C3EDF05-4702-F52C-38F9-A13DF8275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11" name="Rubrik 10">
            <a:extLst>
              <a:ext uri="{FF2B5EF4-FFF2-40B4-BE49-F238E27FC236}">
                <a16:creationId xmlns:a16="http://schemas.microsoft.com/office/drawing/2014/main" id="{534EDFF3-5FC7-A53A-9FB6-16D8096D61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12" name="Platshållare för datum 11">
            <a:extLst>
              <a:ext uri="{FF2B5EF4-FFF2-40B4-BE49-F238E27FC236}">
                <a16:creationId xmlns:a16="http://schemas.microsoft.com/office/drawing/2014/main" id="{AD685D3C-82CF-F810-A458-789837ED8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0F6C2-1D84-CF4C-B338-7BA58288A622}" type="datetimeFigureOut">
              <a:rPr lang="sv-SE" smtClean="0"/>
              <a:pPr/>
              <a:t>2026-10-22</a:t>
            </a:fld>
            <a:endParaRPr lang="sv-SE" sz="1100"/>
          </a:p>
        </p:txBody>
      </p:sp>
      <p:sp>
        <p:nvSpPr>
          <p:cNvPr id="13" name="Platshållare för sidfot 12">
            <a:extLst>
              <a:ext uri="{FF2B5EF4-FFF2-40B4-BE49-F238E27FC236}">
                <a16:creationId xmlns:a16="http://schemas.microsoft.com/office/drawing/2014/main" id="{F571C0A2-72A8-3244-912D-00FB45362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sz="1100"/>
          </a:p>
        </p:txBody>
      </p:sp>
      <p:sp>
        <p:nvSpPr>
          <p:cNvPr id="14" name="Platshållare för bildnummer 13">
            <a:extLst>
              <a:ext uri="{FF2B5EF4-FFF2-40B4-BE49-F238E27FC236}">
                <a16:creationId xmlns:a16="http://schemas.microsoft.com/office/drawing/2014/main" id="{EDF6EEEF-7840-2645-E156-D0F21E1BB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A3089-F1E5-0842-A87D-E172CBD68F89}" type="slidenum">
              <a:rPr lang="sv-SE" smtClean="0"/>
              <a:pPr/>
              <a:t>‹#›</a:t>
            </a:fld>
            <a:endParaRPr lang="sv-SE" sz="1100"/>
          </a:p>
        </p:txBody>
      </p:sp>
    </p:spTree>
    <p:extLst>
      <p:ext uri="{BB962C8B-B14F-4D97-AF65-F5344CB8AC3E}">
        <p14:creationId xmlns:p14="http://schemas.microsoft.com/office/powerpoint/2010/main" val="40768177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8C3EDF05-4702-F52C-38F9-A13DF8275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629" y="1505666"/>
            <a:ext cx="11298946" cy="4191871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11" name="Rubrik 10">
            <a:extLst>
              <a:ext uri="{FF2B5EF4-FFF2-40B4-BE49-F238E27FC236}">
                <a16:creationId xmlns:a16="http://schemas.microsoft.com/office/drawing/2014/main" id="{534EDFF3-5FC7-A53A-9FB6-16D8096D61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7919" y="441326"/>
            <a:ext cx="11264656" cy="782458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12" name="Platshållare för datum 11">
            <a:extLst>
              <a:ext uri="{FF2B5EF4-FFF2-40B4-BE49-F238E27FC236}">
                <a16:creationId xmlns:a16="http://schemas.microsoft.com/office/drawing/2014/main" id="{AD685D3C-82CF-F810-A458-789837ED8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0F6C2-1D84-CF4C-B338-7BA58288A622}" type="datetimeFigureOut">
              <a:rPr lang="sv-SE" smtClean="0"/>
              <a:pPr/>
              <a:t>2026-10-22</a:t>
            </a:fld>
            <a:endParaRPr lang="sv-SE" sz="1100"/>
          </a:p>
        </p:txBody>
      </p:sp>
      <p:sp>
        <p:nvSpPr>
          <p:cNvPr id="13" name="Platshållare för sidfot 12">
            <a:extLst>
              <a:ext uri="{FF2B5EF4-FFF2-40B4-BE49-F238E27FC236}">
                <a16:creationId xmlns:a16="http://schemas.microsoft.com/office/drawing/2014/main" id="{F571C0A2-72A8-3244-912D-00FB45362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sz="1100"/>
          </a:p>
        </p:txBody>
      </p:sp>
      <p:sp>
        <p:nvSpPr>
          <p:cNvPr id="14" name="Platshållare för bildnummer 13">
            <a:extLst>
              <a:ext uri="{FF2B5EF4-FFF2-40B4-BE49-F238E27FC236}">
                <a16:creationId xmlns:a16="http://schemas.microsoft.com/office/drawing/2014/main" id="{EDF6EEEF-7840-2645-E156-D0F21E1BB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A3089-F1E5-0842-A87D-E172CBD68F89}" type="slidenum">
              <a:rPr lang="sv-SE" smtClean="0"/>
              <a:pPr/>
              <a:t>‹#›</a:t>
            </a:fld>
            <a:endParaRPr lang="sv-SE" sz="1100"/>
          </a:p>
        </p:txBody>
      </p:sp>
    </p:spTree>
    <p:extLst>
      <p:ext uri="{BB962C8B-B14F-4D97-AF65-F5344CB8AC3E}">
        <p14:creationId xmlns:p14="http://schemas.microsoft.com/office/powerpoint/2010/main" val="26530926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94832A1-73E5-AE88-9FDA-06DC321ED6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49184BBA-67D8-17C4-32A6-15FA40143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0F6C2-1D84-CF4C-B338-7BA58288A622}" type="datetimeFigureOut">
              <a:rPr lang="sv-SE" smtClean="0"/>
              <a:pPr/>
              <a:t>2026-10-22</a:t>
            </a:fld>
            <a:endParaRPr lang="sv-SE" sz="1100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4773E1B9-54BF-127A-064C-65E1F37EB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sz="110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09E6397D-6C44-CBF1-68BE-849F880D0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A3089-F1E5-0842-A87D-E172CBD68F89}" type="slidenum">
              <a:rPr lang="sv-SE" smtClean="0"/>
              <a:pPr/>
              <a:t>‹#›</a:t>
            </a:fld>
            <a:endParaRPr lang="sv-SE" sz="1100"/>
          </a:p>
        </p:txBody>
      </p:sp>
      <p:sp>
        <p:nvSpPr>
          <p:cNvPr id="6" name="Platshållare för text 4">
            <a:extLst>
              <a:ext uri="{FF2B5EF4-FFF2-40B4-BE49-F238E27FC236}">
                <a16:creationId xmlns:a16="http://schemas.microsoft.com/office/drawing/2014/main" id="{40BF78CC-7B9E-325A-DE3A-446BB098994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6944" y="2020956"/>
            <a:ext cx="5395051" cy="658872"/>
          </a:xfrm>
        </p:spPr>
        <p:txBody>
          <a:bodyPr anchor="b">
            <a:normAutofit/>
          </a:bodyPr>
          <a:lstStyle>
            <a:lvl1pPr marL="0" indent="0">
              <a:buNone/>
              <a:defRPr sz="1600" b="1" i="0">
                <a:latin typeface="Montserrat SemiBold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7" name="Platshållare för innehåll 5">
            <a:extLst>
              <a:ext uri="{FF2B5EF4-FFF2-40B4-BE49-F238E27FC236}">
                <a16:creationId xmlns:a16="http://schemas.microsoft.com/office/drawing/2014/main" id="{20C24AA2-F83D-BA05-7F85-F0966EF5EDD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98364" y="2963846"/>
            <a:ext cx="5468525" cy="2736000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cxnSp>
        <p:nvCxnSpPr>
          <p:cNvPr id="8" name="Rak 7">
            <a:extLst>
              <a:ext uri="{FF2B5EF4-FFF2-40B4-BE49-F238E27FC236}">
                <a16:creationId xmlns:a16="http://schemas.microsoft.com/office/drawing/2014/main" id="{054A8A58-8361-9BA6-F9FE-93F3968B7D5B}"/>
              </a:ext>
            </a:extLst>
          </p:cNvPr>
          <p:cNvCxnSpPr>
            <a:cxnSpLocks/>
          </p:cNvCxnSpPr>
          <p:nvPr userDrawn="1"/>
        </p:nvCxnSpPr>
        <p:spPr>
          <a:xfrm>
            <a:off x="482704" y="2854363"/>
            <a:ext cx="5384185" cy="0"/>
          </a:xfrm>
          <a:prstGeom prst="line">
            <a:avLst/>
          </a:prstGeom>
          <a:ln w="158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Platshållare för text 4">
            <a:extLst>
              <a:ext uri="{FF2B5EF4-FFF2-40B4-BE49-F238E27FC236}">
                <a16:creationId xmlns:a16="http://schemas.microsoft.com/office/drawing/2014/main" id="{A42DF433-1144-F1AC-4A9B-5063DCECD92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12587" y="2020956"/>
            <a:ext cx="5395051" cy="658872"/>
          </a:xfrm>
        </p:spPr>
        <p:txBody>
          <a:bodyPr anchor="b">
            <a:normAutofit/>
          </a:bodyPr>
          <a:lstStyle>
            <a:lvl1pPr marL="0" indent="0">
              <a:buNone/>
              <a:defRPr sz="1600" b="1" i="0">
                <a:latin typeface="Montserrat SemiBold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0" name="Platshållare för innehåll 5">
            <a:extLst>
              <a:ext uri="{FF2B5EF4-FFF2-40B4-BE49-F238E27FC236}">
                <a16:creationId xmlns:a16="http://schemas.microsoft.com/office/drawing/2014/main" id="{0B0FB16F-165D-0E00-C31F-588DCBF2E1E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244007" y="2963846"/>
            <a:ext cx="5468568" cy="2736000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cxnSp>
        <p:nvCxnSpPr>
          <p:cNvPr id="11" name="Rak 10">
            <a:extLst>
              <a:ext uri="{FF2B5EF4-FFF2-40B4-BE49-F238E27FC236}">
                <a16:creationId xmlns:a16="http://schemas.microsoft.com/office/drawing/2014/main" id="{1C45F27E-079E-E248-5C34-A7C42CB81E13}"/>
              </a:ext>
            </a:extLst>
          </p:cNvPr>
          <p:cNvCxnSpPr>
            <a:cxnSpLocks/>
          </p:cNvCxnSpPr>
          <p:nvPr userDrawn="1"/>
        </p:nvCxnSpPr>
        <p:spPr>
          <a:xfrm>
            <a:off x="6328347" y="2854363"/>
            <a:ext cx="5384228" cy="0"/>
          </a:xfrm>
          <a:prstGeom prst="line">
            <a:avLst/>
          </a:prstGeom>
          <a:ln w="158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453038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A1469D3-62AB-539A-9108-07B261C9B6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57ACE8A2-612A-37A5-9F79-E645D902C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0F6C2-1D84-CF4C-B338-7BA58288A622}" type="datetimeFigureOut">
              <a:rPr lang="sv-SE" smtClean="0"/>
              <a:pPr/>
              <a:t>2026-10-22</a:t>
            </a:fld>
            <a:endParaRPr lang="sv-SE" sz="1100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596F78B3-F75E-9083-A5B1-0C7BD6621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sz="110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27C1EFEF-71E7-A037-A66A-40B0BCED0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A3089-F1E5-0842-A87D-E172CBD68F89}" type="slidenum">
              <a:rPr lang="sv-SE" smtClean="0"/>
              <a:pPr/>
              <a:t>‹#›</a:t>
            </a:fld>
            <a:endParaRPr lang="sv-SE" sz="1100"/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A2A4E3DC-BA2E-F6BA-6E1B-62E25B067DBB}"/>
              </a:ext>
            </a:extLst>
          </p:cNvPr>
          <p:cNvSpPr/>
          <p:nvPr userDrawn="1"/>
        </p:nvSpPr>
        <p:spPr>
          <a:xfrm>
            <a:off x="179882" y="5966085"/>
            <a:ext cx="11737298" cy="2398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7" name="Platshållare för text 4">
            <a:extLst>
              <a:ext uri="{FF2B5EF4-FFF2-40B4-BE49-F238E27FC236}">
                <a16:creationId xmlns:a16="http://schemas.microsoft.com/office/drawing/2014/main" id="{45F6638C-B9FB-64CE-F243-7745E6E6727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6944" y="2020956"/>
            <a:ext cx="3491747" cy="658872"/>
          </a:xfrm>
        </p:spPr>
        <p:txBody>
          <a:bodyPr anchor="b">
            <a:normAutofit/>
          </a:bodyPr>
          <a:lstStyle>
            <a:lvl1pPr marL="0" indent="0">
              <a:buNone/>
              <a:defRPr sz="1600" b="1" i="0">
                <a:latin typeface="Montserrat SemiBold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8" name="Platshållare för innehåll 5">
            <a:extLst>
              <a:ext uri="{FF2B5EF4-FFF2-40B4-BE49-F238E27FC236}">
                <a16:creationId xmlns:a16="http://schemas.microsoft.com/office/drawing/2014/main" id="{A73EB068-BE28-3D1B-2F94-5E07042BA8B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98364" y="2963846"/>
            <a:ext cx="3560327" cy="2736000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cxnSp>
        <p:nvCxnSpPr>
          <p:cNvPr id="49" name="Rak 48">
            <a:extLst>
              <a:ext uri="{FF2B5EF4-FFF2-40B4-BE49-F238E27FC236}">
                <a16:creationId xmlns:a16="http://schemas.microsoft.com/office/drawing/2014/main" id="{014EA7B9-53E8-2C65-9D05-26D51815E16C}"/>
              </a:ext>
            </a:extLst>
          </p:cNvPr>
          <p:cNvCxnSpPr>
            <a:cxnSpLocks/>
          </p:cNvCxnSpPr>
          <p:nvPr userDrawn="1"/>
        </p:nvCxnSpPr>
        <p:spPr>
          <a:xfrm>
            <a:off x="482704" y="2854363"/>
            <a:ext cx="3475987" cy="0"/>
          </a:xfrm>
          <a:prstGeom prst="line">
            <a:avLst/>
          </a:prstGeom>
          <a:ln w="158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Platshållare för text 4">
            <a:extLst>
              <a:ext uri="{FF2B5EF4-FFF2-40B4-BE49-F238E27FC236}">
                <a16:creationId xmlns:a16="http://schemas.microsoft.com/office/drawing/2014/main" id="{27E6193D-3403-CC91-56C8-62F8F5263CC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39697" y="2020956"/>
            <a:ext cx="3491747" cy="658872"/>
          </a:xfrm>
        </p:spPr>
        <p:txBody>
          <a:bodyPr anchor="b">
            <a:normAutofit/>
          </a:bodyPr>
          <a:lstStyle>
            <a:lvl1pPr marL="0" indent="0">
              <a:buNone/>
              <a:defRPr sz="1600" b="1" i="0">
                <a:latin typeface="Montserrat SemiBold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70" name="Platshållare för innehåll 5">
            <a:extLst>
              <a:ext uri="{FF2B5EF4-FFF2-40B4-BE49-F238E27FC236}">
                <a16:creationId xmlns:a16="http://schemas.microsoft.com/office/drawing/2014/main" id="{9B0364F1-0860-C4F8-99CD-F59E12EF108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71117" y="2963846"/>
            <a:ext cx="3560327" cy="2736000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cxnSp>
        <p:nvCxnSpPr>
          <p:cNvPr id="71" name="Rak 70">
            <a:extLst>
              <a:ext uri="{FF2B5EF4-FFF2-40B4-BE49-F238E27FC236}">
                <a16:creationId xmlns:a16="http://schemas.microsoft.com/office/drawing/2014/main" id="{CB93E45B-EC63-6728-BF8D-5E89C334ACA3}"/>
              </a:ext>
            </a:extLst>
          </p:cNvPr>
          <p:cNvCxnSpPr>
            <a:cxnSpLocks/>
          </p:cNvCxnSpPr>
          <p:nvPr userDrawn="1"/>
        </p:nvCxnSpPr>
        <p:spPr>
          <a:xfrm>
            <a:off x="4355457" y="2854363"/>
            <a:ext cx="3475987" cy="0"/>
          </a:xfrm>
          <a:prstGeom prst="line">
            <a:avLst/>
          </a:prstGeom>
          <a:ln w="158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Platshållare för text 4">
            <a:extLst>
              <a:ext uri="{FF2B5EF4-FFF2-40B4-BE49-F238E27FC236}">
                <a16:creationId xmlns:a16="http://schemas.microsoft.com/office/drawing/2014/main" id="{BDC3F0BD-303F-3C04-AE95-D0673260EF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03485" y="2020956"/>
            <a:ext cx="3491747" cy="658872"/>
          </a:xfrm>
        </p:spPr>
        <p:txBody>
          <a:bodyPr anchor="b">
            <a:normAutofit/>
          </a:bodyPr>
          <a:lstStyle>
            <a:lvl1pPr marL="0" indent="0">
              <a:buNone/>
              <a:defRPr sz="1600" b="1" i="0">
                <a:latin typeface="Montserrat SemiBold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74" name="Platshållare för innehåll 5">
            <a:extLst>
              <a:ext uri="{FF2B5EF4-FFF2-40B4-BE49-F238E27FC236}">
                <a16:creationId xmlns:a16="http://schemas.microsoft.com/office/drawing/2014/main" id="{61C5970F-07C8-A25D-7B0C-05DB58CACA18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8134905" y="2963846"/>
            <a:ext cx="3560327" cy="2736000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cxnSp>
        <p:nvCxnSpPr>
          <p:cNvPr id="75" name="Rak 74">
            <a:extLst>
              <a:ext uri="{FF2B5EF4-FFF2-40B4-BE49-F238E27FC236}">
                <a16:creationId xmlns:a16="http://schemas.microsoft.com/office/drawing/2014/main" id="{63EED68F-B528-E950-FD0A-8D5FF5C092FE}"/>
              </a:ext>
            </a:extLst>
          </p:cNvPr>
          <p:cNvCxnSpPr>
            <a:cxnSpLocks/>
          </p:cNvCxnSpPr>
          <p:nvPr userDrawn="1"/>
        </p:nvCxnSpPr>
        <p:spPr>
          <a:xfrm>
            <a:off x="8219245" y="2854363"/>
            <a:ext cx="3475987" cy="0"/>
          </a:xfrm>
          <a:prstGeom prst="line">
            <a:avLst/>
          </a:prstGeom>
          <a:ln w="158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598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bild 2">
            <a:extLst>
              <a:ext uri="{FF2B5EF4-FFF2-40B4-BE49-F238E27FC236}">
                <a16:creationId xmlns:a16="http://schemas.microsoft.com/office/drawing/2014/main" id="{2C731809-CB3D-A648-041E-5DDC97DA5E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1"/>
            <a:ext cx="6096000" cy="6858000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v-SE"/>
              <a:t>Klicka på ikonen för att lägga till en bild</a:t>
            </a:r>
          </a:p>
        </p:txBody>
      </p:sp>
      <p:sp>
        <p:nvSpPr>
          <p:cNvPr id="18" name="Platshållare för innehåll 2">
            <a:extLst>
              <a:ext uri="{FF2B5EF4-FFF2-40B4-BE49-F238E27FC236}">
                <a16:creationId xmlns:a16="http://schemas.microsoft.com/office/drawing/2014/main" id="{86116100-DC44-2997-0BDE-851CA658BD7B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2275" y="2240280"/>
            <a:ext cx="5191125" cy="3457257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19" name="Rubrik 10">
            <a:extLst>
              <a:ext uri="{FF2B5EF4-FFF2-40B4-BE49-F238E27FC236}">
                <a16:creationId xmlns:a16="http://schemas.microsoft.com/office/drawing/2014/main" id="{4498263B-494C-256F-604C-06229565EE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7122" y="452476"/>
            <a:ext cx="5166278" cy="1392993"/>
          </a:xfrm>
        </p:spPr>
        <p:txBody>
          <a:bodyPr/>
          <a:lstStyle>
            <a:lvl1pPr>
              <a:defRPr sz="4400"/>
            </a:lvl1pPr>
          </a:lstStyle>
          <a:p>
            <a:r>
              <a:rPr lang="sv-SE"/>
              <a:t>KLICKA HÄR FÖR ATT ÄNDRA MALL FÖR RUBRIKFORMAT</a:t>
            </a:r>
          </a:p>
        </p:txBody>
      </p:sp>
    </p:spTree>
    <p:extLst>
      <p:ext uri="{BB962C8B-B14F-4D97-AF65-F5344CB8AC3E}">
        <p14:creationId xmlns:p14="http://schemas.microsoft.com/office/powerpoint/2010/main" val="310178288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Large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E80E5B26-867E-709F-07CF-5CA19CB4F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0F6C2-1D84-CF4C-B338-7BA58288A622}" type="datetimeFigureOut">
              <a:rPr lang="sv-SE" smtClean="0"/>
              <a:pPr/>
              <a:t>2026-10-22</a:t>
            </a:fld>
            <a:endParaRPr lang="sv-SE" sz="1100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E1EC5658-9F8D-2BB9-577F-B93BC46C0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sz="110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7D8B6623-21E5-C4E9-F03C-AE06B2E93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A3089-F1E5-0842-A87D-E172CBD68F89}" type="slidenum">
              <a:rPr lang="sv-SE" smtClean="0"/>
              <a:pPr/>
              <a:t>‹#›</a:t>
            </a:fld>
            <a:endParaRPr lang="sv-SE" sz="1100"/>
          </a:p>
        </p:txBody>
      </p:sp>
      <p:sp>
        <p:nvSpPr>
          <p:cNvPr id="6" name="Platshållare för innehåll 2">
            <a:extLst>
              <a:ext uri="{FF2B5EF4-FFF2-40B4-BE49-F238E27FC236}">
                <a16:creationId xmlns:a16="http://schemas.microsoft.com/office/drawing/2014/main" id="{6ED70594-3D49-24EE-B8E6-48ECADC07D0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10845" y="2240280"/>
            <a:ext cx="3353435" cy="3457257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7" name="Rubrik 10">
            <a:extLst>
              <a:ext uri="{FF2B5EF4-FFF2-40B4-BE49-F238E27FC236}">
                <a16:creationId xmlns:a16="http://schemas.microsoft.com/office/drawing/2014/main" id="{CAC80BC8-1779-6331-3E1A-D1B017C346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8274" y="483530"/>
            <a:ext cx="3306006" cy="1361146"/>
          </a:xfrm>
        </p:spPr>
        <p:txBody>
          <a:bodyPr/>
          <a:lstStyle>
            <a:lvl1pPr>
              <a:defRPr sz="35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11" name="Platshållare för bild 10">
            <a:extLst>
              <a:ext uri="{FF2B5EF4-FFF2-40B4-BE49-F238E27FC236}">
                <a16:creationId xmlns:a16="http://schemas.microsoft.com/office/drawing/2014/main" id="{6BCE843E-F532-46C3-E189-579240AC500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62438" y="0"/>
            <a:ext cx="7929562" cy="6858000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sv-SE"/>
              <a:t>Klicka på ikonen för att lägga till en bild</a:t>
            </a:r>
          </a:p>
        </p:txBody>
      </p:sp>
    </p:spTree>
    <p:extLst>
      <p:ext uri="{BB962C8B-B14F-4D97-AF65-F5344CB8AC3E}">
        <p14:creationId xmlns:p14="http://schemas.microsoft.com/office/powerpoint/2010/main" val="262577896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tshållare för datum 7">
            <a:extLst>
              <a:ext uri="{FF2B5EF4-FFF2-40B4-BE49-F238E27FC236}">
                <a16:creationId xmlns:a16="http://schemas.microsoft.com/office/drawing/2014/main" id="{81F0A319-F51F-7D08-1F72-4D037CD00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0F6C2-1D84-CF4C-B338-7BA58288A622}" type="datetimeFigureOut">
              <a:rPr lang="sv-SE" smtClean="0"/>
              <a:pPr/>
              <a:t>2026-10-22</a:t>
            </a:fld>
            <a:endParaRPr lang="sv-SE" sz="1100"/>
          </a:p>
        </p:txBody>
      </p:sp>
      <p:sp>
        <p:nvSpPr>
          <p:cNvPr id="9" name="Platshållare för sidfot 8">
            <a:extLst>
              <a:ext uri="{FF2B5EF4-FFF2-40B4-BE49-F238E27FC236}">
                <a16:creationId xmlns:a16="http://schemas.microsoft.com/office/drawing/2014/main" id="{A697B956-BA1C-7B7C-4BE3-BC8E69481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sz="1100"/>
          </a:p>
        </p:txBody>
      </p:sp>
      <p:sp>
        <p:nvSpPr>
          <p:cNvPr id="10" name="Platshållare för bildnummer 9">
            <a:extLst>
              <a:ext uri="{FF2B5EF4-FFF2-40B4-BE49-F238E27FC236}">
                <a16:creationId xmlns:a16="http://schemas.microsoft.com/office/drawing/2014/main" id="{9F374609-7B57-DDFB-68E0-30DC6EA8A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A3089-F1E5-0842-A87D-E172CBD68F89}" type="slidenum">
              <a:rPr lang="sv-SE" smtClean="0"/>
              <a:pPr/>
              <a:t>‹#›</a:t>
            </a:fld>
            <a:endParaRPr lang="sv-SE" sz="1100"/>
          </a:p>
        </p:txBody>
      </p:sp>
      <p:sp>
        <p:nvSpPr>
          <p:cNvPr id="13" name="Platshållare för bild 2">
            <a:extLst>
              <a:ext uri="{FF2B5EF4-FFF2-40B4-BE49-F238E27FC236}">
                <a16:creationId xmlns:a16="http://schemas.microsoft.com/office/drawing/2014/main" id="{89793E56-CC04-D840-4BF6-B51D78F5A8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1"/>
            <a:ext cx="6096000" cy="6858000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v-SE"/>
              <a:t>Klicka på ikonen för att lägga till en bild</a:t>
            </a:r>
          </a:p>
        </p:txBody>
      </p:sp>
      <p:pic>
        <p:nvPicPr>
          <p:cNvPr id="15" name="Bild 14">
            <a:extLst>
              <a:ext uri="{FF2B5EF4-FFF2-40B4-BE49-F238E27FC236}">
                <a16:creationId xmlns:a16="http://schemas.microsoft.com/office/drawing/2014/main" id="{476F53B0-E082-2F8D-062D-6B2367E3458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63908" y="6386078"/>
            <a:ext cx="872990" cy="208548"/>
          </a:xfrm>
          <a:prstGeom prst="rect">
            <a:avLst/>
          </a:prstGeom>
        </p:spPr>
      </p:pic>
      <p:sp>
        <p:nvSpPr>
          <p:cNvPr id="18" name="Platshållare för innehåll 2">
            <a:extLst>
              <a:ext uri="{FF2B5EF4-FFF2-40B4-BE49-F238E27FC236}">
                <a16:creationId xmlns:a16="http://schemas.microsoft.com/office/drawing/2014/main" id="{AAECC37F-B724-B7F2-2171-5A94BBD137A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521450" y="2240280"/>
            <a:ext cx="5191125" cy="3457257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19" name="Rubrik 10">
            <a:extLst>
              <a:ext uri="{FF2B5EF4-FFF2-40B4-BE49-F238E27FC236}">
                <a16:creationId xmlns:a16="http://schemas.microsoft.com/office/drawing/2014/main" id="{E6DC3D87-A398-D3C6-FC9D-7102E47621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46297" y="452476"/>
            <a:ext cx="5166278" cy="1392993"/>
          </a:xfrm>
        </p:spPr>
        <p:txBody>
          <a:bodyPr/>
          <a:lstStyle>
            <a:lvl1pPr>
              <a:defRPr sz="4400"/>
            </a:lvl1pPr>
          </a:lstStyle>
          <a:p>
            <a:r>
              <a:rPr lang="sv-SE"/>
              <a:t>KLICKA HÄR FÖR ATT ÄNDRA MALL FÖR RUBRIKFORMAT</a:t>
            </a:r>
          </a:p>
        </p:txBody>
      </p:sp>
    </p:spTree>
    <p:extLst>
      <p:ext uri="{BB962C8B-B14F-4D97-AF65-F5344CB8AC3E}">
        <p14:creationId xmlns:p14="http://schemas.microsoft.com/office/powerpoint/2010/main" val="248600944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Large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30AC3276-44F3-CCF0-F839-936EC78B1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0F6C2-1D84-CF4C-B338-7BA58288A622}" type="datetimeFigureOut">
              <a:rPr lang="sv-SE" smtClean="0"/>
              <a:pPr/>
              <a:t>2026-10-22</a:t>
            </a:fld>
            <a:endParaRPr lang="sv-SE" sz="1100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F6127931-E606-C245-FD08-5D4652179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sz="110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6A678F48-260B-4A61-AAA5-842F14DA8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A3089-F1E5-0842-A87D-E172CBD68F89}" type="slidenum">
              <a:rPr lang="sv-SE" smtClean="0"/>
              <a:pPr/>
              <a:t>‹#›</a:t>
            </a:fld>
            <a:endParaRPr lang="sv-SE" sz="1100"/>
          </a:p>
        </p:txBody>
      </p:sp>
      <p:sp>
        <p:nvSpPr>
          <p:cNvPr id="8" name="Platshållare för bild 10">
            <a:extLst>
              <a:ext uri="{FF2B5EF4-FFF2-40B4-BE49-F238E27FC236}">
                <a16:creationId xmlns:a16="http://schemas.microsoft.com/office/drawing/2014/main" id="{0B78F380-7507-DDA8-9E98-731C8C06FFB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7929562" cy="6858000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sv-SE"/>
              <a:t>Klicka på ikonen för att lägga till en bild</a:t>
            </a:r>
          </a:p>
        </p:txBody>
      </p:sp>
      <p:pic>
        <p:nvPicPr>
          <p:cNvPr id="10" name="Bild 9">
            <a:extLst>
              <a:ext uri="{FF2B5EF4-FFF2-40B4-BE49-F238E27FC236}">
                <a16:creationId xmlns:a16="http://schemas.microsoft.com/office/drawing/2014/main" id="{3E566471-A819-98A0-48CD-0F236AAD657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26906" y="6386078"/>
            <a:ext cx="872990" cy="208548"/>
          </a:xfrm>
          <a:prstGeom prst="rect">
            <a:avLst/>
          </a:prstGeom>
        </p:spPr>
      </p:pic>
      <p:sp>
        <p:nvSpPr>
          <p:cNvPr id="13" name="Platshållare för innehåll 2">
            <a:extLst>
              <a:ext uri="{FF2B5EF4-FFF2-40B4-BE49-F238E27FC236}">
                <a16:creationId xmlns:a16="http://schemas.microsoft.com/office/drawing/2014/main" id="{D9205AC7-9E0E-C793-289D-56B48B1D3C9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359140" y="2240280"/>
            <a:ext cx="3353435" cy="3457257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14" name="Rubrik 10">
            <a:extLst>
              <a:ext uri="{FF2B5EF4-FFF2-40B4-BE49-F238E27FC236}">
                <a16:creationId xmlns:a16="http://schemas.microsoft.com/office/drawing/2014/main" id="{B3A8142B-48E9-6F64-A547-3C02E52767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06569" y="483530"/>
            <a:ext cx="3306006" cy="1361146"/>
          </a:xfrm>
        </p:spPr>
        <p:txBody>
          <a:bodyPr/>
          <a:lstStyle>
            <a:lvl1pPr>
              <a:defRPr sz="3500"/>
            </a:lvl1pPr>
          </a:lstStyle>
          <a:p>
            <a:r>
              <a:rPr lang="sv-SE"/>
              <a:t>KLICKA HÄR FÖR ATT ÄNDRA MALL FÖR RUBRIKFORMAT</a:t>
            </a:r>
          </a:p>
        </p:txBody>
      </p:sp>
    </p:spTree>
    <p:extLst>
      <p:ext uri="{BB962C8B-B14F-4D97-AF65-F5344CB8AC3E}">
        <p14:creationId xmlns:p14="http://schemas.microsoft.com/office/powerpoint/2010/main" val="205148270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DDF8839-2559-9962-7C58-0E6C443C7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B678AC68-1C43-8E7C-22C7-14467862F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0F6C2-1D84-CF4C-B338-7BA58288A622}" type="datetimeFigureOut">
              <a:rPr lang="sv-SE" smtClean="0"/>
              <a:pPr/>
              <a:t>2026-10-22</a:t>
            </a:fld>
            <a:endParaRPr lang="sv-SE" sz="1100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CFDA4DA8-A8BA-2984-B29E-B3F33C09D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sz="110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8BA0864F-5F6A-E847-0185-3B04B42FB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A3089-F1E5-0842-A87D-E172CBD68F89}" type="slidenum">
              <a:rPr lang="sv-SE" smtClean="0"/>
              <a:pPr/>
              <a:t>‹#›</a:t>
            </a:fld>
            <a:endParaRPr lang="sv-SE" sz="1100"/>
          </a:p>
        </p:txBody>
      </p:sp>
      <p:sp>
        <p:nvSpPr>
          <p:cNvPr id="6" name="Platshållare för bild 50">
            <a:extLst>
              <a:ext uri="{FF2B5EF4-FFF2-40B4-BE49-F238E27FC236}">
                <a16:creationId xmlns:a16="http://schemas.microsoft.com/office/drawing/2014/main" id="{609B2E96-C027-8DD9-CCAA-B2CB642C79C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90576" y="2007967"/>
            <a:ext cx="3498850" cy="3703638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sv-SE"/>
              <a:t>Klicka på ikonen för att lägga till en bild</a:t>
            </a:r>
          </a:p>
        </p:txBody>
      </p:sp>
      <p:sp>
        <p:nvSpPr>
          <p:cNvPr id="7" name="Platshållare för bild 50">
            <a:extLst>
              <a:ext uri="{FF2B5EF4-FFF2-40B4-BE49-F238E27FC236}">
                <a16:creationId xmlns:a16="http://schemas.microsoft.com/office/drawing/2014/main" id="{6C62D80A-EFCB-73A5-5369-B9CD58E3B87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352158" y="2007967"/>
            <a:ext cx="3498850" cy="3703638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sv-SE"/>
              <a:t>Klicka på ikonen för att lägga till en bild</a:t>
            </a:r>
          </a:p>
        </p:txBody>
      </p:sp>
      <p:sp>
        <p:nvSpPr>
          <p:cNvPr id="8" name="Platshållare för bild 50">
            <a:extLst>
              <a:ext uri="{FF2B5EF4-FFF2-40B4-BE49-F238E27FC236}">
                <a16:creationId xmlns:a16="http://schemas.microsoft.com/office/drawing/2014/main" id="{25D7C2DF-1DBC-84B7-DD61-7A51F896AD0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13739" y="2007967"/>
            <a:ext cx="3498850" cy="3703638"/>
          </a:xfr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sv-SE"/>
              <a:t>Klicka på ikonen för att lägga till en bild</a:t>
            </a:r>
          </a:p>
        </p:txBody>
      </p:sp>
      <p:cxnSp>
        <p:nvCxnSpPr>
          <p:cNvPr id="9" name="Rak 9">
            <a:extLst>
              <a:ext uri="{FF2B5EF4-FFF2-40B4-BE49-F238E27FC236}">
                <a16:creationId xmlns:a16="http://schemas.microsoft.com/office/drawing/2014/main" id="{AA97B5B5-CC11-F0A5-6D4F-7BF9C0CE82A8}"/>
              </a:ext>
            </a:extLst>
          </p:cNvPr>
          <p:cNvCxnSpPr>
            <a:cxnSpLocks/>
          </p:cNvCxnSpPr>
          <p:nvPr userDrawn="1"/>
        </p:nvCxnSpPr>
        <p:spPr>
          <a:xfrm>
            <a:off x="479425" y="6086793"/>
            <a:ext cx="11233150" cy="0"/>
          </a:xfrm>
          <a:prstGeom prst="line">
            <a:avLst/>
          </a:prstGeom>
          <a:ln w="158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765086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ABEED619-D8FF-E561-9437-5BE2FB065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0F6C2-1D84-CF4C-B338-7BA58288A622}" type="datetimeFigureOut">
              <a:rPr lang="sv-SE" smtClean="0"/>
              <a:pPr/>
              <a:t>2026-10-22</a:t>
            </a:fld>
            <a:endParaRPr lang="sv-SE" sz="1100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2B120164-168B-6D19-1047-F9A31163A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sz="110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B603F6F5-0D06-CEDD-62CE-3F06211D9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A3089-F1E5-0842-A87D-E172CBD68F89}" type="slidenum">
              <a:rPr lang="sv-SE" smtClean="0"/>
              <a:pPr/>
              <a:t>‹#›</a:t>
            </a:fld>
            <a:endParaRPr lang="sv-SE" sz="1100"/>
          </a:p>
        </p:txBody>
      </p:sp>
      <p:cxnSp>
        <p:nvCxnSpPr>
          <p:cNvPr id="2" name="Rak 9">
            <a:extLst>
              <a:ext uri="{FF2B5EF4-FFF2-40B4-BE49-F238E27FC236}">
                <a16:creationId xmlns:a16="http://schemas.microsoft.com/office/drawing/2014/main" id="{4317D0ED-D7AE-6475-7A09-EB36498B5276}"/>
              </a:ext>
            </a:extLst>
          </p:cNvPr>
          <p:cNvCxnSpPr>
            <a:cxnSpLocks/>
          </p:cNvCxnSpPr>
          <p:nvPr userDrawn="1"/>
        </p:nvCxnSpPr>
        <p:spPr>
          <a:xfrm>
            <a:off x="479425" y="6086793"/>
            <a:ext cx="11233150" cy="0"/>
          </a:xfrm>
          <a:prstGeom prst="line">
            <a:avLst/>
          </a:prstGeom>
          <a:ln w="158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413634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388084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ktangel 5">
            <a:extLst>
              <a:ext uri="{FF2B5EF4-FFF2-40B4-BE49-F238E27FC236}">
                <a16:creationId xmlns:a16="http://schemas.microsoft.com/office/drawing/2014/main" id="{7100E73A-0205-55D9-B994-66D89FE8591E}"/>
              </a:ext>
            </a:extLst>
          </p:cNvPr>
          <p:cNvSpPr/>
          <p:nvPr userDrawn="1"/>
        </p:nvSpPr>
        <p:spPr>
          <a:xfrm>
            <a:off x="239151" y="5359791"/>
            <a:ext cx="11690252" cy="14982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8" name="Platshållare för bild 7">
            <a:extLst>
              <a:ext uri="{FF2B5EF4-FFF2-40B4-BE49-F238E27FC236}">
                <a16:creationId xmlns:a16="http://schemas.microsoft.com/office/drawing/2014/main" id="{C006EB09-129A-47A5-E6EB-E7E45C40C12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sv-SE"/>
              <a:t>Klicka på ikonen för att lägga till en bild</a:t>
            </a:r>
          </a:p>
        </p:txBody>
      </p:sp>
    </p:spTree>
    <p:extLst>
      <p:ext uri="{BB962C8B-B14F-4D97-AF65-F5344CB8AC3E}">
        <p14:creationId xmlns:p14="http://schemas.microsoft.com/office/powerpoint/2010/main" val="3310164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sv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1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27.xml"/><Relationship Id="rId21" Type="http://schemas.openxmlformats.org/officeDocument/2006/relationships/slideLayout" Target="../slideLayouts/slideLayout45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41.xml"/><Relationship Id="rId2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44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24" Type="http://schemas.openxmlformats.org/officeDocument/2006/relationships/image" Target="../media/image9.svg"/><Relationship Id="rId5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9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34.xml"/><Relationship Id="rId19" Type="http://schemas.openxmlformats.org/officeDocument/2006/relationships/slideLayout" Target="../slideLayouts/slideLayout43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Relationship Id="rId22" Type="http://schemas.openxmlformats.org/officeDocument/2006/relationships/slideLayout" Target="../slideLayouts/slideLayout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7D2DEB62-847A-8116-F2FE-AF5CE6C03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919" y="441325"/>
            <a:ext cx="11264656" cy="1392993"/>
          </a:xfrm>
          <a:prstGeom prst="rect">
            <a:avLst/>
          </a:prstGeom>
        </p:spPr>
        <p:txBody>
          <a:bodyPr vert="horz" lIns="0" tIns="0" rIns="90000" bIns="46800" rtlCol="0" anchor="t" anchorCtr="0">
            <a:noAutofit/>
          </a:bodyPr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17458609-24CE-2C91-652C-376D40363C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3629" y="2240280"/>
            <a:ext cx="11298946" cy="3457257"/>
          </a:xfrm>
          <a:prstGeom prst="rect">
            <a:avLst/>
          </a:prstGeom>
        </p:spPr>
        <p:txBody>
          <a:bodyPr vert="horz" lIns="0" tIns="45720" rIns="9000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3EC956C-E49F-2D5E-5C0C-E797A97C67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31245" y="63154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0" i="0">
                <a:solidFill>
                  <a:schemeClr val="accent1"/>
                </a:solidFill>
                <a:latin typeface="Barlow Semi Condensed Light" pitchFamily="2" charset="77"/>
              </a:defRPr>
            </a:lvl1pPr>
          </a:lstStyle>
          <a:p>
            <a:fld id="{F5F31C3F-299E-4C64-ABCD-363C653B41BA}" type="datetimeFigureOut">
              <a:rPr lang="sv-SE" smtClean="0"/>
              <a:t>2026-10-22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1A3CB280-C31E-78EF-ECD8-79FF606E29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24785" y="631541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0" i="0">
                <a:solidFill>
                  <a:schemeClr val="accent1"/>
                </a:solidFill>
                <a:latin typeface="Barlow Semi Condensed Light" pitchFamily="2" charset="77"/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1F3B6270-2D00-D565-7ACE-88AF106E7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39585" y="6315410"/>
            <a:ext cx="87299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100" b="0" i="0">
                <a:solidFill>
                  <a:schemeClr val="accent1"/>
                </a:solidFill>
                <a:latin typeface="Barlow Semi Condensed Light" pitchFamily="2" charset="77"/>
              </a:defRPr>
            </a:lvl1pPr>
          </a:lstStyle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C8C80C3D-233B-21EF-1A46-2F401487E2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/>
        </p:blipFill>
        <p:spPr>
          <a:xfrm>
            <a:off x="479425" y="6386078"/>
            <a:ext cx="872990" cy="208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5441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  <p:sldLayoutId id="2147483700" r:id="rId15"/>
    <p:sldLayoutId id="2147483701" r:id="rId16"/>
    <p:sldLayoutId id="2147483702" r:id="rId17"/>
    <p:sldLayoutId id="2147483703" r:id="rId18"/>
    <p:sldLayoutId id="2147483704" r:id="rId19"/>
    <p:sldLayoutId id="2147483705" r:id="rId20"/>
    <p:sldLayoutId id="2147483706" r:id="rId21"/>
    <p:sldLayoutId id="2147483707" r:id="rId22"/>
    <p:sldLayoutId id="2147483708" r:id="rId23"/>
    <p:sldLayoutId id="2147483660" r:id="rId2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accent1"/>
          </a:solidFill>
          <a:latin typeface="Barlow Semi Condensed Medium" pitchFamily="2" charset="77"/>
          <a:ea typeface="+mj-ea"/>
          <a:cs typeface="+mj-cs"/>
        </a:defRPr>
      </a:lvl1pPr>
    </p:titleStyle>
    <p:bodyStyle>
      <a:lvl1pPr marL="288000" indent="-216000" algn="l" defTabSz="914400" rtl="0" eaLnBrk="1" latinLnBrk="0" hangingPunct="1">
        <a:lnSpc>
          <a:spcPct val="125000"/>
        </a:lnSpc>
        <a:spcBef>
          <a:spcPts val="1000"/>
        </a:spcBef>
        <a:buSzPct val="100000"/>
        <a:buFont typeface="Wingdings" pitchFamily="2" charset="2"/>
        <a:buChar char="§"/>
        <a:defRPr sz="1600" b="0" i="0" kern="1200">
          <a:solidFill>
            <a:schemeClr val="accent1"/>
          </a:solidFill>
          <a:latin typeface="Montserrat" pitchFamily="2" charset="77"/>
          <a:ea typeface="+mn-ea"/>
          <a:cs typeface="+mn-cs"/>
        </a:defRPr>
      </a:lvl1pPr>
      <a:lvl2pPr marL="612000" indent="-216000" algn="l" defTabSz="914400" rtl="0" eaLnBrk="1" latinLnBrk="0" hangingPunct="1">
        <a:lnSpc>
          <a:spcPct val="125000"/>
        </a:lnSpc>
        <a:spcBef>
          <a:spcPts val="500"/>
        </a:spcBef>
        <a:buSzPct val="100000"/>
        <a:buFont typeface="Systemtypsnitt normalt"/>
        <a:buChar char="⎯"/>
        <a:defRPr sz="1400" b="0" i="0" kern="1200">
          <a:solidFill>
            <a:schemeClr val="accent1"/>
          </a:solidFill>
          <a:latin typeface="Montserrat" pitchFamily="2" charset="77"/>
          <a:ea typeface="+mn-ea"/>
          <a:cs typeface="+mn-cs"/>
        </a:defRPr>
      </a:lvl2pPr>
      <a:lvl3pPr marL="900000" indent="-216000" algn="l" defTabSz="914400" rtl="0" eaLnBrk="1" latinLnBrk="0" hangingPunct="1">
        <a:lnSpc>
          <a:spcPct val="125000"/>
        </a:lnSpc>
        <a:spcBef>
          <a:spcPts val="500"/>
        </a:spcBef>
        <a:buFont typeface="Systemtypsnitt normalt"/>
        <a:buChar char="●"/>
        <a:defRPr sz="1200" b="0" i="0" kern="1200">
          <a:solidFill>
            <a:schemeClr val="accent1"/>
          </a:solidFill>
          <a:latin typeface="Montserrat" pitchFamily="2" charset="77"/>
          <a:ea typeface="+mn-ea"/>
          <a:cs typeface="+mn-cs"/>
        </a:defRPr>
      </a:lvl3pPr>
      <a:lvl4pPr marL="1188000" indent="-216000" algn="l" defTabSz="914400" rtl="0" eaLnBrk="1" latinLnBrk="0" hangingPunct="1">
        <a:lnSpc>
          <a:spcPct val="125000"/>
        </a:lnSpc>
        <a:spcBef>
          <a:spcPts val="500"/>
        </a:spcBef>
        <a:buFont typeface="Systemtypsnitt normalt"/>
        <a:buChar char="○"/>
        <a:defRPr sz="1100" b="0" i="0" kern="1200">
          <a:solidFill>
            <a:schemeClr val="accent1"/>
          </a:solidFill>
          <a:latin typeface="Montserrat" pitchFamily="2" charset="77"/>
          <a:ea typeface="+mn-ea"/>
          <a:cs typeface="+mn-cs"/>
        </a:defRPr>
      </a:lvl4pPr>
      <a:lvl5pPr marL="1476000" indent="-216000" algn="l" defTabSz="914400" rtl="0" eaLnBrk="1" latinLnBrk="0" hangingPunct="1">
        <a:lnSpc>
          <a:spcPct val="125000"/>
        </a:lnSpc>
        <a:spcBef>
          <a:spcPts val="500"/>
        </a:spcBef>
        <a:buFont typeface="Systemtypsnitt normalt"/>
        <a:buChar char="⏤"/>
        <a:defRPr sz="1050" b="0" i="0" kern="1200">
          <a:solidFill>
            <a:schemeClr val="accent1"/>
          </a:solidFill>
          <a:latin typeface="Montserra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pos="302">
          <p15:clr>
            <a:srgbClr val="F26B43"/>
          </p15:clr>
        </p15:guide>
        <p15:guide id="3" pos="7378">
          <p15:clr>
            <a:srgbClr val="F26B43"/>
          </p15:clr>
        </p15:guide>
        <p15:guide id="4" orient="horz" pos="2160">
          <p15:clr>
            <a:srgbClr val="F26B43"/>
          </p15:clr>
        </p15:guide>
        <p15:guide id="5" orient="horz" pos="346">
          <p15:clr>
            <a:srgbClr val="F26B43"/>
          </p15:clr>
        </p15:guide>
        <p15:guide id="6" orient="horz" pos="3838">
          <p15:clr>
            <a:srgbClr val="F26B43"/>
          </p15:clr>
        </p15:guide>
        <p15:guide id="7" orient="horz" pos="4088">
          <p15:clr>
            <a:srgbClr val="F26B43"/>
          </p15:clr>
        </p15:guide>
        <p15:guide id="8" orient="horz" pos="3589">
          <p15:clr>
            <a:srgbClr val="F26B43"/>
          </p15:clr>
        </p15:guide>
        <p15:guide id="9" orient="horz" pos="116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7D2DEB62-847A-8116-F2FE-AF5CE6C03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919" y="441325"/>
            <a:ext cx="11264656" cy="1392993"/>
          </a:xfrm>
          <a:prstGeom prst="rect">
            <a:avLst/>
          </a:prstGeom>
        </p:spPr>
        <p:txBody>
          <a:bodyPr vert="horz" lIns="0" tIns="0" rIns="90000" bIns="46800" rtlCol="0" anchor="t" anchorCtr="0">
            <a:noAutofit/>
          </a:bodyPr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17458609-24CE-2C91-652C-376D40363C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3629" y="2240280"/>
            <a:ext cx="11298946" cy="3457257"/>
          </a:xfrm>
          <a:prstGeom prst="rect">
            <a:avLst/>
          </a:prstGeom>
        </p:spPr>
        <p:txBody>
          <a:bodyPr vert="horz" lIns="0" tIns="45720" rIns="9000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3EC956C-E49F-2D5E-5C0C-E797A97C67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31245" y="63154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0" i="0">
                <a:solidFill>
                  <a:sysClr val="windowText" lastClr="000000"/>
                </a:solidFill>
                <a:latin typeface="Barlow Semi Condensed Light" pitchFamily="2" charset="77"/>
              </a:defRPr>
            </a:lvl1pPr>
          </a:lstStyle>
          <a:p>
            <a:fld id="{8FF0F6C2-1D84-CF4C-B338-7BA58288A622}" type="datetimeFigureOut">
              <a:rPr lang="sv-SE" smtClean="0"/>
              <a:pPr/>
              <a:t>2026-10-22</a:t>
            </a:fld>
            <a:endParaRPr lang="sv-SE" sz="110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1A3CB280-C31E-78EF-ECD8-79FF606E29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24785" y="631541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0" i="0">
                <a:solidFill>
                  <a:sysClr val="windowText" lastClr="000000"/>
                </a:solidFill>
                <a:latin typeface="Barlow Semi Condensed Light" pitchFamily="2" charset="77"/>
              </a:defRPr>
            </a:lvl1pPr>
          </a:lstStyle>
          <a:p>
            <a:endParaRPr lang="sv-SE" sz="110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1F3B6270-2D00-D565-7ACE-88AF106E7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39585" y="6315410"/>
            <a:ext cx="87299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100" b="0" i="0">
                <a:solidFill>
                  <a:sysClr val="windowText" lastClr="000000"/>
                </a:solidFill>
                <a:latin typeface="Barlow Semi Condensed Light" pitchFamily="2" charset="77"/>
              </a:defRPr>
            </a:lvl1pPr>
          </a:lstStyle>
          <a:p>
            <a:fld id="{89FA3089-F1E5-0842-A87D-E172CBD68F89}" type="slidenum">
              <a:rPr lang="sv-SE" smtClean="0"/>
              <a:pPr/>
              <a:t>‹#›</a:t>
            </a:fld>
            <a:endParaRPr lang="sv-SE" sz="1100"/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C8C80C3D-233B-21EF-1A46-2F401487E2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479425" y="6386078"/>
            <a:ext cx="872990" cy="208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467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  <p:sldLayoutId id="2147483722" r:id="rId13"/>
    <p:sldLayoutId id="2147483723" r:id="rId14"/>
    <p:sldLayoutId id="2147483724" r:id="rId15"/>
    <p:sldLayoutId id="2147483725" r:id="rId16"/>
    <p:sldLayoutId id="2147483726" r:id="rId17"/>
    <p:sldLayoutId id="2147483727" r:id="rId18"/>
    <p:sldLayoutId id="2147483728" r:id="rId19"/>
    <p:sldLayoutId id="2147483729" r:id="rId20"/>
    <p:sldLayoutId id="2147483730" r:id="rId21"/>
    <p:sldLayoutId id="2147483731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tx1"/>
          </a:solidFill>
          <a:latin typeface="Barlow Semi Condensed Medium" pitchFamily="2" charset="77"/>
          <a:ea typeface="+mj-ea"/>
          <a:cs typeface="+mj-cs"/>
        </a:defRPr>
      </a:lvl1pPr>
    </p:titleStyle>
    <p:bodyStyle>
      <a:lvl1pPr marL="288000" indent="-216000" algn="l" defTabSz="914400" rtl="0" eaLnBrk="1" latinLnBrk="0" hangingPunct="1">
        <a:lnSpc>
          <a:spcPct val="125000"/>
        </a:lnSpc>
        <a:spcBef>
          <a:spcPts val="1000"/>
        </a:spcBef>
        <a:buSzPct val="100000"/>
        <a:buFont typeface="Wingdings" pitchFamily="2" charset="2"/>
        <a:buChar char="§"/>
        <a:defRPr sz="16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612000" indent="-216000" algn="l" defTabSz="914400" rtl="0" eaLnBrk="1" latinLnBrk="0" hangingPunct="1">
        <a:lnSpc>
          <a:spcPct val="125000"/>
        </a:lnSpc>
        <a:spcBef>
          <a:spcPts val="500"/>
        </a:spcBef>
        <a:buSzPct val="100000"/>
        <a:buFont typeface="Systemtypsnitt normalt"/>
        <a:buChar char="⎯"/>
        <a:defRPr sz="14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2pPr>
      <a:lvl3pPr marL="900000" indent="-216000" algn="l" defTabSz="914400" rtl="0" eaLnBrk="1" latinLnBrk="0" hangingPunct="1">
        <a:lnSpc>
          <a:spcPct val="125000"/>
        </a:lnSpc>
        <a:spcBef>
          <a:spcPts val="500"/>
        </a:spcBef>
        <a:buFont typeface="Systemtypsnitt normalt"/>
        <a:buChar char="●"/>
        <a:defRPr sz="12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1188000" indent="-216000" algn="l" defTabSz="914400" rtl="0" eaLnBrk="1" latinLnBrk="0" hangingPunct="1">
        <a:lnSpc>
          <a:spcPct val="125000"/>
        </a:lnSpc>
        <a:spcBef>
          <a:spcPts val="500"/>
        </a:spcBef>
        <a:buFont typeface="Systemtypsnitt normalt"/>
        <a:buChar char="○"/>
        <a:defRPr sz="11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1476000" indent="-216000" algn="l" defTabSz="914400" rtl="0" eaLnBrk="1" latinLnBrk="0" hangingPunct="1">
        <a:lnSpc>
          <a:spcPct val="125000"/>
        </a:lnSpc>
        <a:spcBef>
          <a:spcPts val="500"/>
        </a:spcBef>
        <a:buFont typeface="Systemtypsnitt normalt"/>
        <a:buChar char="⏤"/>
        <a:defRPr sz="105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pos="302">
          <p15:clr>
            <a:srgbClr val="F26B43"/>
          </p15:clr>
        </p15:guide>
        <p15:guide id="3" pos="7378">
          <p15:clr>
            <a:srgbClr val="F26B43"/>
          </p15:clr>
        </p15:guide>
        <p15:guide id="4" orient="horz" pos="2160">
          <p15:clr>
            <a:srgbClr val="F26B43"/>
          </p15:clr>
        </p15:guide>
        <p15:guide id="5" orient="horz" pos="346">
          <p15:clr>
            <a:srgbClr val="F26B43"/>
          </p15:clr>
        </p15:guide>
        <p15:guide id="6" orient="horz" pos="3838">
          <p15:clr>
            <a:srgbClr val="F26B43"/>
          </p15:clr>
        </p15:guide>
        <p15:guide id="7" orient="horz" pos="4088">
          <p15:clr>
            <a:srgbClr val="F26B43"/>
          </p15:clr>
        </p15:guide>
        <p15:guide id="8" orient="horz" pos="3589">
          <p15:clr>
            <a:srgbClr val="F26B43"/>
          </p15:clr>
        </p15:guide>
        <p15:guide id="9" orient="horz" pos="116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://www.cplusplus.com/reference/clibrary/cstdio/feof.html" TargetMode="External"/><Relationship Id="rId3" Type="http://schemas.openxmlformats.org/officeDocument/2006/relationships/hyperlink" Target="http://www.cplusplus.com/reference/clibrary/cstdio/fseek.html" TargetMode="External"/><Relationship Id="rId7" Type="http://schemas.openxmlformats.org/officeDocument/2006/relationships/hyperlink" Target="http://www.cplusplus.com/reference/clibrary/cstdio/freopen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://www.cplusplus.com/reference/clibrary/cstdio/fgetpos.html" TargetMode="External"/><Relationship Id="rId5" Type="http://schemas.openxmlformats.org/officeDocument/2006/relationships/hyperlink" Target="http://www.cplusplus.com/reference/clibrary/cstdio/ftell.html" TargetMode="External"/><Relationship Id="rId4" Type="http://schemas.openxmlformats.org/officeDocument/2006/relationships/hyperlink" Target="http://www.cplusplus.com/reference/clibrary/cstdio/fsetpos.html" TargetMode="External"/><Relationship Id="rId9" Type="http://schemas.openxmlformats.org/officeDocument/2006/relationships/hyperlink" Target="http://www.cplusplus.com/reference/clibrary/cstdio/fflush.html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windows/win32/inputdev/keyboard-input" TargetMode="External"/><Relationship Id="rId2" Type="http://schemas.openxmlformats.org/officeDocument/2006/relationships/hyperlink" Target="https://learn.microsoft.com/en-us/windows/win32/inputdev/mouse-input" TargetMode="External"/><Relationship Id="rId1" Type="http://schemas.openxmlformats.org/officeDocument/2006/relationships/slideLayout" Target="../slideLayouts/slideLayout11.xml"/><Relationship Id="rId4" Type="http://schemas.openxmlformats.org/officeDocument/2006/relationships/hyperlink" Target="https://learn.microsoft.com/en-us/windows/win32/inputdev/virtual-key-codes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stackoverflow.com/a/42519952/5300002" TargetMode="External"/><Relationship Id="rId4" Type="http://schemas.openxmlformats.org/officeDocument/2006/relationships/hyperlink" Target="http://stackoverflow.com/questions/2501968/visual-c-enable-console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sv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535B810-D1C9-4DE6-B498-7412E7408E50}"/>
              </a:ext>
            </a:extLst>
          </p:cNvPr>
          <p:cNvSpPr txBox="1">
            <a:spLocks/>
          </p:cNvSpPr>
          <p:nvPr/>
        </p:nvSpPr>
        <p:spPr>
          <a:xfrm>
            <a:off x="1107742" y="3365568"/>
            <a:ext cx="9976513" cy="6788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sv-SE" altLang="sv-SE" sz="2000" spc="300">
                <a:solidFill>
                  <a:schemeClr val="bg1"/>
                </a:solidFill>
                <a:effectLst>
                  <a:glow rad="12700">
                    <a:schemeClr val="tx1">
                      <a:lumMod val="95000"/>
                      <a:lumOff val="5000"/>
                    </a:schemeClr>
                  </a:glow>
                </a:effectLst>
                <a:latin typeface="Barlow Semi Condensed" panose="00000506000000000000" pitchFamily="2" charset="0"/>
              </a:rPr>
              <a:t>Föreläsning 26 – INPUT &amp; OUTPUT</a:t>
            </a:r>
            <a:endParaRPr lang="en-SE" sz="2000" spc="300">
              <a:effectLst>
                <a:glow rad="25400">
                  <a:schemeClr val="tx1">
                    <a:lumMod val="95000"/>
                    <a:lumOff val="5000"/>
                  </a:schemeClr>
                </a:glow>
              </a:effectLst>
              <a:latin typeface="Barlow Semi Condensed" panose="00000506000000000000" pitchFamily="2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DB90860-40E3-477A-87E3-AA8F487894D1}"/>
              </a:ext>
            </a:extLst>
          </p:cNvPr>
          <p:cNvSpPr txBox="1">
            <a:spLocks/>
          </p:cNvSpPr>
          <p:nvPr/>
        </p:nvSpPr>
        <p:spPr>
          <a:xfrm>
            <a:off x="581115" y="2625126"/>
            <a:ext cx="10503142" cy="80387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br>
              <a:rPr lang="sv-SE" altLang="sv-SE" sz="4800" spc="600">
                <a:solidFill>
                  <a:schemeClr val="bg1"/>
                </a:solidFill>
                <a:effectLst>
                  <a:glow>
                    <a:schemeClr val="tx1">
                      <a:lumMod val="95000"/>
                      <a:lumOff val="5000"/>
                    </a:schemeClr>
                  </a:glow>
                </a:effectLst>
                <a:latin typeface="Barlow Semi Condensed" panose="00000506000000000000" pitchFamily="2" charset="0"/>
              </a:rPr>
            </a:br>
            <a:r>
              <a:rPr lang="sv-SE" altLang="sv-SE" sz="4800" spc="600">
                <a:solidFill>
                  <a:schemeClr val="bg1"/>
                </a:solidFill>
                <a:effectLst>
                  <a:glow>
                    <a:schemeClr val="tx1">
                      <a:lumMod val="95000"/>
                      <a:lumOff val="5000"/>
                    </a:schemeClr>
                  </a:glow>
                </a:effectLst>
                <a:latin typeface="Barlow Semi Condensed" panose="00000506000000000000" pitchFamily="2" charset="0"/>
              </a:rPr>
              <a:t>INTRODUKTION TILL C++</a:t>
            </a:r>
            <a:endParaRPr lang="en-SE" sz="4800" spc="600">
              <a:effectLst>
                <a:glow>
                  <a:schemeClr val="tx1">
                    <a:lumMod val="95000"/>
                    <a:lumOff val="5000"/>
                  </a:schemeClr>
                </a:glow>
              </a:effectLst>
              <a:latin typeface="Barlow Semi Condensed" panose="00000506000000000000" pitchFamily="2" charset="0"/>
            </a:endParaRPr>
          </a:p>
        </p:txBody>
      </p:sp>
      <p:sp>
        <p:nvSpPr>
          <p:cNvPr id="6" name="Platshållare för bild 5">
            <a:extLst>
              <a:ext uri="{FF2B5EF4-FFF2-40B4-BE49-F238E27FC236}">
                <a16:creationId xmlns:a16="http://schemas.microsoft.com/office/drawing/2014/main" id="{6A874D6B-FA8D-B373-485F-E5933C7530C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63E1374E-EB0A-FCFD-BFA8-8B23F69968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v-SE"/>
              <a:t>Input och Output</a:t>
            </a: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FE9C9188-32C4-3FEA-ED4F-EF6CE021D3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v-SE"/>
              <a:t>INTRODUKTION TILL PROGRAMMERING I C++</a:t>
            </a:r>
          </a:p>
        </p:txBody>
      </p:sp>
    </p:spTree>
    <p:extLst>
      <p:ext uri="{BB962C8B-B14F-4D97-AF65-F5344CB8AC3E}">
        <p14:creationId xmlns:p14="http://schemas.microsoft.com/office/powerpoint/2010/main" val="543243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6C114-3269-8A72-BF39-EF5B0FD288EF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 vert="horz" lIns="0" tIns="45720" rIns="90000" bIns="45720" rtlCol="0" anchor="t">
            <a:normAutofit/>
          </a:bodyPr>
          <a:lstStyle/>
          <a:p>
            <a:pPr marL="287655" indent="-215900"/>
            <a:r>
              <a:rPr lang="en-US" sz="2000" b="1">
                <a:latin typeface="Montserrat"/>
              </a:rPr>
              <a:t>Filhantering</a:t>
            </a:r>
          </a:p>
          <a:p>
            <a:pPr marL="287655" indent="-215900"/>
            <a:r>
              <a:rPr lang="en-US" sz="2000" b="1">
                <a:latin typeface="Montserrat"/>
              </a:rPr>
              <a:t>Windowsapplikation</a:t>
            </a:r>
          </a:p>
          <a:p>
            <a:pPr marL="287655" indent="-215900"/>
            <a:r>
              <a:rPr lang="en-US" sz="2000" b="1">
                <a:latin typeface="Montserrat"/>
              </a:rPr>
              <a:t>Skriva information</a:t>
            </a:r>
          </a:p>
          <a:p>
            <a:pPr marL="287655" indent="-215900"/>
            <a:endParaRPr lang="en-US" sz="2000" b="1">
              <a:latin typeface="Montserrat"/>
            </a:endParaRPr>
          </a:p>
          <a:p>
            <a:pPr marL="287655" indent="-215900"/>
            <a:endParaRPr lang="en-US" sz="2000" b="1">
              <a:latin typeface="Montserrat"/>
            </a:endParaRPr>
          </a:p>
          <a:p>
            <a:pPr marL="287655" indent="-215900"/>
            <a:endParaRPr lang="en-US" sz="2000" b="1">
              <a:latin typeface="Montserrat"/>
            </a:endParaRPr>
          </a:p>
          <a:p>
            <a:pPr marL="611655" lvl="1" indent="-215900"/>
            <a:endParaRPr lang="en-US" sz="1800" b="1">
              <a:latin typeface="Montserrat"/>
            </a:endParaRPr>
          </a:p>
          <a:p>
            <a:pPr marL="287655" indent="-215900"/>
            <a:endParaRPr lang="en-US" sz="2000" b="1">
              <a:latin typeface="Montserrat"/>
            </a:endParaRPr>
          </a:p>
          <a:p>
            <a:pPr marL="287655" indent="-215900"/>
            <a:endParaRPr lang="en-US" sz="2000" b="1">
              <a:latin typeface="Montserrat"/>
            </a:endParaRPr>
          </a:p>
          <a:p>
            <a:pPr marL="287655" indent="-215900"/>
            <a:endParaRPr lang="en-US" sz="2000" b="1">
              <a:latin typeface="Montserrat"/>
            </a:endParaRPr>
          </a:p>
          <a:p>
            <a:pPr marL="287655" indent="-215900"/>
            <a:endParaRPr lang="en-US" sz="2000" b="1">
              <a:latin typeface="Montserrat"/>
            </a:endParaRPr>
          </a:p>
          <a:p>
            <a:pPr marL="287655" indent="-215900"/>
            <a:endParaRPr lang="en-US" sz="2000" b="1">
              <a:latin typeface="Montserrat"/>
            </a:endParaRPr>
          </a:p>
          <a:p>
            <a:pPr marL="287655" indent="-215900"/>
            <a:endParaRPr lang="en-US" sz="2000" b="1">
              <a:latin typeface="Montserrat"/>
            </a:endParaRPr>
          </a:p>
          <a:p>
            <a:pPr marL="287655" indent="-215900"/>
            <a:endParaRPr lang="en-US" sz="2000" b="1">
              <a:latin typeface="Montserrat"/>
            </a:endParaRPr>
          </a:p>
        </p:txBody>
      </p:sp>
      <p:sp>
        <p:nvSpPr>
          <p:cNvPr id="8" name="Rubrik 7">
            <a:extLst>
              <a:ext uri="{FF2B5EF4-FFF2-40B4-BE49-F238E27FC236}">
                <a16:creationId xmlns:a16="http://schemas.microsoft.com/office/drawing/2014/main" id="{1192FDEE-7591-B575-1E46-EBCC88DAA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AGENDA</a:t>
            </a:r>
          </a:p>
        </p:txBody>
      </p:sp>
      <p:pic>
        <p:nvPicPr>
          <p:cNvPr id="6" name="Bild 5">
            <a:extLst>
              <a:ext uri="{FF2B5EF4-FFF2-40B4-BE49-F238E27FC236}">
                <a16:creationId xmlns:a16="http://schemas.microsoft.com/office/drawing/2014/main" id="{5C1F704C-FC1C-6781-AD21-47279F8AA7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61355" y="1907919"/>
            <a:ext cx="1965290" cy="3042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571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derrubrik 2">
            <a:extLst>
              <a:ext uri="{FF2B5EF4-FFF2-40B4-BE49-F238E27FC236}">
                <a16:creationId xmlns:a16="http://schemas.microsoft.com/office/drawing/2014/main" id="{1BC2A309-B442-6327-5EEF-2E7FCB4E63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v-SE"/>
              <a:t>Introduktion till C++</a:t>
            </a: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47B257CE-7007-6CAD-2F7F-A2FA699D63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v-SE"/>
              <a:t>FILHANTERING</a:t>
            </a:r>
          </a:p>
        </p:txBody>
      </p:sp>
    </p:spTree>
    <p:extLst>
      <p:ext uri="{BB962C8B-B14F-4D97-AF65-F5344CB8AC3E}">
        <p14:creationId xmlns:p14="http://schemas.microsoft.com/office/powerpoint/2010/main" val="3288946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01CC1-A30F-4425-9FAC-A6A8BE16D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210" y="1505666"/>
            <a:ext cx="4990745" cy="41918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71755" indent="0">
              <a:buNone/>
            </a:pPr>
            <a:r>
              <a:rPr lang="sv-SE" b="1">
                <a:latin typeface="Montserrat"/>
              </a:rPr>
              <a:t>Verktygslåda för filhantering</a:t>
            </a:r>
            <a:endParaRPr lang="en-US"/>
          </a:p>
          <a:p>
            <a:pPr marL="611505" lvl="1" indent="-215900"/>
            <a:r>
              <a:rPr lang="sv-SE" sz="1200" b="1">
                <a:latin typeface="Montserrat"/>
              </a:rPr>
              <a:t>FILE *</a:t>
            </a:r>
            <a:endParaRPr lang="sv-SE" sz="1200" b="1"/>
          </a:p>
          <a:p>
            <a:pPr marL="899795" lvl="2" indent="-215900">
              <a:buFont typeface="Wingdings"/>
              <a:buChar char="§"/>
            </a:pPr>
            <a:r>
              <a:rPr lang="sv-SE" sz="1100">
                <a:latin typeface="Montserrat"/>
              </a:rPr>
              <a:t>En filpekare som är kopplingen till en öppen fil</a:t>
            </a:r>
          </a:p>
          <a:p>
            <a:pPr marL="611505" lvl="1" indent="-215900"/>
            <a:r>
              <a:rPr lang="sv-SE" sz="1200" b="1">
                <a:latin typeface="Montserrat"/>
              </a:rPr>
              <a:t>fopen()</a:t>
            </a:r>
          </a:p>
          <a:p>
            <a:pPr marL="899795" lvl="2" indent="-215900">
              <a:buFont typeface="Wingdings"/>
              <a:buChar char="§"/>
            </a:pPr>
            <a:r>
              <a:rPr lang="sv-SE" sz="1100">
                <a:latin typeface="Montserrat"/>
              </a:rPr>
              <a:t>En funktion som försöker öppna en fil</a:t>
            </a:r>
          </a:p>
          <a:p>
            <a:pPr marL="899795" lvl="2" indent="-215900">
              <a:buFont typeface="Wingdings"/>
              <a:buChar char="§"/>
            </a:pPr>
            <a:r>
              <a:rPr lang="sv-SE" sz="1100">
                <a:latin typeface="Montserrat"/>
              </a:rPr>
              <a:t>Kan öppnas för att läsa, skriva eller både och</a:t>
            </a:r>
          </a:p>
          <a:p>
            <a:pPr marL="899795" lvl="2" indent="-215900">
              <a:buFont typeface="Wingdings"/>
              <a:buChar char="§"/>
            </a:pPr>
            <a:r>
              <a:rPr lang="sv-SE" sz="1100">
                <a:latin typeface="Montserrat"/>
              </a:rPr>
              <a:t>Kan öppnas för att hantera binärt eller som text</a:t>
            </a:r>
          </a:p>
          <a:p>
            <a:pPr marL="611505" lvl="1" indent="-215900"/>
            <a:r>
              <a:rPr lang="sv-SE" sz="1200" b="1">
                <a:latin typeface="Montserrat"/>
              </a:rPr>
              <a:t>fclose()</a:t>
            </a:r>
          </a:p>
          <a:p>
            <a:pPr marL="899795" lvl="2" indent="-215900">
              <a:buFont typeface="Wingdings"/>
              <a:buChar char="§"/>
            </a:pPr>
            <a:r>
              <a:rPr lang="sv-SE" sz="1100">
                <a:latin typeface="Montserrat"/>
              </a:rPr>
              <a:t>Måste anropas för att stänga en öppen fil</a:t>
            </a:r>
          </a:p>
          <a:p>
            <a:pPr marL="611505" lvl="1" indent="-215900"/>
            <a:r>
              <a:rPr lang="sv-SE" sz="1200" b="1">
                <a:latin typeface="Montserrat"/>
              </a:rPr>
              <a:t>fwrite()</a:t>
            </a:r>
          </a:p>
          <a:p>
            <a:pPr marL="899795" lvl="2" indent="-215900">
              <a:buFont typeface="Wingdings"/>
              <a:buChar char="§"/>
            </a:pPr>
            <a:r>
              <a:rPr lang="sv-SE" sz="1100">
                <a:latin typeface="Montserrat"/>
              </a:rPr>
              <a:t>Skriver till en öppen fil genom en </a:t>
            </a:r>
            <a:r>
              <a:rPr lang="sv-SE" sz="1100" b="1" dirty="0">
                <a:latin typeface="Montserrat"/>
              </a:rPr>
              <a:t>FILE *</a:t>
            </a:r>
          </a:p>
          <a:p>
            <a:pPr marL="611505" lvl="1" indent="-215900"/>
            <a:r>
              <a:rPr lang="sv-SE" sz="1200" b="1">
                <a:latin typeface="Montserrat"/>
              </a:rPr>
              <a:t>fread()</a:t>
            </a:r>
            <a:endParaRPr lang="en-US" sz="1200">
              <a:latin typeface="Montserrat"/>
            </a:endParaRPr>
          </a:p>
          <a:p>
            <a:pPr marL="899795" lvl="2" indent="-215900">
              <a:buFont typeface="Wingdings"/>
              <a:buChar char="§"/>
            </a:pPr>
            <a:r>
              <a:rPr lang="sv-SE" sz="1100">
                <a:latin typeface="Montserrat"/>
              </a:rPr>
              <a:t>Läser från en öppen fil genom en </a:t>
            </a:r>
            <a:r>
              <a:rPr lang="sv-SE" sz="1100" b="1" dirty="0">
                <a:latin typeface="Montserrat"/>
              </a:rPr>
              <a:t>FILE *</a:t>
            </a:r>
            <a:endParaRPr lang="en-US" sz="1100">
              <a:latin typeface="Montserrat"/>
            </a:endParaRPr>
          </a:p>
          <a:p>
            <a:pPr marL="287655" indent="-215900">
              <a:buFont typeface="Wingdings"/>
              <a:buChar char="§"/>
            </a:pPr>
            <a:endParaRPr lang="sv-SE" b="1" dirty="0"/>
          </a:p>
          <a:p>
            <a:pPr marL="611505" lvl="1" indent="-215900"/>
            <a:endParaRPr lang="sv-SE" b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7F938A-8B58-4BA3-AEB1-7E8EB5881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>
                <a:latin typeface="Barlow Semi Condensed Medium"/>
              </a:rPr>
              <a:t>FILHANTERING</a:t>
            </a:r>
            <a:endParaRPr lang="sv-S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4885B3-27C9-18AD-C163-EDCB374EF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2731" y="1316741"/>
            <a:ext cx="3457575" cy="459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305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F938A-8B58-4BA3-AEB1-7E8EB5881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>
                <a:latin typeface="Barlow Semi Condensed Medium"/>
              </a:rPr>
              <a:t>FILHANTERING – MER FUNKTIONALITET</a:t>
            </a:r>
            <a:endParaRPr lang="sv-SE"/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0B010FD1-4B22-AD1B-748A-E9BC93ED4389}"/>
              </a:ext>
            </a:extLst>
          </p:cNvPr>
          <p:cNvSpPr txBox="1"/>
          <p:nvPr/>
        </p:nvSpPr>
        <p:spPr>
          <a:xfrm>
            <a:off x="3163748" y="1827836"/>
            <a:ext cx="5430456" cy="385233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sv-S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v-SE" sz="1500" b="1">
                <a:solidFill>
                  <a:srgbClr val="FFFFFF"/>
                </a:solidFill>
                <a:latin typeface="Montserrat"/>
                <a:ea typeface="Arial"/>
                <a:cs typeface="Arial"/>
              </a:rPr>
              <a:t>Det finns en del till som är bra att känna till</a:t>
            </a:r>
            <a:endParaRPr lang="sv-SE" sz="1500" b="1" dirty="0">
              <a:solidFill>
                <a:srgbClr val="FFFFFF"/>
              </a:solidFill>
              <a:latin typeface="Montserrat"/>
              <a:ea typeface="Arial"/>
              <a:cs typeface="Arial"/>
            </a:endParaRPr>
          </a:p>
          <a:p>
            <a:endParaRPr lang="sv-SE" sz="1500" b="1" dirty="0">
              <a:solidFill>
                <a:srgbClr val="FFFFFF"/>
              </a:solidFill>
              <a:latin typeface="Montserrat"/>
              <a:ea typeface="Arial"/>
              <a:cs typeface="Arial"/>
            </a:endParaRPr>
          </a:p>
          <a:p>
            <a:pPr lvl="0" algn="l"/>
            <a:r>
              <a:rPr lang="sv-SE" sz="1400" i="0" u="none" strike="noStrike" baseline="0">
                <a:solidFill>
                  <a:srgbClr val="FFFFFF"/>
                </a:solidFill>
                <a:latin typeface="Montserrat"/>
                <a:ea typeface="Arial"/>
                <a:cs typeface="Arial"/>
              </a:rPr>
              <a:t>Ändra position i filen utan att läsa eller skriva</a:t>
            </a:r>
            <a:r>
              <a:rPr lang="en-US" sz="1400" b="0" i="0">
                <a:solidFill>
                  <a:srgbClr val="FFFFFF"/>
                </a:solidFill>
                <a:latin typeface="Montserrat"/>
                <a:ea typeface="Arial"/>
                <a:cs typeface="Arial"/>
              </a:rPr>
              <a:t>​</a:t>
            </a:r>
            <a:endParaRPr lang="en-US" sz="1400"/>
          </a:p>
          <a:p>
            <a:pPr marL="228600" lvl="1" indent="-228600" algn="l" rtl="0">
              <a:lnSpc>
                <a:spcPts val="2100"/>
              </a:lnSpc>
              <a:buFont typeface=""/>
              <a:buChar char="•"/>
            </a:pPr>
            <a:r>
              <a:rPr lang="sv-SE" sz="1200" b="0" i="0" u="none" strike="noStrike" baseline="0" dirty="0">
                <a:solidFill>
                  <a:srgbClr val="FFFFFF"/>
                </a:solidFill>
                <a:latin typeface="Montserrat"/>
                <a:ea typeface="Arial"/>
                <a:cs typeface="Arial"/>
                <a:hlinkClick r:id="rId3"/>
              </a:rPr>
              <a:t>http://www.cplusplus.com/reference/clibrary/cstdio/fseek.html</a:t>
            </a:r>
            <a:r>
              <a:rPr lang="sv-SE" sz="1200" b="0" i="0" dirty="0">
                <a:solidFill>
                  <a:srgbClr val="FFFFFF"/>
                </a:solidFill>
                <a:latin typeface="Montserrat"/>
                <a:ea typeface="Arial"/>
                <a:cs typeface="Arial"/>
              </a:rPr>
              <a:t>​</a:t>
            </a:r>
          </a:p>
          <a:p>
            <a:pPr marL="228600" lvl="1" indent="-228600" algn="l" rtl="0">
              <a:lnSpc>
                <a:spcPts val="2100"/>
              </a:lnSpc>
              <a:buFont typeface=""/>
              <a:buChar char="•"/>
            </a:pPr>
            <a:r>
              <a:rPr lang="sv-SE" sz="1200" b="0" i="0" u="none" strike="noStrike" baseline="0" dirty="0">
                <a:solidFill>
                  <a:srgbClr val="FFFFFF"/>
                </a:solidFill>
                <a:latin typeface="Montserrat"/>
                <a:ea typeface="Arial"/>
                <a:cs typeface="Arial"/>
                <a:hlinkClick r:id="rId4"/>
              </a:rPr>
              <a:t>http://www.cplusplus.com/reference/clibrary/cstdio/fsetpos.html</a:t>
            </a:r>
            <a:r>
              <a:rPr lang="sv-SE" sz="1200" b="0" i="0" dirty="0">
                <a:solidFill>
                  <a:srgbClr val="FFFFFF"/>
                </a:solidFill>
                <a:latin typeface="Montserrat"/>
                <a:ea typeface="Arial"/>
                <a:cs typeface="Arial"/>
              </a:rPr>
              <a:t>​</a:t>
            </a:r>
          </a:p>
          <a:p>
            <a:pPr marL="228600" lvl="1" indent="-228600" algn="l" rtl="0">
              <a:lnSpc>
                <a:spcPts val="2100"/>
              </a:lnSpc>
              <a:buFont typeface=""/>
              <a:buChar char="•"/>
            </a:pPr>
            <a:r>
              <a:rPr lang="sv-SE" sz="1200" b="0" i="0" u="none" strike="noStrike" baseline="0" dirty="0">
                <a:solidFill>
                  <a:srgbClr val="FFFFFF"/>
                </a:solidFill>
                <a:latin typeface="Montserrat"/>
                <a:ea typeface="Arial"/>
                <a:cs typeface="Arial"/>
                <a:hlinkClick r:id="rId5"/>
              </a:rPr>
              <a:t>http://www.cplusplus.com/reference/clibrary/cstdio/ftell.html</a:t>
            </a:r>
            <a:r>
              <a:rPr lang="sv-SE" sz="1200" b="0" i="0" dirty="0">
                <a:solidFill>
                  <a:srgbClr val="FFFFFF"/>
                </a:solidFill>
                <a:latin typeface="Montserrat"/>
                <a:ea typeface="Arial"/>
                <a:cs typeface="Arial"/>
              </a:rPr>
              <a:t>​</a:t>
            </a:r>
          </a:p>
          <a:p>
            <a:pPr marL="228600" lvl="1" indent="-228600" algn="l" rtl="0">
              <a:lnSpc>
                <a:spcPts val="2100"/>
              </a:lnSpc>
              <a:buFont typeface=""/>
              <a:buChar char="•"/>
            </a:pPr>
            <a:r>
              <a:rPr lang="sv-SE" sz="1200" b="0" i="0" u="none" strike="noStrike" baseline="0" dirty="0">
                <a:solidFill>
                  <a:srgbClr val="FFFFFF"/>
                </a:solidFill>
                <a:latin typeface="Montserrat"/>
                <a:ea typeface="Arial"/>
                <a:cs typeface="Arial"/>
                <a:hlinkClick r:id="rId6"/>
              </a:rPr>
              <a:t>http://www.cplusplus.com/reference/clibrary/cstdio/fgetpos.html</a:t>
            </a:r>
            <a:r>
              <a:rPr lang="sv-SE" sz="1200" b="0" i="0" dirty="0">
                <a:solidFill>
                  <a:srgbClr val="FFFFFF"/>
                </a:solidFill>
                <a:latin typeface="Montserrat"/>
                <a:ea typeface="Arial"/>
                <a:cs typeface="Arial"/>
              </a:rPr>
              <a:t>​</a:t>
            </a:r>
          </a:p>
          <a:p>
            <a:pPr marL="228600" lvl="1" indent="-228600" algn="l" rtl="0">
              <a:buFont typeface=""/>
              <a:buChar char="•"/>
            </a:pPr>
            <a:endParaRPr lang="sv-SE" b="0" i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lvl="0" algn="l" rtl="0">
              <a:lnSpc>
                <a:spcPts val="1725"/>
              </a:lnSpc>
            </a:pPr>
            <a:r>
              <a:rPr lang="sv-SE" sz="1400" i="0" u="none" strike="noStrike" baseline="0">
                <a:solidFill>
                  <a:srgbClr val="FFFFFF"/>
                </a:solidFill>
                <a:latin typeface="Montserrat"/>
                <a:ea typeface="Arial"/>
                <a:cs typeface="Arial"/>
              </a:rPr>
              <a:t>Andra nyttiga funktioner</a:t>
            </a:r>
            <a:r>
              <a:rPr lang="en-US" sz="1400" b="0" i="0">
                <a:solidFill>
                  <a:srgbClr val="FFFFFF"/>
                </a:solidFill>
                <a:latin typeface="Montserrat"/>
                <a:ea typeface="Arial"/>
                <a:cs typeface="Arial"/>
              </a:rPr>
              <a:t>​</a:t>
            </a:r>
          </a:p>
          <a:p>
            <a:pPr marL="228600" lvl="1" indent="-228600" algn="l" rtl="0">
              <a:lnSpc>
                <a:spcPts val="2100"/>
              </a:lnSpc>
              <a:buFont typeface=""/>
              <a:buChar char="•"/>
            </a:pPr>
            <a:r>
              <a:rPr lang="sv-SE" sz="1200" b="0" i="0" u="none" strike="noStrike" baseline="0" dirty="0">
                <a:solidFill>
                  <a:srgbClr val="FFFFFF"/>
                </a:solidFill>
                <a:latin typeface="Montserrat"/>
                <a:ea typeface="Arial"/>
                <a:cs typeface="Arial"/>
                <a:hlinkClick r:id="rId7"/>
              </a:rPr>
              <a:t>http://www.cplusplus.com/reference/clibrary/cstdio/freopen.html</a:t>
            </a:r>
            <a:r>
              <a:rPr lang="sv-SE" sz="1200" b="0" i="0" dirty="0">
                <a:solidFill>
                  <a:srgbClr val="FFFFFF"/>
                </a:solidFill>
                <a:latin typeface="Montserrat"/>
                <a:ea typeface="Arial"/>
                <a:cs typeface="Arial"/>
              </a:rPr>
              <a:t>​</a:t>
            </a:r>
          </a:p>
          <a:p>
            <a:pPr marL="228600" lvl="1" indent="-228600" algn="l" rtl="0">
              <a:lnSpc>
                <a:spcPts val="2100"/>
              </a:lnSpc>
              <a:buFont typeface=""/>
              <a:buChar char="•"/>
            </a:pPr>
            <a:r>
              <a:rPr lang="sv-SE" sz="1200" b="0" i="0" u="none" strike="noStrike" baseline="0" dirty="0">
                <a:solidFill>
                  <a:srgbClr val="FFFFFF"/>
                </a:solidFill>
                <a:latin typeface="Montserrat"/>
                <a:ea typeface="Arial"/>
                <a:cs typeface="Arial"/>
                <a:hlinkClick r:id="rId8"/>
              </a:rPr>
              <a:t>http://www.cplusplus.com/reference/clibrary/cstdio/feof.html</a:t>
            </a:r>
            <a:r>
              <a:rPr lang="sv-SE" sz="1200" b="0" i="0" dirty="0">
                <a:solidFill>
                  <a:srgbClr val="FFFFFF"/>
                </a:solidFill>
                <a:latin typeface="Montserrat"/>
                <a:ea typeface="Arial"/>
                <a:cs typeface="Arial"/>
              </a:rPr>
              <a:t>​</a:t>
            </a:r>
          </a:p>
          <a:p>
            <a:pPr marL="228600" lvl="1" indent="-228600" algn="l" rtl="0">
              <a:lnSpc>
                <a:spcPts val="2100"/>
              </a:lnSpc>
              <a:buFont typeface=""/>
              <a:buChar char="•"/>
            </a:pPr>
            <a:r>
              <a:rPr lang="sv-SE" sz="1200" b="0" i="0" u="none" strike="noStrike" baseline="0" dirty="0">
                <a:solidFill>
                  <a:srgbClr val="FFFFFF"/>
                </a:solidFill>
                <a:latin typeface="Montserrat"/>
                <a:ea typeface="Arial"/>
                <a:cs typeface="Arial"/>
                <a:hlinkClick r:id="rId9"/>
              </a:rPr>
              <a:t>http://www.cplusplus.com/reference/clibrary/cstdio/fflush.html</a:t>
            </a:r>
            <a:r>
              <a:rPr lang="sv-SE" sz="1200" b="0" i="0" dirty="0">
                <a:solidFill>
                  <a:srgbClr val="FFFFFF"/>
                </a:solidFill>
                <a:latin typeface="Montserrat"/>
                <a:ea typeface="Arial"/>
                <a:cs typeface="Arial"/>
              </a:rPr>
              <a:t>​</a:t>
            </a:r>
          </a:p>
          <a:p>
            <a:pPr algn="l" rtl="0">
              <a:lnSpc>
                <a:spcPts val="1500"/>
              </a:lnSpc>
            </a:pPr>
            <a:r>
              <a:rPr lang="sv-SE" sz="1300" b="0" i="0">
                <a:solidFill>
                  <a:srgbClr val="FFFFFF"/>
                </a:solidFill>
                <a:latin typeface="Montserrat"/>
                <a:ea typeface="Arial"/>
                <a:cs typeface="Arial"/>
              </a:rPr>
              <a:t>​</a:t>
            </a:r>
          </a:p>
          <a:p>
            <a:pPr lvl="0" algn="l" rtl="0">
              <a:lnSpc>
                <a:spcPts val="1725"/>
              </a:lnSpc>
            </a:pPr>
            <a:r>
              <a:rPr lang="sv-SE" sz="1400" i="0" u="none" strike="noStrike" baseline="0">
                <a:solidFill>
                  <a:srgbClr val="FFFFFF"/>
                </a:solidFill>
                <a:latin typeface="Montserrat"/>
                <a:ea typeface="Arial"/>
                <a:cs typeface="Arial"/>
              </a:rPr>
              <a:t>Läs på och lär er hur de funkar</a:t>
            </a:r>
            <a:r>
              <a:rPr lang="en-US" sz="1400" b="0" i="0">
                <a:solidFill>
                  <a:srgbClr val="FFFFFF"/>
                </a:solidFill>
                <a:latin typeface="Montserrat"/>
                <a:ea typeface="Arial"/>
                <a:cs typeface="Arial"/>
              </a:rPr>
              <a:t>​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543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1AC81-857E-BDB9-C8FB-50650F259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derrubrik 2">
            <a:extLst>
              <a:ext uri="{FF2B5EF4-FFF2-40B4-BE49-F238E27FC236}">
                <a16:creationId xmlns:a16="http://schemas.microsoft.com/office/drawing/2014/main" id="{FA34CA43-F48A-5476-5DFC-EABD5FBEF4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v-SE"/>
              <a:t>Introduktion till C++</a:t>
            </a: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2734C1CF-4277-C516-9F3A-ACFBE0F6DC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v-SE"/>
              <a:t>WINDOWS-APPLIKATION</a:t>
            </a:r>
          </a:p>
        </p:txBody>
      </p:sp>
    </p:spTree>
    <p:extLst>
      <p:ext uri="{BB962C8B-B14F-4D97-AF65-F5344CB8AC3E}">
        <p14:creationId xmlns:p14="http://schemas.microsoft.com/office/powerpoint/2010/main" val="580357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C4FDE-CAF3-412E-8773-7AAC69924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629" y="1505666"/>
            <a:ext cx="5682371" cy="4191871"/>
          </a:xfrm>
        </p:spPr>
        <p:txBody>
          <a:bodyPr vert="horz" lIns="0" tIns="45720" rIns="90000" bIns="45720" rtlCol="0" anchor="t">
            <a:normAutofit/>
          </a:bodyPr>
          <a:lstStyle/>
          <a:p>
            <a:pPr marL="287655" indent="-215900"/>
            <a:r>
              <a:rPr lang="sv-SE" b="1"/>
              <a:t>Hittills har vi endast skapat konsol-projekt</a:t>
            </a:r>
            <a:endParaRPr lang="en-US"/>
          </a:p>
          <a:p>
            <a:pPr lvl="1"/>
            <a:endParaRPr lang="sv-SE" b="1"/>
          </a:p>
          <a:p>
            <a:pPr marL="287655" indent="-215900"/>
            <a:r>
              <a:rPr lang="sv-SE" b="1"/>
              <a:t>Vi kan skapa ett projekt där Visual Studio redan skrivit koden för att skapa ett Windows-fönster</a:t>
            </a:r>
          </a:p>
          <a:p>
            <a:pPr marL="611505" lvl="1" indent="-215900"/>
            <a:r>
              <a:rPr lang="sv-SE">
                <a:latin typeface="Montserrat"/>
              </a:rPr>
              <a:t>Create a new project</a:t>
            </a:r>
          </a:p>
          <a:p>
            <a:pPr marL="611505" lvl="1" indent="-215900"/>
            <a:r>
              <a:rPr lang="sv-SE"/>
              <a:t>Ställ in Windows och Desktop</a:t>
            </a:r>
          </a:p>
          <a:p>
            <a:pPr marL="611505" lvl="1" indent="-215900"/>
            <a:r>
              <a:rPr lang="sv-SE">
                <a:latin typeface="Montserrat"/>
              </a:rPr>
              <a:t>Välj projekttypen </a:t>
            </a:r>
            <a:r>
              <a:rPr lang="sv-SE" i="1">
                <a:latin typeface="Montserrat"/>
              </a:rPr>
              <a:t>Windows Desktop Application</a:t>
            </a:r>
          </a:p>
          <a:p>
            <a:pPr lvl="1"/>
            <a:endParaRPr lang="sv-SE"/>
          </a:p>
          <a:p>
            <a:pPr marL="287655" indent="-215900"/>
            <a:r>
              <a:rPr lang="sv-SE" b="1"/>
              <a:t>Projektet går direkt att bygga och köra</a:t>
            </a:r>
          </a:p>
          <a:p>
            <a:endParaRPr lang="sv-SE"/>
          </a:p>
          <a:p>
            <a:endParaRPr lang="sv-S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07F831-1BBA-4D12-8A04-228B9D626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WINDOWSAPPLIKATION</a:t>
            </a:r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0FED0759-1A09-46F7-A987-A4190095D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26136"/>
            <a:ext cx="5500412" cy="3526198"/>
          </a:xfrm>
          <a:prstGeom prst="rect">
            <a:avLst/>
          </a:prstGeom>
        </p:spPr>
      </p:pic>
      <p:sp>
        <p:nvSpPr>
          <p:cNvPr id="5" name="Rektangel 4">
            <a:extLst>
              <a:ext uri="{FF2B5EF4-FFF2-40B4-BE49-F238E27FC236}">
                <a16:creationId xmlns:a16="http://schemas.microsoft.com/office/drawing/2014/main" id="{494BDC13-DFE5-47E2-ABFD-3EEFE72654C7}"/>
              </a:ext>
            </a:extLst>
          </p:cNvPr>
          <p:cNvSpPr/>
          <p:nvPr/>
        </p:nvSpPr>
        <p:spPr>
          <a:xfrm>
            <a:off x="9431167" y="2204367"/>
            <a:ext cx="2108410" cy="2623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0FC8DB5E-9F98-47D8-A11C-86B4190DE2E2}"/>
              </a:ext>
            </a:extLst>
          </p:cNvPr>
          <p:cNvSpPr/>
          <p:nvPr/>
        </p:nvSpPr>
        <p:spPr>
          <a:xfrm>
            <a:off x="8407189" y="3254263"/>
            <a:ext cx="2943461" cy="45881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68114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13A9915-D1F4-4016-38C9-47C458343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629" y="1553667"/>
            <a:ext cx="11298946" cy="4095868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507F831-1BBA-4D12-8A04-228B9D626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919" y="441326"/>
            <a:ext cx="11264656" cy="782458"/>
          </a:xfrm>
        </p:spPr>
        <p:txBody>
          <a:bodyPr>
            <a:normAutofit/>
          </a:bodyPr>
          <a:lstStyle/>
          <a:p>
            <a:r>
              <a:rPr lang="sv-SE"/>
              <a:t>WINDOWSAPPLIKATION</a:t>
            </a:r>
          </a:p>
        </p:txBody>
      </p:sp>
    </p:spTree>
    <p:extLst>
      <p:ext uri="{BB962C8B-B14F-4D97-AF65-F5344CB8AC3E}">
        <p14:creationId xmlns:p14="http://schemas.microsoft.com/office/powerpoint/2010/main" val="2829235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18613-EB71-966F-55A2-EF3EF7925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2ECF1E8-6AD4-F4FC-8718-E5DDD6EE3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0493" y="0"/>
            <a:ext cx="78510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562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4F208167-7708-9BC2-6DA1-D6F1CC61E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920" y="1700128"/>
            <a:ext cx="11298946" cy="3457257"/>
          </a:xfrm>
        </p:spPr>
        <p:txBody>
          <a:bodyPr/>
          <a:lstStyle/>
          <a:p>
            <a:r>
              <a:rPr lang="sv-SE" b="1"/>
              <a:t>Mus och tangentbord skapar också events. Ex:</a:t>
            </a:r>
          </a:p>
          <a:p>
            <a:pPr lvl="1"/>
            <a:r>
              <a:rPr lang="sv-SE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WM_LBUTTONDOWN </a:t>
            </a:r>
          </a:p>
          <a:p>
            <a:pPr lvl="2"/>
            <a:r>
              <a:rPr lang="sv-SE">
                <a:effectLst/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Vänster musknapp nedtryckt</a:t>
            </a:r>
          </a:p>
          <a:p>
            <a:pPr lvl="1"/>
            <a:r>
              <a:rPr lang="sv-SE">
                <a:latin typeface="Consolas" panose="020B0609020204030204" pitchFamily="49" charset="0"/>
                <a:cs typeface="Times New Roman" panose="02020603050405020304" pitchFamily="18" charset="0"/>
              </a:rPr>
              <a:t>WM_KEYDOWN </a:t>
            </a:r>
          </a:p>
          <a:p>
            <a:pPr lvl="2"/>
            <a:r>
              <a:rPr lang="sv-SE">
                <a:latin typeface="Montserrat" panose="00000500000000000000" pitchFamily="2" charset="0"/>
                <a:cs typeface="Times New Roman" panose="02020603050405020304" pitchFamily="18" charset="0"/>
              </a:rPr>
              <a:t>Tangent nertryckt</a:t>
            </a:r>
            <a:br>
              <a:rPr lang="sv-SE">
                <a:latin typeface="Montserrat" panose="00000500000000000000" pitchFamily="2" charset="0"/>
                <a:cs typeface="Times New Roman" panose="02020603050405020304" pitchFamily="18" charset="0"/>
              </a:rPr>
            </a:br>
            <a:endParaRPr lang="sv-SE">
              <a:latin typeface="Montserrat" panose="00000500000000000000" pitchFamily="2" charset="0"/>
              <a:cs typeface="Times New Roman" panose="02020603050405020304" pitchFamily="18" charset="0"/>
            </a:endParaRPr>
          </a:p>
          <a:p>
            <a:r>
              <a:rPr lang="sv-SE" b="1"/>
              <a:t>Mer info</a:t>
            </a:r>
          </a:p>
          <a:p>
            <a:pPr lvl="1"/>
            <a:r>
              <a:rPr lang="sv-SE">
                <a:hlinkClick r:id="rId2"/>
              </a:rPr>
              <a:t>https://learn.microsoft.com/en-us/windows/win32/inputdev/mouse-input</a:t>
            </a:r>
            <a:endParaRPr lang="sv-SE">
              <a:latin typeface="Montserrat" panose="00000500000000000000" pitchFamily="2" charset="0"/>
              <a:cs typeface="Times New Roman" panose="02020603050405020304" pitchFamily="18" charset="0"/>
            </a:endParaRPr>
          </a:p>
          <a:p>
            <a:pPr lvl="1"/>
            <a:r>
              <a:rPr lang="sv-SE">
                <a:hlinkClick r:id="rId3"/>
              </a:rPr>
              <a:t>https://learn.microsoft.com/en-us/windows/win32/inputdev/keyboard-input</a:t>
            </a:r>
            <a:endParaRPr lang="sv-SE">
              <a:latin typeface="Montserrat" panose="00000500000000000000" pitchFamily="2" charset="0"/>
              <a:cs typeface="Times New Roman" panose="02020603050405020304" pitchFamily="18" charset="0"/>
            </a:endParaRPr>
          </a:p>
          <a:p>
            <a:pPr lvl="1"/>
            <a:r>
              <a:rPr lang="sv-SE">
                <a:hlinkClick r:id="rId4"/>
              </a:rPr>
              <a:t>https://learn.microsoft.com/en-us/windows/win32/inputdev/virtual-key-codes</a:t>
            </a:r>
            <a:endParaRPr lang="sv-SE">
              <a:latin typeface="Montserrat" panose="00000500000000000000" pitchFamily="2" charset="0"/>
              <a:cs typeface="Times New Roman" panose="02020603050405020304" pitchFamily="18" charset="0"/>
            </a:endParaRPr>
          </a:p>
          <a:p>
            <a:pPr lvl="1"/>
            <a:endParaRPr lang="sv-SE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EBDB6501-1A2E-9D05-3F9E-23BFF954A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EVENTS</a:t>
            </a:r>
          </a:p>
        </p:txBody>
      </p:sp>
    </p:spTree>
    <p:extLst>
      <p:ext uri="{BB962C8B-B14F-4D97-AF65-F5344CB8AC3E}">
        <p14:creationId xmlns:p14="http://schemas.microsoft.com/office/powerpoint/2010/main" val="16669862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1E5D5-1553-DFBC-6817-551D3EABC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derrubrik 2">
            <a:extLst>
              <a:ext uri="{FF2B5EF4-FFF2-40B4-BE49-F238E27FC236}">
                <a16:creationId xmlns:a16="http://schemas.microsoft.com/office/drawing/2014/main" id="{1582F479-08C5-778B-182B-7F827ED40D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v-SE"/>
              <a:t>Introduktion till C++</a:t>
            </a: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488818CD-5890-4841-77A5-F341D364A3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v-SE"/>
              <a:t>SKRIVA UT INFORMATION</a:t>
            </a:r>
          </a:p>
        </p:txBody>
      </p:sp>
    </p:spTree>
    <p:extLst>
      <p:ext uri="{BB962C8B-B14F-4D97-AF65-F5344CB8AC3E}">
        <p14:creationId xmlns:p14="http://schemas.microsoft.com/office/powerpoint/2010/main" val="1172122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01CC1-A30F-4425-9FAC-A6A8BE16D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565" y="1505666"/>
            <a:ext cx="11279655" cy="1288555"/>
          </a:xfrm>
        </p:spPr>
        <p:txBody>
          <a:bodyPr vert="horz" lIns="0" tIns="45720" rIns="90000" bIns="45720" rtlCol="0" anchor="t">
            <a:normAutofit/>
          </a:bodyPr>
          <a:lstStyle/>
          <a:p>
            <a:pPr marL="287655" indent="-215900"/>
            <a:r>
              <a:rPr lang="sv-SE">
                <a:latin typeface="Montserrat"/>
              </a:rPr>
              <a:t>När vi kör konsolapplikationer är det lätt att skriva ut text med</a:t>
            </a:r>
            <a:r>
              <a:rPr lang="sv-SE" b="1" dirty="0">
                <a:latin typeface="Montserrat"/>
              </a:rPr>
              <a:t> </a:t>
            </a:r>
            <a:r>
              <a:rPr lang="sv-SE" b="1">
                <a:latin typeface="Consolas"/>
                <a:cs typeface="Courier New"/>
              </a:rPr>
              <a:t>cout</a:t>
            </a:r>
            <a:br>
              <a:rPr lang="sv-SE" b="1" dirty="0">
                <a:latin typeface="Consolas" panose="020B0609020204030204" pitchFamily="49" charset="0"/>
                <a:cs typeface="Courier New" panose="02070309020205020404" pitchFamily="49" charset="0"/>
              </a:rPr>
            </a:br>
            <a:endParaRPr lang="sv-SE" b="1">
              <a:latin typeface="Consolas" panose="020B0609020204030204" pitchFamily="49" charset="0"/>
            </a:endParaRPr>
          </a:p>
          <a:p>
            <a:pPr marL="287655" indent="-215900"/>
            <a:r>
              <a:rPr lang="sv-SE">
                <a:latin typeface="Montserrat"/>
              </a:rPr>
              <a:t>Har vi ett Windowsfönster måste vi själva allokera konsollen om vi vill skriva till den</a:t>
            </a:r>
            <a:endParaRPr lang="sv-SE" b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7F938A-8B58-4BA3-AEB1-7E8EB5881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SKRIVA UT INFORMATION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659F3F-A96D-FD68-EFE2-670637A60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785" y="2801013"/>
            <a:ext cx="6296025" cy="21240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8BBFBE8-22CB-0554-620F-2D62F9DBEA9C}"/>
              </a:ext>
            </a:extLst>
          </p:cNvPr>
          <p:cNvSpPr txBox="1"/>
          <p:nvPr/>
        </p:nvSpPr>
        <p:spPr>
          <a:xfrm>
            <a:off x="7070202" y="3265024"/>
            <a:ext cx="498676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lvl="0" indent="-228600" algn="l" rtl="0">
              <a:lnSpc>
                <a:spcPts val="2175"/>
              </a:lnSpc>
              <a:buFont typeface=""/>
              <a:buChar char="•"/>
            </a:pPr>
            <a:r>
              <a:rPr lang="sv-SE" sz="1100" b="1" i="0" u="none" strike="noStrike" baseline="0">
                <a:solidFill>
                  <a:srgbClr val="FFFFFF"/>
                </a:solidFill>
                <a:latin typeface="Montserrat"/>
                <a:ea typeface="Arial"/>
                <a:cs typeface="Arial"/>
              </a:rPr>
              <a:t>Mer information här:</a:t>
            </a:r>
            <a:r>
              <a:rPr lang="en-US" sz="1100" b="0" i="0">
                <a:solidFill>
                  <a:srgbClr val="FFFFFF"/>
                </a:solidFill>
                <a:latin typeface="Montserrat"/>
                <a:ea typeface="Arial"/>
                <a:cs typeface="Arial"/>
              </a:rPr>
              <a:t>​</a:t>
            </a:r>
          </a:p>
          <a:p>
            <a:pPr marL="228600" lvl="1" indent="-228600" algn="l" rtl="0">
              <a:lnSpc>
                <a:spcPts val="2475"/>
              </a:lnSpc>
              <a:buFont typeface=""/>
              <a:buChar char="•"/>
            </a:pPr>
            <a:r>
              <a:rPr lang="sv-SE" sz="1050" b="0" i="0" u="sng" strike="noStrike" baseline="0" dirty="0">
                <a:solidFill>
                  <a:srgbClr val="FFFFFF"/>
                </a:solidFill>
                <a:latin typeface="Montserrat"/>
                <a:ea typeface="Arial"/>
                <a:cs typeface="Arial"/>
                <a:hlinkClick r:id="rId4"/>
              </a:rPr>
              <a:t>http://stackoverflow.com/questions/2501968/visual-c-enable-console</a:t>
            </a:r>
            <a:r>
              <a:rPr lang="sv-SE" sz="1050" b="0" i="0" dirty="0">
                <a:solidFill>
                  <a:srgbClr val="FFFFFF"/>
                </a:solidFill>
                <a:latin typeface="Montserrat"/>
                <a:ea typeface="Arial"/>
                <a:cs typeface="Arial"/>
              </a:rPr>
              <a:t>​</a:t>
            </a:r>
          </a:p>
          <a:p>
            <a:pPr marL="228600" lvl="1" indent="-228600" algn="l" rtl="0">
              <a:lnSpc>
                <a:spcPts val="2475"/>
              </a:lnSpc>
              <a:buFont typeface=""/>
              <a:buChar char="•"/>
            </a:pPr>
            <a:r>
              <a:rPr lang="sv-SE" sz="1050" b="0" i="0" u="sng" strike="noStrike" baseline="0" dirty="0">
                <a:solidFill>
                  <a:srgbClr val="FFFFFF"/>
                </a:solidFill>
                <a:latin typeface="Montserrat"/>
                <a:ea typeface="Arial"/>
                <a:cs typeface="Arial"/>
                <a:hlinkClick r:id="rId5"/>
              </a:rPr>
              <a:t>https://stackoverflow.com/a/42519952/5300002</a:t>
            </a:r>
            <a:r>
              <a:rPr lang="sv-SE" sz="1050" b="0" i="0" dirty="0">
                <a:solidFill>
                  <a:srgbClr val="FFFFFF"/>
                </a:solidFill>
                <a:latin typeface="Montserrat"/>
                <a:ea typeface="Arial"/>
                <a:cs typeface="Arial"/>
              </a:rPr>
              <a:t>​</a:t>
            </a:r>
          </a:p>
          <a:p>
            <a:pPr algn="ctr"/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470334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0AC8CC-3BF3-4ADB-8A83-087010510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LÄSNING / UPPGIFTEN</a:t>
            </a:r>
          </a:p>
        </p:txBody>
      </p:sp>
      <p:pic>
        <p:nvPicPr>
          <p:cNvPr id="3" name="Bild 5">
            <a:extLst>
              <a:ext uri="{FF2B5EF4-FFF2-40B4-BE49-F238E27FC236}">
                <a16:creationId xmlns:a16="http://schemas.microsoft.com/office/drawing/2014/main" id="{B65EC9C6-3966-01E7-02A2-DD68EA3B33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60847" y="1285905"/>
            <a:ext cx="4366305" cy="4286189"/>
          </a:xfrm>
          <a:prstGeom prst="rect">
            <a:avLst/>
          </a:prstGeom>
        </p:spPr>
      </p:pic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FA8E858B-0190-4D8E-9FD0-B43A0092BB6A}"/>
              </a:ext>
            </a:extLst>
          </p:cNvPr>
          <p:cNvSpPr>
            <a:spLocks noGrp="1"/>
          </p:cNvSpPr>
          <p:nvPr/>
        </p:nvSpPr>
        <p:spPr>
          <a:xfrm>
            <a:off x="422275" y="2240280"/>
            <a:ext cx="5191125" cy="3457257"/>
          </a:xfrm>
          <a:prstGeom prst="rect">
            <a:avLst/>
          </a:prstGeom>
        </p:spPr>
        <p:txBody>
          <a:bodyPr vert="horz" lIns="0" tIns="45720" rIns="90000" bIns="45720" rtlCol="0">
            <a:normAutofit/>
          </a:bodyPr>
          <a:lstStyle>
            <a:defPPr>
              <a:defRPr lang="sv-SE"/>
            </a:defPPr>
            <a:lvl1pPr marL="288000" indent="-2160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SzPct val="100000"/>
              <a:buFont typeface="Wingdings" pitchFamily="2" charset="2"/>
              <a:buChar char="§"/>
              <a:defRPr sz="1400" b="0" i="0" kern="1200">
                <a:solidFill>
                  <a:schemeClr val="accent1"/>
                </a:solidFill>
                <a:latin typeface="Montserrat" pitchFamily="2" charset="77"/>
                <a:ea typeface="+mn-ea"/>
                <a:cs typeface="+mn-cs"/>
              </a:defRPr>
            </a:lvl1pPr>
            <a:lvl2pPr marL="612000" indent="-2160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SzPct val="100000"/>
              <a:buFont typeface="Systemtypsnitt normalt"/>
              <a:buChar char="⎯"/>
              <a:defRPr sz="1200" b="0" i="0" kern="1200">
                <a:solidFill>
                  <a:schemeClr val="accent1"/>
                </a:solidFill>
                <a:latin typeface="Montserrat" pitchFamily="2" charset="77"/>
                <a:ea typeface="+mn-ea"/>
                <a:cs typeface="+mn-cs"/>
              </a:defRPr>
            </a:lvl2pPr>
            <a:lvl3pPr marL="900000" indent="-2160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Systemtypsnitt normalt"/>
              <a:buChar char="●"/>
              <a:defRPr sz="1100" b="0" i="0" kern="1200">
                <a:solidFill>
                  <a:schemeClr val="accent1"/>
                </a:solidFill>
                <a:latin typeface="Montserrat" pitchFamily="2" charset="77"/>
                <a:ea typeface="+mn-ea"/>
                <a:cs typeface="+mn-cs"/>
              </a:defRPr>
            </a:lvl3pPr>
            <a:lvl4pPr marL="1188000" indent="-2160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Systemtypsnitt normalt"/>
              <a:buChar char="○"/>
              <a:defRPr sz="1050" b="0" i="0" kern="1200">
                <a:solidFill>
                  <a:schemeClr val="accent1"/>
                </a:solidFill>
                <a:latin typeface="Montserrat" pitchFamily="2" charset="77"/>
                <a:ea typeface="+mn-ea"/>
                <a:cs typeface="+mn-cs"/>
              </a:defRPr>
            </a:lvl4pPr>
            <a:lvl5pPr marL="1476000" indent="-2160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Systemtypsnitt normalt"/>
              <a:buChar char="⏤"/>
              <a:defRPr sz="1000" b="0" i="0" kern="1200">
                <a:solidFill>
                  <a:schemeClr val="accent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v-SE" sz="1800" b="1"/>
              <a:t>Läs inför nästa föreläsning, C++ Primer:</a:t>
            </a:r>
          </a:p>
          <a:p>
            <a:pPr lvl="1"/>
            <a:r>
              <a:rPr lang="sv-SE" sz="1600"/>
              <a:t>Ingen läxa </a:t>
            </a:r>
            <a:r>
              <a:rPr lang="sv-SE" sz="1600">
                <a:sym typeface="Wingdings" panose="05000000000000000000" pitchFamily="2" charset="2"/>
              </a:rPr>
              <a:t></a:t>
            </a:r>
            <a:br>
              <a:rPr lang="sv-SE" sz="1600" b="1">
                <a:sym typeface="Wingdings" panose="05000000000000000000" pitchFamily="2" charset="2"/>
              </a:rPr>
            </a:br>
            <a:endParaRPr lang="sv-SE" sz="1600" b="1"/>
          </a:p>
          <a:p>
            <a:r>
              <a:rPr lang="sv-SE" sz="1800" b="1"/>
              <a:t>Sista Uppgiften för kursen:</a:t>
            </a:r>
          </a:p>
          <a:p>
            <a:pPr lvl="1"/>
            <a:r>
              <a:rPr lang="sv-SE" sz="1600"/>
              <a:t>Uppgift 9 - Input</a:t>
            </a:r>
          </a:p>
        </p:txBody>
      </p:sp>
    </p:spTree>
    <p:extLst>
      <p:ext uri="{BB962C8B-B14F-4D97-AF65-F5344CB8AC3E}">
        <p14:creationId xmlns:p14="http://schemas.microsoft.com/office/powerpoint/2010/main" val="4091822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 1">
            <a:extLst>
              <a:ext uri="{FF2B5EF4-FFF2-40B4-BE49-F238E27FC236}">
                <a16:creationId xmlns:a16="http://schemas.microsoft.com/office/drawing/2014/main" id="{249F41F7-1F1F-3755-1E89-36BA0C2603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8335" y="1627518"/>
            <a:ext cx="5735330" cy="3602964"/>
          </a:xfrm>
          <a:prstGeom prst="rect">
            <a:avLst/>
          </a:prstGeom>
        </p:spPr>
      </p:pic>
      <p:sp>
        <p:nvSpPr>
          <p:cNvPr id="3" name="Rubrik 2">
            <a:extLst>
              <a:ext uri="{FF2B5EF4-FFF2-40B4-BE49-F238E27FC236}">
                <a16:creationId xmlns:a16="http://schemas.microsoft.com/office/drawing/2014/main" id="{B56D96D3-7267-622A-058A-0EE6AE9D7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FRÅGOR?</a:t>
            </a:r>
          </a:p>
        </p:txBody>
      </p:sp>
    </p:spTree>
    <p:extLst>
      <p:ext uri="{BB962C8B-B14F-4D97-AF65-F5344CB8AC3E}">
        <p14:creationId xmlns:p14="http://schemas.microsoft.com/office/powerpoint/2010/main" val="4024611560"/>
      </p:ext>
    </p:extLst>
  </p:cSld>
  <p:clrMapOvr>
    <a:masterClrMapping/>
  </p:clrMapOvr>
</p:sld>
</file>

<file path=ppt/theme/theme1.xml><?xml version="1.0" encoding="utf-8"?>
<a:theme xmlns:a="http://schemas.openxmlformats.org/drawingml/2006/main" name="Blackbit">
  <a:themeElements>
    <a:clrScheme name="TGA Yellow">
      <a:dk1>
        <a:srgbClr val="000000"/>
      </a:dk1>
      <a:lt1>
        <a:srgbClr val="FFFFFF"/>
      </a:lt1>
      <a:dk2>
        <a:srgbClr val="FFC907"/>
      </a:dk2>
      <a:lt2>
        <a:srgbClr val="FFF6E1"/>
      </a:lt2>
      <a:accent1>
        <a:srgbClr val="FFFFFF"/>
      </a:accent1>
      <a:accent2>
        <a:srgbClr val="933C80"/>
      </a:accent2>
      <a:accent3>
        <a:srgbClr val="019AB1"/>
      </a:accent3>
      <a:accent4>
        <a:srgbClr val="FFC907"/>
      </a:accent4>
      <a:accent5>
        <a:srgbClr val="3E063F"/>
      </a:accent5>
      <a:accent6>
        <a:srgbClr val="003333"/>
      </a:accent6>
      <a:hlink>
        <a:srgbClr val="933C80"/>
      </a:hlink>
      <a:folHlink>
        <a:srgbClr val="0097A7"/>
      </a:folHlink>
    </a:clrScheme>
    <a:fontScheme name="TGA">
      <a:majorFont>
        <a:latin typeface="Barlow Semi Condensed Medium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GA_Powerpoint-template_2026.potx" id="{6CD8C450-888A-4E33-867B-71C6E505F12B}" vid="{04F51BFE-CAE6-4A2C-8897-B90419005CA5}"/>
    </a:ext>
  </a:extLst>
</a:theme>
</file>

<file path=ppt/theme/theme2.xml><?xml version="1.0" encoding="utf-8"?>
<a:theme xmlns:a="http://schemas.openxmlformats.org/drawingml/2006/main" name="White">
  <a:themeElements>
    <a:clrScheme name="TGA Black&amp;Whit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FFFF"/>
      </a:accent1>
      <a:accent2>
        <a:srgbClr val="933C80"/>
      </a:accent2>
      <a:accent3>
        <a:srgbClr val="019AB1"/>
      </a:accent3>
      <a:accent4>
        <a:srgbClr val="FFC907"/>
      </a:accent4>
      <a:accent5>
        <a:srgbClr val="3E063F"/>
      </a:accent5>
      <a:accent6>
        <a:srgbClr val="003333"/>
      </a:accent6>
      <a:hlink>
        <a:srgbClr val="933C80"/>
      </a:hlink>
      <a:folHlink>
        <a:srgbClr val="0097A7"/>
      </a:folHlink>
    </a:clrScheme>
    <a:fontScheme name="TGA Fonts">
      <a:majorFont>
        <a:latin typeface="Barlow Semi Condensed Medium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GA_Powerpoint-template_2026.potx" id="{6CD8C450-888A-4E33-867B-71C6E505F12B}" vid="{A33B5345-01BF-4FE9-A608-45CAFB7F68FD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B668B93E5FEE44FA1CF4C215761010E" ma:contentTypeVersion="12" ma:contentTypeDescription="Skapa ett nytt dokument." ma:contentTypeScope="" ma:versionID="f42d918fcb3d950cad7dcf9cdf251a22">
  <xsd:schema xmlns:xsd="http://www.w3.org/2001/XMLSchema" xmlns:xs="http://www.w3.org/2001/XMLSchema" xmlns:p="http://schemas.microsoft.com/office/2006/metadata/properties" xmlns:ns2="bf173c2e-83f0-486a-a849-dc1af1c205ed" xmlns:ns3="4c13cf56-8770-44b7-9ee4-06b92f0bc1e4" targetNamespace="http://schemas.microsoft.com/office/2006/metadata/properties" ma:root="true" ma:fieldsID="2c247a5fb6f101c8b09fc84dd18d5f13" ns2:_="" ns3:_="">
    <xsd:import namespace="bf173c2e-83f0-486a-a849-dc1af1c205ed"/>
    <xsd:import namespace="4c13cf56-8770-44b7-9ee4-06b92f0bc1e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DateTake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173c2e-83f0-486a-a849-dc1af1c205e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Bildmarkeringar" ma:readOnly="false" ma:fieldId="{5cf76f15-5ced-4ddc-b409-7134ff3c332f}" ma:taxonomyMulti="true" ma:sspId="5c710d13-4dcc-47ab-8cf0-c7c483f2e8e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13cf56-8770-44b7-9ee4-06b92f0bc1e4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0c1d7cac-a4ed-4573-b988-fdf4faad32e6}" ma:internalName="TaxCatchAll" ma:showField="CatchAllData" ma:web="4c13cf56-8770-44b7-9ee4-06b92f0bc1e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ehållstyp"/>
        <xsd:element ref="dc:title" minOccurs="0" maxOccurs="1" ma:index="4" ma:displayName="Item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f173c2e-83f0-486a-a849-dc1af1c205ed">
      <Terms xmlns="http://schemas.microsoft.com/office/infopath/2007/PartnerControls"/>
    </lcf76f155ced4ddcb4097134ff3c332f>
    <TaxCatchAll xmlns="4c13cf56-8770-44b7-9ee4-06b92f0bc1e4" xsi:nil="true"/>
  </documentManagement>
</p:properties>
</file>

<file path=customXml/itemProps1.xml><?xml version="1.0" encoding="utf-8"?>
<ds:datastoreItem xmlns:ds="http://schemas.openxmlformats.org/officeDocument/2006/customXml" ds:itemID="{D177B2AF-E7D9-483A-89E4-890EF0EEE3C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6F2280C-B54A-4565-9BE2-F2C04F1AD71B}">
  <ds:schemaRefs>
    <ds:schemaRef ds:uri="4c13cf56-8770-44b7-9ee4-06b92f0bc1e4"/>
    <ds:schemaRef ds:uri="bf173c2e-83f0-486a-a849-dc1af1c205e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9DC7097-A3DD-4ACD-B7E7-DE0AA9E4EB6F}">
  <ds:schemaRefs>
    <ds:schemaRef ds:uri="http://schemas.microsoft.com/office/2006/documentManagement/types"/>
    <ds:schemaRef ds:uri="http://schemas.microsoft.com/office/2006/metadata/properties"/>
    <ds:schemaRef ds:uri="bf173c2e-83f0-486a-a849-dc1af1c205ed"/>
    <ds:schemaRef ds:uri="4c13cf56-8770-44b7-9ee4-06b92f0bc1e4"/>
    <ds:schemaRef ds:uri="http://schemas.microsoft.com/office/infopath/2007/PartnerControls"/>
    <ds:schemaRef ds:uri="http://www.w3.org/XML/1998/namespace"/>
    <ds:schemaRef ds:uri="http://purl.org/dc/dcmitype/"/>
    <ds:schemaRef ds:uri="http://schemas.openxmlformats.org/package/2006/metadata/core-properties"/>
    <ds:schemaRef ds:uri="http://purl.org/dc/terms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523</Words>
  <Application>Microsoft Office PowerPoint</Application>
  <PresentationFormat>Widescreen</PresentationFormat>
  <Paragraphs>94</Paragraphs>
  <Slides>14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6" baseType="lpstr">
      <vt:lpstr>Barlow Semi Condensed Light</vt:lpstr>
      <vt:lpstr>Barlow Semi Condensed Medium</vt:lpstr>
      <vt:lpstr>Wingdings</vt:lpstr>
      <vt:lpstr>Barlow Semi Condensed</vt:lpstr>
      <vt:lpstr>Calibri</vt:lpstr>
      <vt:lpstr>Montserrat SemiBold</vt:lpstr>
      <vt:lpstr>Arial</vt:lpstr>
      <vt:lpstr>Systemtypsnitt normalt</vt:lpstr>
      <vt:lpstr>Consolas</vt:lpstr>
      <vt:lpstr>Montserrat</vt:lpstr>
      <vt:lpstr>Blackbit</vt:lpstr>
      <vt:lpstr>White</vt:lpstr>
      <vt:lpstr>INTRODUKTION TILL PROGRAMMERING I C++</vt:lpstr>
      <vt:lpstr>AGENDA</vt:lpstr>
      <vt:lpstr>FILHANTERING</vt:lpstr>
      <vt:lpstr>FILHANTERING</vt:lpstr>
      <vt:lpstr>FILHANTERING – MER FUNKTIONALITET</vt:lpstr>
      <vt:lpstr>WINDOWS-APPLIKATION</vt:lpstr>
      <vt:lpstr>WINDOWSAPPLIKATION</vt:lpstr>
      <vt:lpstr>WINDOWSAPPLIKATION</vt:lpstr>
      <vt:lpstr>PowerPoint Presentation</vt:lpstr>
      <vt:lpstr>EVENTS</vt:lpstr>
      <vt:lpstr>SKRIVA UT INFORMATION</vt:lpstr>
      <vt:lpstr>SKRIVA UT INFORMATION</vt:lpstr>
      <vt:lpstr>LÄSNING / UPPGIFTEN</vt:lpstr>
      <vt:lpstr>FRÅGOR?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 Borgshammar</dc:creator>
  <cp:lastModifiedBy>Qrikko Lindström</cp:lastModifiedBy>
  <cp:revision>164</cp:revision>
  <dcterms:created xsi:type="dcterms:W3CDTF">2021-10-04T08:47:50Z</dcterms:created>
  <dcterms:modified xsi:type="dcterms:W3CDTF">2026-10-22T09:06:40Z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0x010100CB668B93E5FEE44FA1CF4C215761010E</vt:lpwstr>
  </property>
  <property fmtid="{D5CDD505-2E9C-101B-9397-08002B2CF9AE}" pid="3" name="MediaServiceImageTags">
    <vt:lpwstr/>
  </property>
  <property fmtid="{D5CDD505-2E9C-101B-9397-08002B2CF9AE}" pid="4" name="_ExtendedDescription">
    <vt:lpwstr/>
  </property>
</Properties>
</file>